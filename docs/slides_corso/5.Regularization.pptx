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theme/theme2.xml" ContentType="application/vnd.openxmlformats-officedocument.theme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theme/theme3.xml" ContentType="application/vnd.openxmlformats-officedocument.theme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theme/theme4.xml" ContentType="application/vnd.openxmlformats-officedocument.theme+xml"/>
  <Override PartName="/ppt/theme/theme5.xml" ContentType="application/vnd.openxmlformats-officedocument.theme+xml"/>
  <Override PartName="/ppt/notesSlides/notesSlide1.xml" ContentType="application/vnd.openxmlformats-officedocument.presentationml.notesSlide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charts/chart4.xml" ContentType="application/vnd.openxmlformats-officedocument.drawingml.chart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notesSlides/notesSlide2.xml" ContentType="application/vnd.openxmlformats-officedocument.presentationml.notesSlide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charts/chart5.xml" ContentType="application/vnd.openxmlformats-officedocument.drawingml.chart+xml"/>
  <Override PartName="/ppt/charts/chart6.xml" ContentType="application/vnd.openxmlformats-officedocument.drawingml.chart+xml"/>
  <Override PartName="/ppt/ink/ink1.xml" ContentType="application/inkml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charts/chart7.xml" ContentType="application/vnd.openxmlformats-officedocument.drawingml.chart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0.xml" ContentType="application/vnd.openxmlformats-officedocument.presentationml.tags+xml"/>
  <Override PartName="/ppt/charts/chart8.xml" ContentType="application/vnd.openxmlformats-officedocument.drawingml.chart+xml"/>
  <Override PartName="/ppt/notesSlides/notesSlide3.xml" ContentType="application/vnd.openxmlformats-officedocument.presentationml.notesSlide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ink/ink2.xml" ContentType="application/inkml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ink/ink3.xml" ContentType="application/inkml+xml"/>
  <Override PartName="/ppt/notesSlides/notesSlide4.xml" ContentType="application/vnd.openxmlformats-officedocument.presentationml.notesSlide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ink/ink4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4" r:id="rId1"/>
    <p:sldMasterId id="2147483708" r:id="rId2"/>
    <p:sldMasterId id="2147483722" r:id="rId3"/>
    <p:sldMasterId id="2147483735" r:id="rId4"/>
  </p:sldMasterIdLst>
  <p:notesMasterIdLst>
    <p:notesMasterId r:id="rId29"/>
  </p:notesMasterIdLst>
  <p:sldIdLst>
    <p:sldId id="367" r:id="rId5"/>
    <p:sldId id="425" r:id="rId6"/>
    <p:sldId id="368" r:id="rId7"/>
    <p:sldId id="400" r:id="rId8"/>
    <p:sldId id="401" r:id="rId9"/>
    <p:sldId id="402" r:id="rId10"/>
    <p:sldId id="406" r:id="rId11"/>
    <p:sldId id="403" r:id="rId12"/>
    <p:sldId id="421" r:id="rId13"/>
    <p:sldId id="405" r:id="rId14"/>
    <p:sldId id="407" r:id="rId15"/>
    <p:sldId id="423" r:id="rId16"/>
    <p:sldId id="422" r:id="rId17"/>
    <p:sldId id="409" r:id="rId18"/>
    <p:sldId id="408" r:id="rId19"/>
    <p:sldId id="410" r:id="rId20"/>
    <p:sldId id="419" r:id="rId21"/>
    <p:sldId id="413" r:id="rId22"/>
    <p:sldId id="374" r:id="rId23"/>
    <p:sldId id="414" r:id="rId24"/>
    <p:sldId id="415" r:id="rId25"/>
    <p:sldId id="416" r:id="rId26"/>
    <p:sldId id="424" r:id="rId27"/>
    <p:sldId id="418" r:id="rId28"/>
  </p:sldIdLst>
  <p:sldSz cx="9144000" cy="5143500" type="screen16x9"/>
  <p:notesSz cx="6858000" cy="9144000"/>
  <p:custDataLst>
    <p:tags r:id="rId30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108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CC00"/>
    <a:srgbClr val="CCFFFF"/>
    <a:srgbClr val="FFFF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616DA210-FB5B-4158-B5E0-FEB733F419BA}" styleName="Light Style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83" autoAdjust="0"/>
    <p:restoredTop sz="58970" autoAdjust="0"/>
  </p:normalViewPr>
  <p:slideViewPr>
    <p:cSldViewPr>
      <p:cViewPr varScale="1">
        <p:scale>
          <a:sx n="86" d="100"/>
          <a:sy n="86" d="100"/>
        </p:scale>
        <p:origin x="734" y="41"/>
      </p:cViewPr>
      <p:guideLst>
        <p:guide orient="horz" pos="3108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6557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" Type="http://schemas.openxmlformats.org/officeDocument/2006/relationships/slideMaster" Target="slideMasters/slideMaster3.xml"/><Relationship Id="rId21" Type="http://schemas.openxmlformats.org/officeDocument/2006/relationships/slide" Target="slides/slide17.xml"/><Relationship Id="rId34" Type="http://schemas.openxmlformats.org/officeDocument/2006/relationships/tableStyles" Target="tableStyle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theme" Target="theme/theme1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viewProps" Target="viewProp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presProps" Target="presProps.xml"/><Relationship Id="rId4" Type="http://schemas.openxmlformats.org/officeDocument/2006/relationships/slideMaster" Target="slideMasters/slideMaster4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tags" Target="tags/tag1.xml"/><Relationship Id="rId8" Type="http://schemas.openxmlformats.org/officeDocument/2006/relationships/slide" Target="slides/slide4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oleObject" Target="file:///C:\Users\tlow\Desktop\cs229a\marker.xlsx" TargetMode="External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oleObject" Target="file:///C:\Users\tlow\Desktop\cs229a\marker.xlsx" TargetMode="External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oleObject" Target="file:///C:\Users\tlow\Desktop\cs229a\marker.xlsx" TargetMode="External"/></Relationships>
</file>

<file path=ppt/charts/_rels/chart4.xml.rels><?xml version="1.0" encoding="UTF-8" standalone="yes"?>
<Relationships xmlns="http://schemas.openxmlformats.org/package/2006/relationships"><Relationship Id="rId1" Type="http://schemas.openxmlformats.org/officeDocument/2006/relationships/oleObject" Target="file:///C:\Users\tlow\Desktop\cs229a\marker.xlsx" TargetMode="External"/></Relationships>
</file>

<file path=ppt/charts/_rels/chart5.xml.rels><?xml version="1.0" encoding="UTF-8" standalone="yes"?>
<Relationships xmlns="http://schemas.openxmlformats.org/package/2006/relationships"><Relationship Id="rId1" Type="http://schemas.openxmlformats.org/officeDocument/2006/relationships/oleObject" Target="file:///C:\Users\tlow\Desktop\cs229a\marker.xlsx" TargetMode="External"/></Relationships>
</file>

<file path=ppt/charts/_rels/chart6.xml.rels><?xml version="1.0" encoding="UTF-8" standalone="yes"?>
<Relationships xmlns="http://schemas.openxmlformats.org/package/2006/relationships"><Relationship Id="rId1" Type="http://schemas.openxmlformats.org/officeDocument/2006/relationships/oleObject" Target="file:///C:\Users\tlow\Desktop\cs229a\marker.xlsx" TargetMode="External"/></Relationships>
</file>

<file path=ppt/charts/_rels/chart7.xml.rels><?xml version="1.0" encoding="UTF-8" standalone="yes"?>
<Relationships xmlns="http://schemas.openxmlformats.org/package/2006/relationships"><Relationship Id="rId1" Type="http://schemas.openxmlformats.org/officeDocument/2006/relationships/oleObject" Target="file:///C:\Users\tlow\Desktop\cs229a\marker.xlsx" TargetMode="External"/></Relationships>
</file>

<file path=ppt/charts/_rels/chart8.xml.rels><?xml version="1.0" encoding="UTF-8" standalone="yes"?>
<Relationships xmlns="http://schemas.openxmlformats.org/package/2006/relationships"><Relationship Id="rId1" Type="http://schemas.openxmlformats.org/officeDocument/2006/relationships/oleObject" Target="file:///C:\Users\tlow\Desktop\cs229a\marker.xlsx" TargetMode="Externa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/>
      <c:scatterChart>
        <c:scatterStyle val="lineMarker"/>
        <c:varyColors val="0"/>
        <c:ser>
          <c:idx val="0"/>
          <c:order val="0"/>
          <c:spPr>
            <a:ln w="28575">
              <a:noFill/>
            </a:ln>
          </c:spPr>
          <c:marker>
            <c:symbol val="x"/>
            <c:size val="7"/>
            <c:spPr>
              <a:ln w="15875">
                <a:solidFill>
                  <a:srgbClr val="C00000"/>
                </a:solidFill>
              </a:ln>
            </c:spPr>
          </c:marker>
          <c:xVal>
            <c:numRef>
              <c:f>'Sheet1 (2)'!$A$1:$A$20</c:f>
              <c:numCache>
                <c:formatCode>General</c:formatCode>
                <c:ptCount val="20"/>
                <c:pt idx="0">
                  <c:v>42.940038684719497</c:v>
                </c:pt>
                <c:pt idx="1">
                  <c:v>72.340425531914903</c:v>
                </c:pt>
                <c:pt idx="2">
                  <c:v>110.251450676983</c:v>
                </c:pt>
                <c:pt idx="3">
                  <c:v>195.357833655706</c:v>
                </c:pt>
                <c:pt idx="4">
                  <c:v>304.44874274661498</c:v>
                </c:pt>
                <c:pt idx="5">
                  <c:v>386.46034816247601</c:v>
                </c:pt>
              </c:numCache>
            </c:numRef>
          </c:xVal>
          <c:yVal>
            <c:numRef>
              <c:f>'Sheet1 (2)'!$B$1:$B$20</c:f>
              <c:numCache>
                <c:formatCode>General</c:formatCode>
                <c:ptCount val="20"/>
                <c:pt idx="0">
                  <c:v>45.173745173745203</c:v>
                </c:pt>
                <c:pt idx="1">
                  <c:v>137.83783783783801</c:v>
                </c:pt>
                <c:pt idx="2">
                  <c:v>234.362934362934</c:v>
                </c:pt>
                <c:pt idx="3">
                  <c:v>274.517374517375</c:v>
                </c:pt>
                <c:pt idx="4">
                  <c:v>291.50579150579199</c:v>
                </c:pt>
                <c:pt idx="5">
                  <c:v>303.08880308880299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0-0702-4341-8D64-1D456DBDC3CF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441868752"/>
        <c:axId val="439906960"/>
      </c:scatterChart>
      <c:valAx>
        <c:axId val="441868752"/>
        <c:scaling>
          <c:orientation val="minMax"/>
          <c:max val="350"/>
          <c:min val="0"/>
        </c:scaling>
        <c:delete val="0"/>
        <c:axPos val="b"/>
        <c:numFmt formatCode="General" sourceLinked="1"/>
        <c:majorTickMark val="none"/>
        <c:minorTickMark val="none"/>
        <c:tickLblPos val="none"/>
        <c:crossAx val="439906960"/>
        <c:crosses val="autoZero"/>
        <c:crossBetween val="midCat"/>
      </c:valAx>
      <c:valAx>
        <c:axId val="439906960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one"/>
        <c:crossAx val="441868752"/>
        <c:crossesAt val="0"/>
        <c:crossBetween val="midCat"/>
      </c:valAx>
    </c:plotArea>
    <c:plotVisOnly val="1"/>
    <c:dispBlanksAs val="gap"/>
    <c:showDLblsOverMax val="0"/>
  </c:chart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/>
      <c:scatterChart>
        <c:scatterStyle val="lineMarker"/>
        <c:varyColors val="0"/>
        <c:ser>
          <c:idx val="0"/>
          <c:order val="0"/>
          <c:spPr>
            <a:ln w="28575">
              <a:noFill/>
            </a:ln>
          </c:spPr>
          <c:marker>
            <c:symbol val="x"/>
            <c:size val="7"/>
            <c:spPr>
              <a:ln w="15875">
                <a:solidFill>
                  <a:srgbClr val="C00000"/>
                </a:solidFill>
              </a:ln>
            </c:spPr>
          </c:marker>
          <c:xVal>
            <c:numRef>
              <c:f>'Sheet1 (2)'!$A$1:$A$20</c:f>
              <c:numCache>
                <c:formatCode>General</c:formatCode>
                <c:ptCount val="20"/>
                <c:pt idx="0">
                  <c:v>42.940038684719497</c:v>
                </c:pt>
                <c:pt idx="1">
                  <c:v>72.340425531914903</c:v>
                </c:pt>
                <c:pt idx="2">
                  <c:v>110.251450676983</c:v>
                </c:pt>
                <c:pt idx="3">
                  <c:v>195.357833655706</c:v>
                </c:pt>
                <c:pt idx="4">
                  <c:v>304.44874274661498</c:v>
                </c:pt>
                <c:pt idx="5">
                  <c:v>386.46034816247601</c:v>
                </c:pt>
              </c:numCache>
            </c:numRef>
          </c:xVal>
          <c:yVal>
            <c:numRef>
              <c:f>'Sheet1 (2)'!$B$1:$B$20</c:f>
              <c:numCache>
                <c:formatCode>General</c:formatCode>
                <c:ptCount val="20"/>
                <c:pt idx="0">
                  <c:v>45.173745173745203</c:v>
                </c:pt>
                <c:pt idx="1">
                  <c:v>137.83783783783801</c:v>
                </c:pt>
                <c:pt idx="2">
                  <c:v>234.362934362934</c:v>
                </c:pt>
                <c:pt idx="3">
                  <c:v>274.517374517375</c:v>
                </c:pt>
                <c:pt idx="4">
                  <c:v>291.50579150579199</c:v>
                </c:pt>
                <c:pt idx="5">
                  <c:v>303.08880308880299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0-9BE0-4681-A4CF-63DF6E7DC351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442210264"/>
        <c:axId val="442210648"/>
      </c:scatterChart>
      <c:valAx>
        <c:axId val="442210264"/>
        <c:scaling>
          <c:orientation val="minMax"/>
          <c:max val="350"/>
          <c:min val="0"/>
        </c:scaling>
        <c:delete val="0"/>
        <c:axPos val="b"/>
        <c:numFmt formatCode="General" sourceLinked="1"/>
        <c:majorTickMark val="none"/>
        <c:minorTickMark val="none"/>
        <c:tickLblPos val="none"/>
        <c:crossAx val="442210648"/>
        <c:crosses val="autoZero"/>
        <c:crossBetween val="midCat"/>
      </c:valAx>
      <c:valAx>
        <c:axId val="442210648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one"/>
        <c:crossAx val="442210264"/>
        <c:crossesAt val="0"/>
        <c:crossBetween val="midCat"/>
      </c:valAx>
    </c:plotArea>
    <c:plotVisOnly val="1"/>
    <c:dispBlanksAs val="gap"/>
    <c:showDLblsOverMax val="0"/>
  </c:chart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/>
      <c:scatterChart>
        <c:scatterStyle val="lineMarker"/>
        <c:varyColors val="0"/>
        <c:ser>
          <c:idx val="0"/>
          <c:order val="0"/>
          <c:spPr>
            <a:ln w="28575">
              <a:noFill/>
            </a:ln>
          </c:spPr>
          <c:marker>
            <c:symbol val="x"/>
            <c:size val="7"/>
            <c:spPr>
              <a:ln w="15875">
                <a:solidFill>
                  <a:srgbClr val="C00000"/>
                </a:solidFill>
              </a:ln>
            </c:spPr>
          </c:marker>
          <c:xVal>
            <c:numRef>
              <c:f>'Sheet1 (2)'!$A$1:$A$20</c:f>
              <c:numCache>
                <c:formatCode>General</c:formatCode>
                <c:ptCount val="20"/>
                <c:pt idx="0">
                  <c:v>42.940038684719497</c:v>
                </c:pt>
                <c:pt idx="1">
                  <c:v>72.340425531914903</c:v>
                </c:pt>
                <c:pt idx="2">
                  <c:v>110.251450676983</c:v>
                </c:pt>
                <c:pt idx="3">
                  <c:v>195.357833655706</c:v>
                </c:pt>
                <c:pt idx="4">
                  <c:v>304.44874274661498</c:v>
                </c:pt>
                <c:pt idx="5">
                  <c:v>386.46034816247601</c:v>
                </c:pt>
              </c:numCache>
            </c:numRef>
          </c:xVal>
          <c:yVal>
            <c:numRef>
              <c:f>'Sheet1 (2)'!$B$1:$B$20</c:f>
              <c:numCache>
                <c:formatCode>General</c:formatCode>
                <c:ptCount val="20"/>
                <c:pt idx="0">
                  <c:v>45.173745173745203</c:v>
                </c:pt>
                <c:pt idx="1">
                  <c:v>137.83783783783801</c:v>
                </c:pt>
                <c:pt idx="2">
                  <c:v>234.362934362934</c:v>
                </c:pt>
                <c:pt idx="3">
                  <c:v>274.517374517375</c:v>
                </c:pt>
                <c:pt idx="4">
                  <c:v>291.50579150579199</c:v>
                </c:pt>
                <c:pt idx="5">
                  <c:v>303.08880308880299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0-6167-46BF-862E-C594F873C7F9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442213720"/>
        <c:axId val="489132536"/>
      </c:scatterChart>
      <c:valAx>
        <c:axId val="442213720"/>
        <c:scaling>
          <c:orientation val="minMax"/>
          <c:max val="350"/>
          <c:min val="0"/>
        </c:scaling>
        <c:delete val="0"/>
        <c:axPos val="b"/>
        <c:numFmt formatCode="General" sourceLinked="1"/>
        <c:majorTickMark val="none"/>
        <c:minorTickMark val="none"/>
        <c:tickLblPos val="none"/>
        <c:crossAx val="489132536"/>
        <c:crosses val="autoZero"/>
        <c:crossBetween val="midCat"/>
      </c:valAx>
      <c:valAx>
        <c:axId val="489132536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one"/>
        <c:crossAx val="442213720"/>
        <c:crossesAt val="0"/>
        <c:crossBetween val="midCat"/>
      </c:valAx>
    </c:plotArea>
    <c:plotVisOnly val="1"/>
    <c:dispBlanksAs val="gap"/>
    <c:showDLblsOverMax val="0"/>
  </c:chart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/>
      <c:scatterChart>
        <c:scatterStyle val="lineMarker"/>
        <c:varyColors val="0"/>
        <c:ser>
          <c:idx val="0"/>
          <c:order val="0"/>
          <c:spPr>
            <a:ln w="28575">
              <a:noFill/>
            </a:ln>
          </c:spPr>
          <c:marker>
            <c:symbol val="x"/>
            <c:size val="7"/>
            <c:spPr>
              <a:ln w="15875">
                <a:solidFill>
                  <a:srgbClr val="C00000"/>
                </a:solidFill>
              </a:ln>
            </c:spPr>
          </c:marker>
          <c:xVal>
            <c:numRef>
              <c:f>'Sheet1 (2)'!$A$1:$A$20</c:f>
              <c:numCache>
                <c:formatCode>General</c:formatCode>
                <c:ptCount val="20"/>
                <c:pt idx="0">
                  <c:v>42.940038684719497</c:v>
                </c:pt>
                <c:pt idx="1">
                  <c:v>72.340425531914903</c:v>
                </c:pt>
                <c:pt idx="2">
                  <c:v>110.251450676983</c:v>
                </c:pt>
                <c:pt idx="3">
                  <c:v>195.357833655706</c:v>
                </c:pt>
                <c:pt idx="4">
                  <c:v>304.44874274661498</c:v>
                </c:pt>
                <c:pt idx="5">
                  <c:v>386.46034816247601</c:v>
                </c:pt>
              </c:numCache>
            </c:numRef>
          </c:xVal>
          <c:yVal>
            <c:numRef>
              <c:f>'Sheet1 (2)'!$B$1:$B$20</c:f>
              <c:numCache>
                <c:formatCode>General</c:formatCode>
                <c:ptCount val="20"/>
                <c:pt idx="0">
                  <c:v>45.173745173745203</c:v>
                </c:pt>
                <c:pt idx="1">
                  <c:v>137.83783783783801</c:v>
                </c:pt>
                <c:pt idx="2">
                  <c:v>234.362934362934</c:v>
                </c:pt>
                <c:pt idx="3">
                  <c:v>274.517374517375</c:v>
                </c:pt>
                <c:pt idx="4">
                  <c:v>291.50579150579199</c:v>
                </c:pt>
                <c:pt idx="5">
                  <c:v>303.08880308880299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0-9D9E-413D-8700-4BCA4BC16CFC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489195368"/>
        <c:axId val="438912040"/>
      </c:scatterChart>
      <c:valAx>
        <c:axId val="489195368"/>
        <c:scaling>
          <c:orientation val="minMax"/>
          <c:max val="350"/>
          <c:min val="0"/>
        </c:scaling>
        <c:delete val="0"/>
        <c:axPos val="b"/>
        <c:numFmt formatCode="General" sourceLinked="1"/>
        <c:majorTickMark val="none"/>
        <c:minorTickMark val="none"/>
        <c:tickLblPos val="none"/>
        <c:crossAx val="438912040"/>
        <c:crosses val="autoZero"/>
        <c:crossBetween val="midCat"/>
      </c:valAx>
      <c:valAx>
        <c:axId val="438912040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one"/>
        <c:crossAx val="489195368"/>
        <c:crossesAt val="0"/>
        <c:crossBetween val="midCat"/>
      </c:valAx>
    </c:plotArea>
    <c:plotVisOnly val="1"/>
    <c:dispBlanksAs val="gap"/>
    <c:showDLblsOverMax val="0"/>
  </c:chart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/>
      <c:scatterChart>
        <c:scatterStyle val="lineMarker"/>
        <c:varyColors val="0"/>
        <c:ser>
          <c:idx val="0"/>
          <c:order val="0"/>
          <c:spPr>
            <a:ln w="28575">
              <a:noFill/>
            </a:ln>
          </c:spPr>
          <c:marker>
            <c:symbol val="x"/>
            <c:size val="7"/>
            <c:spPr>
              <a:ln w="15875">
                <a:solidFill>
                  <a:srgbClr val="C00000"/>
                </a:solidFill>
              </a:ln>
            </c:spPr>
          </c:marker>
          <c:xVal>
            <c:numRef>
              <c:f>'Sheet1 (2)'!$A$1:$A$20</c:f>
              <c:numCache>
                <c:formatCode>General</c:formatCode>
                <c:ptCount val="20"/>
                <c:pt idx="0">
                  <c:v>42.940038684719497</c:v>
                </c:pt>
                <c:pt idx="1">
                  <c:v>72.340425531914903</c:v>
                </c:pt>
                <c:pt idx="2">
                  <c:v>110.251450676983</c:v>
                </c:pt>
                <c:pt idx="3">
                  <c:v>195.357833655706</c:v>
                </c:pt>
                <c:pt idx="4">
                  <c:v>304.44874274661498</c:v>
                </c:pt>
                <c:pt idx="5">
                  <c:v>386.46034816247601</c:v>
                </c:pt>
              </c:numCache>
            </c:numRef>
          </c:xVal>
          <c:yVal>
            <c:numRef>
              <c:f>'Sheet1 (2)'!$B$1:$B$20</c:f>
              <c:numCache>
                <c:formatCode>General</c:formatCode>
                <c:ptCount val="20"/>
                <c:pt idx="0">
                  <c:v>45.173745173745203</c:v>
                </c:pt>
                <c:pt idx="1">
                  <c:v>137.83783783783801</c:v>
                </c:pt>
                <c:pt idx="2">
                  <c:v>234.362934362934</c:v>
                </c:pt>
                <c:pt idx="3">
                  <c:v>274.517374517375</c:v>
                </c:pt>
                <c:pt idx="4">
                  <c:v>291.50579150579199</c:v>
                </c:pt>
                <c:pt idx="5">
                  <c:v>303.08880308880299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0-2750-4111-9066-797A04A42957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488868432"/>
        <c:axId val="488868824"/>
      </c:scatterChart>
      <c:valAx>
        <c:axId val="488868432"/>
        <c:scaling>
          <c:orientation val="minMax"/>
          <c:max val="350"/>
          <c:min val="0"/>
        </c:scaling>
        <c:delete val="0"/>
        <c:axPos val="b"/>
        <c:numFmt formatCode="General" sourceLinked="1"/>
        <c:majorTickMark val="none"/>
        <c:minorTickMark val="none"/>
        <c:tickLblPos val="none"/>
        <c:crossAx val="488868824"/>
        <c:crosses val="autoZero"/>
        <c:crossBetween val="midCat"/>
      </c:valAx>
      <c:valAx>
        <c:axId val="488868824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one"/>
        <c:crossAx val="488868432"/>
        <c:crossesAt val="0"/>
        <c:crossBetween val="midCat"/>
      </c:valAx>
    </c:plotArea>
    <c:plotVisOnly val="1"/>
    <c:dispBlanksAs val="gap"/>
    <c:showDLblsOverMax val="0"/>
  </c:chart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/>
      <c:scatterChart>
        <c:scatterStyle val="lineMarker"/>
        <c:varyColors val="0"/>
        <c:ser>
          <c:idx val="0"/>
          <c:order val="0"/>
          <c:spPr>
            <a:ln w="28575">
              <a:noFill/>
            </a:ln>
          </c:spPr>
          <c:marker>
            <c:symbol val="x"/>
            <c:size val="7"/>
            <c:spPr>
              <a:ln w="15875">
                <a:solidFill>
                  <a:srgbClr val="C00000"/>
                </a:solidFill>
              </a:ln>
            </c:spPr>
          </c:marker>
          <c:xVal>
            <c:numRef>
              <c:f>'Sheet1 (2)'!$A$1:$A$20</c:f>
              <c:numCache>
                <c:formatCode>General</c:formatCode>
                <c:ptCount val="20"/>
                <c:pt idx="0">
                  <c:v>42.940038684719497</c:v>
                </c:pt>
                <c:pt idx="1">
                  <c:v>72.340425531914903</c:v>
                </c:pt>
                <c:pt idx="2">
                  <c:v>110.251450676983</c:v>
                </c:pt>
                <c:pt idx="3">
                  <c:v>195.357833655706</c:v>
                </c:pt>
                <c:pt idx="4">
                  <c:v>304.44874274661498</c:v>
                </c:pt>
                <c:pt idx="5">
                  <c:v>386.46034816247601</c:v>
                </c:pt>
              </c:numCache>
            </c:numRef>
          </c:xVal>
          <c:yVal>
            <c:numRef>
              <c:f>'Sheet1 (2)'!$B$1:$B$20</c:f>
              <c:numCache>
                <c:formatCode>General</c:formatCode>
                <c:ptCount val="20"/>
                <c:pt idx="0">
                  <c:v>45.173745173745203</c:v>
                </c:pt>
                <c:pt idx="1">
                  <c:v>137.83783783783801</c:v>
                </c:pt>
                <c:pt idx="2">
                  <c:v>234.362934362934</c:v>
                </c:pt>
                <c:pt idx="3">
                  <c:v>274.517374517375</c:v>
                </c:pt>
                <c:pt idx="4">
                  <c:v>291.50579150579199</c:v>
                </c:pt>
                <c:pt idx="5">
                  <c:v>303.08880308880299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0-A6D5-49E7-9D4F-CF86E6E99633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488869608"/>
        <c:axId val="488870000"/>
      </c:scatterChart>
      <c:valAx>
        <c:axId val="488869608"/>
        <c:scaling>
          <c:orientation val="minMax"/>
          <c:max val="350"/>
          <c:min val="0"/>
        </c:scaling>
        <c:delete val="0"/>
        <c:axPos val="b"/>
        <c:numFmt formatCode="General" sourceLinked="1"/>
        <c:majorTickMark val="none"/>
        <c:minorTickMark val="none"/>
        <c:tickLblPos val="none"/>
        <c:crossAx val="488870000"/>
        <c:crosses val="autoZero"/>
        <c:crossBetween val="midCat"/>
      </c:valAx>
      <c:valAx>
        <c:axId val="488870000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one"/>
        <c:crossAx val="488869608"/>
        <c:crossesAt val="0"/>
        <c:crossBetween val="midCat"/>
      </c:valAx>
    </c:plotArea>
    <c:plotVisOnly val="1"/>
    <c:dispBlanksAs val="gap"/>
    <c:showDLblsOverMax val="0"/>
  </c:chart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/>
      <c:scatterChart>
        <c:scatterStyle val="lineMarker"/>
        <c:varyColors val="0"/>
        <c:ser>
          <c:idx val="0"/>
          <c:order val="0"/>
          <c:spPr>
            <a:ln w="28575">
              <a:noFill/>
            </a:ln>
          </c:spPr>
          <c:marker>
            <c:symbol val="x"/>
            <c:size val="10"/>
            <c:spPr>
              <a:ln w="25400">
                <a:solidFill>
                  <a:srgbClr val="C00000"/>
                </a:solidFill>
              </a:ln>
            </c:spPr>
          </c:marker>
          <c:xVal>
            <c:numRef>
              <c:f>'Sheet1 (2)'!$A$1:$A$20</c:f>
              <c:numCache>
                <c:formatCode>General</c:formatCode>
                <c:ptCount val="20"/>
                <c:pt idx="0">
                  <c:v>42.940038684719497</c:v>
                </c:pt>
                <c:pt idx="1">
                  <c:v>72.340425531914903</c:v>
                </c:pt>
                <c:pt idx="2">
                  <c:v>110.251450676983</c:v>
                </c:pt>
                <c:pt idx="3">
                  <c:v>195.357833655706</c:v>
                </c:pt>
                <c:pt idx="4">
                  <c:v>304.44874274661498</c:v>
                </c:pt>
                <c:pt idx="5">
                  <c:v>386.46034816247601</c:v>
                </c:pt>
              </c:numCache>
            </c:numRef>
          </c:xVal>
          <c:yVal>
            <c:numRef>
              <c:f>'Sheet1 (2)'!$B$1:$B$20</c:f>
              <c:numCache>
                <c:formatCode>General</c:formatCode>
                <c:ptCount val="20"/>
                <c:pt idx="0">
                  <c:v>45.173745173745203</c:v>
                </c:pt>
                <c:pt idx="1">
                  <c:v>137.83783783783801</c:v>
                </c:pt>
                <c:pt idx="2">
                  <c:v>234.362934362934</c:v>
                </c:pt>
                <c:pt idx="3">
                  <c:v>274.517374517375</c:v>
                </c:pt>
                <c:pt idx="4">
                  <c:v>291.50579150579199</c:v>
                </c:pt>
                <c:pt idx="5">
                  <c:v>303.08880308880299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0-EAA8-4C2E-BAF5-F87D91B645B7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488976528"/>
        <c:axId val="488976920"/>
      </c:scatterChart>
      <c:valAx>
        <c:axId val="488976528"/>
        <c:scaling>
          <c:orientation val="minMax"/>
          <c:max val="350"/>
          <c:min val="0"/>
        </c:scaling>
        <c:delete val="0"/>
        <c:axPos val="b"/>
        <c:numFmt formatCode="General" sourceLinked="1"/>
        <c:majorTickMark val="none"/>
        <c:minorTickMark val="none"/>
        <c:tickLblPos val="none"/>
        <c:crossAx val="488976920"/>
        <c:crosses val="autoZero"/>
        <c:crossBetween val="midCat"/>
      </c:valAx>
      <c:valAx>
        <c:axId val="488976920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one"/>
        <c:crossAx val="488976528"/>
        <c:crossesAt val="0"/>
        <c:crossBetween val="midCat"/>
      </c:valAx>
    </c:plotArea>
    <c:plotVisOnly val="1"/>
    <c:dispBlanksAs val="gap"/>
    <c:showDLblsOverMax val="0"/>
  </c:chart>
  <c:spPr>
    <a:ln w="28575"/>
  </c:spPr>
  <c:externalData r:id="rId1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/>
      <c:scatterChart>
        <c:scatterStyle val="lineMarker"/>
        <c:varyColors val="0"/>
        <c:ser>
          <c:idx val="0"/>
          <c:order val="0"/>
          <c:spPr>
            <a:ln w="28575">
              <a:noFill/>
            </a:ln>
          </c:spPr>
          <c:marker>
            <c:symbol val="x"/>
            <c:size val="7"/>
            <c:spPr>
              <a:ln w="15875">
                <a:solidFill>
                  <a:srgbClr val="C00000"/>
                </a:solidFill>
              </a:ln>
            </c:spPr>
          </c:marker>
          <c:xVal>
            <c:numRef>
              <c:f>'Sheet1 (2)'!$A$1:$A$20</c:f>
              <c:numCache>
                <c:formatCode>General</c:formatCode>
                <c:ptCount val="20"/>
                <c:pt idx="0">
                  <c:v>42.940038684719497</c:v>
                </c:pt>
                <c:pt idx="1">
                  <c:v>72.340425531914903</c:v>
                </c:pt>
                <c:pt idx="2">
                  <c:v>110.251450676983</c:v>
                </c:pt>
                <c:pt idx="3">
                  <c:v>195.357833655706</c:v>
                </c:pt>
                <c:pt idx="4">
                  <c:v>304.44874274661498</c:v>
                </c:pt>
                <c:pt idx="5">
                  <c:v>386.46034816247601</c:v>
                </c:pt>
              </c:numCache>
            </c:numRef>
          </c:xVal>
          <c:yVal>
            <c:numRef>
              <c:f>'Sheet1 (2)'!$B$1:$B$20</c:f>
              <c:numCache>
                <c:formatCode>General</c:formatCode>
                <c:ptCount val="20"/>
                <c:pt idx="0">
                  <c:v>45.173745173745203</c:v>
                </c:pt>
                <c:pt idx="1">
                  <c:v>137.83783783783801</c:v>
                </c:pt>
                <c:pt idx="2">
                  <c:v>234.362934362934</c:v>
                </c:pt>
                <c:pt idx="3">
                  <c:v>274.517374517375</c:v>
                </c:pt>
                <c:pt idx="4">
                  <c:v>291.50579150579199</c:v>
                </c:pt>
                <c:pt idx="5">
                  <c:v>303.08880308880299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0-FCD4-4F3B-8C87-754E33035A39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488977704"/>
        <c:axId val="488978096"/>
      </c:scatterChart>
      <c:valAx>
        <c:axId val="488977704"/>
        <c:scaling>
          <c:orientation val="minMax"/>
          <c:max val="350"/>
          <c:min val="0"/>
        </c:scaling>
        <c:delete val="0"/>
        <c:axPos val="b"/>
        <c:numFmt formatCode="General" sourceLinked="1"/>
        <c:majorTickMark val="none"/>
        <c:minorTickMark val="none"/>
        <c:tickLblPos val="none"/>
        <c:crossAx val="488978096"/>
        <c:crosses val="autoZero"/>
        <c:crossBetween val="midCat"/>
      </c:valAx>
      <c:valAx>
        <c:axId val="488978096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one"/>
        <c:crossAx val="488977704"/>
        <c:crossesAt val="0"/>
        <c:crossBetween val="midCat"/>
      </c:valAx>
    </c:plotArea>
    <c:plotVisOnly val="1"/>
    <c:dispBlanksAs val="gap"/>
    <c:showDLblsOverMax val="0"/>
  </c:chart>
  <c:externalData r:id="rId1">
    <c:autoUpdate val="0"/>
  </c:externalData>
</c:chartSpace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in"/>
          <inkml:channel name="Y" type="integer" max="25399" units="in"/>
          <inkml:channel name="F" type="integer" max="32767" units="dev"/>
        </inkml:traceFormat>
        <inkml:channelProperties>
          <inkml:channelProperty channel="X" name="resolution" value="4096.38672" units="1/in"/>
          <inkml:channelProperty channel="Y" name="resolution" value="5080.81592" units="1/in"/>
          <inkml:channelProperty channel="F" name="resolution" value="0" units="1/dev"/>
        </inkml:channelProperties>
      </inkml:inkSource>
      <inkml:timestamp xml:id="ts0" timeString="2011-10-10T02:50:50.538"/>
    </inkml:context>
    <inkml:brush xml:id="br0">
      <inkml:brushProperty name="width" value="0.05292" units="cm"/>
      <inkml:brushProperty name="height" value="0.05292" units="cm"/>
      <inkml:brushProperty name="color" value="#0000FF"/>
    </inkml:brush>
  </inkml:definitions>
  <inkml:trace contextRef="#ctx0" brushRef="#br0">5319 6498 6566,'0'0'544,"0"0"417,0 0 641,0 0 1088,0 0-672,0 0-897,0 0-480,0 0-33,0 0 1,0 0 64,0 0-321,0 0-64,0 0 129,0-20-225,0 20 0,0-20 64,0 0-128,0 0 32,0-19-128,0 19 97,0-20-97,0 20 128,0-19-96,19-2 32,-19 22-96,0-21 32,0 20-32,20-20 256,-20 20-128,0 0-32,0-19 1,20 19-97,-20 0 96,0 0 0,0-20-32,20 21 32,-20-1 0,0-20-64,20 20 0,-20-19 0,0 18 0,21-18 32,-21 19 0,18-20 0,-18 20 32,0-20-64,20 21 32,-20-21-32,0 20 33,21-20-98,-21 20 1,0-19 32,20 19-64,-20-20 128,20 1-32,-2-2-32,-18 2 33,21 19-1,-1-20-32,-20 1 32,20 18-64,-20-18 32,20 19 64,-20-20-64,19 20 128,-19-19-128,20 19-96,-20-20 480,20 20-256,-20-19-64,20-2-32,0 22 32,-1-21 64,1-1-96,-20 22 65,20-21-65,0 21 96,0-21-96,-1 20 0,1-20 0,0 20-32,-20 0 96,21 1-192,-1-21 192,-2 20-32,2 0 0,1-19 0,-1 18 0,0 2 32,-1-21 0,-19 20-96,20 0 64,-20 20-192,20-20-32,-20 0 32,0 20-32,20-20 96,-20 1 0,20 19 32,-1-21-32,1 2 0,0-1 96,0 0-64,21 1 64,-23-2-64,22 1 32,-19 1-33,17-1 66,-17 0-33,19 0 32,-20 0-129,19 0 162,1 1-130,-20-2 65,19 2 32,1-1-32,-20 0 0,19 0 0,-19 0 33,21 0-33,-3 0 0,3 1-33,-3-1 33,3-1 0,-1 2-32,-21-1 64,21 0-32,0 1 0,-1-2-64,-19 1 64,21 1-64,-3 19 128,-18-20-32,21 0-64,-21 20 32,19-20-64,1 0 128,-1 0-32,1 1-160,19 19 224,-19-20-96,1 0 0,-3 0 0,3 0 32,-3 0-64,3 20 32,-1-20 0,-1 1 0,21-1-32,-21 0 64,1 20-64,1-20 32,-3-1 96,3 2-192,-3-1 32,3 20 64,18-19 64,1-2-128,-1 1 96,-19 0-64,19 1 64,2-1-64,-23 0 128,23 0-192,-22 20 96,21-20-32,-21 0 32,21 1-64,-1 19 96,2-20-64,-2 0 32,20 20-32,0-20 128,1 0-160,20 20 256,-1-21-288,0 2 481,-20 0-577,0-1 288,0 20 0,2-20-32,-22 20-64,20-21 32,-19 21-64,-1-19 64,0 19-32,2-20-128,-23 20-385,-17 0-352,-21 0-1217,20 0-1953,-40 0-10155</inkml:trace>
  <inkml:trace contextRef="#ctx0" brushRef="#br0" timeOffset="33241.901">14410 4252 512,'-20'-20'609,"20"20"-225,0 0 32,0 0 417,-18 0-160,18 0-129,0-20-512,0 20-32,0 0 160,0 0 609,0 0 384,0 0 96,0 0 129,0 0-129,0 0-480,0 0-353,0 0 65,0 0 287,0 0 161,0 20-160,0-20-129,0 0-223,0 20-129,0-20-96,0 20-64,18-1-31,-18 2-33,0-2-32,20 2 96,-20-2 64,0 1 0,21 20 96,-21-20-63,20 0 31,-20 19-64,20-19-96,-20 20 64,20-20-32,-1 20 0,-19-21-31,20 21 63,0 0-32,-20-20-32,20-1 0,0 21 96,-20-19-32,19-1 65,-19 19-161,20-19 64,-20 0-32,20 20 160,-20-21-576,20 1 672,-20 0-480,20 0 192,-1 20 64,-19-20-192,20-1 32,-20 21 192,20-20-96,1 1 64,-21 18-64,20-19-64,-20 20 33,18-20-33,2 19 32,-20-20 0,21 22 128,-1-21-224,-20-1 96,0 1 32,20 0 0,-20 0 0,19 0 64,-19 0-64,20 0 0,0-1-32,0 1 32,0-20-64,-20 20-32,19 0 0,-19 1 192,20-2-128,-20 1 96,20-1 1,-20 1-33,20 1 0,-20-1 0,20-1-96,-1-19 0,-19 20 0,40-1 32,-40 2 0,20-21-32,1 20-32,-21-1 32,18-19 64,-18 20-64,20-20 32,-20 20 0,20-20 0,-20 20 0,21-20-64,-1 20 32,-20-20 96,20 20-192,-1-20 192,-19 0-128,20 19 0,0-19 64,-20 0-32,0 0 0,20 0 32,-20 0-64,20 0-32,-20 0 32,19 0-64,-19 0 160,20 0-160,-20-19 128,20 19-32,-20 0 128,20 0-192,-20 0 0,20-20 64,-20 20 32,0-20-64,19 20 64,-19-20-32,20 20-64,-20-20 32,0 0 64,0 20 0,0-19-32,0-1 32,0 20-32,0-21 0,0 2 64,0-1-32,0 1 64,0-1-192,0-1 160,0 21-32,0-20 0,20-19-160,-20 20 128,0-2 96,0 1 64,0 0-192,0-19 192,0 19 1,0 0-161,0-20 160,0 20-64,0 0-64,0 1 96,0-21-96,-20 19 0,20 2 0,0-20 32,0 19-64,0-20 0,-20 20 160,20 0 129,0 1-161,0-2 96,0 1-256,0 1 288,-19-2-96,19 2-96,0-1 0,0 0-64,0 0 128,0 0-96,-20 0-32,20 0 97,0 1-194,0-1 546,0 0-385,0 20 32,0-20-32,0 0-32,0 0 0,0 1-32,0-1-32,0-1 96,0 2-32,0-2 64,0 2-128,0-1 128,0-1 0,0 2 1,0-1-97,20 0 32,-20 1 64,0-2-128,0-18 96,19 19-64,-19-20 32,0 20 0,0-19 32,20 19-64,-20-20 0,0 1 0,0 18 96,0-19-96,20 21 64,-20-21-32,0 20 32,0 0-192,0-19 160,0 18-32,0 2 0,0-21-32,20 21-32,-20-22 160,0 22-128,0-21 32,0 20 32,0 0-32,0-19 0,0 18-32,21 2 0,-21-1 32,0-20-32,18 20 64,-18 0-64,0-19-32,20 19 64,-20-1 0,0 2-32,21-1 32,-21 0-32,0 1 0,20-2 0,-20 1 64,20 1-128,-20-1 64,18 20-64,-18-20 96,21 0-65,-21 20 65,20-20 0,-20 20-32,0 0 0,20-20-64,-20 20 128,20 0-32,-20-19-64,0 19 32,19 0-32,-19-20-32,20 20 32,-20 0 64,20 0 64,-20 0-160,20 0 64,-20 0-96,20 0 128,-20-20-96,19 20 96,1 0-96,-20 0 64,20 0-32,0 0-32,-20 20 31,21-20-63,-21 0 96,18 0 0,-18 20 192,20-20-256,0 0 96,1 0 0,-21 19 0,20-19 0,0 0 0,-20 0 96,18 0-128,-18 0 32,21 0 32,-21 0-32,0 0 0,20 20 64,-20-20-96,20 0 0,0 0 64,-20 0-64,19 0 32,1 0 32,-20 0 0,20 0 1,-20 0-33,0 0-33,20 0 33,0 0-32,-20 0 64,19 0-32,1 0 0,0 0-32,0 0 64,-20-20 1,21 20-33,-3 0 0,2 0-33,0 0 33,-20 0-32,21 0 32,-1 0 0,-2-19-128,-18 19 192,21 0-128,-1 0 96,0 0 32,0 0-160,-20-20 32,19 20 64,1 0 0,20 0-64,-20 0 96,-1 0-32,1-20 0,0 20 0,0 0 32,0-20-64,-20 20 96,19 0-64,1 0 0,-20-20 0,20 20-32,1 0 64,-1 0 0,0-20-32,-2 20 32,3-20-32,-1 20 0,0-19 32,0 19-64,-1 0 64,1-20 0,-20 20-32,20-20-32,0 20 64,0-20 65,-1 20-130,1-21 130,-20 21-65,20-19 0,0-1 0,0 20-32,-1-19-32,-19-2 96,20 21-128,0-20 32,1 0 96,-1 1-64,-2-1 32,-18 20 64,20-20-96,1 0 0,-21 20-96,20-20 224,-20 20-160,0-20 224,20 20-288,-20-19 64,19-1 32,1 0 32,-20 0 96,20 0 32,-20-1 0,20-17-160,-20 18 96,20-21 0,-20 22-63,19-21-1,-19 0-32,20 1-32,-20-1-1,20 0-31,-20 1 64,20 19-128,-20-20 160,20 21-160,-1-2 160,-19 21-64,20-19-32,-20 19 64,20-21-64,0 2 32,1 0 0,-3-2 32,2 1-96,1 20 512,-21-20-544,20 0 96,0 20-96,0-20 128,-1 20 0,1-19-64,0 19 128,0-20-128,0 20 64,19 0 0,-19-20-32,0 20 32,19 0 0,-19-20-32,0 20 0,0 0 64,1 0-128,-3 0-64,2 0 32,-20 20 64,21-20 96,-1 0-97,-20 20 1,20-20 32,-2 0 0,3 20 64,-1-20-32,0 0 32,0 19-128,-1-19 96,1 20-32,-20-20-32,20 20 160,0 0-256,0-20 128,-1 20-288,1 1 576,0-2-384,0-19 64,19 19 160,-19 2-192,0-21 32,1 19 64,-1-19 128,19 21-320,-19-21 224,-20 19 128,20-19-160,0 0-128,0 20 128,-1-20 0,1 20 0,0-20 0,0 20 96,0-20-288,-1 19 416,1 1-384,20 0 192,-19-20-96,-3 20 32,2 0 32,0 0 0,1-1 32,-1-19-64,-20 20 64,18 1-64,3-2 64,-1-19 160,0 20-384,0 0 256,-1-1-96,1-19 0,-20 21 160,20-1-192,0 0 64,0-1-96,-20-19 288,19 19-160,1 2 96,-20-1 0,20 0-32,20 0 96,-21 0-192,1-1-256,21 1 609,-21-20-353,0 20-32,-2 0-33,23 0 98,-21 0-33,0-1 32,19 1 0,-19 0-32,20 1 0,-1-2 0,1 1 0,-1-1 0,1 2 32,1-1 64,18 20-224,0-21 160,1 21 0,-1 0 0,1 0-64,-21-21 96,22 21-64,-2-20-32,-19 0-96,-20 0-321,-1-20-448,1 19-384,-20-19-801,0-19-3876,-20-1-5572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in"/>
          <inkml:channel name="Y" type="integer" max="25399" units="in"/>
          <inkml:channel name="F" type="integer" max="32767" units="dev"/>
        </inkml:traceFormat>
        <inkml:channelProperties>
          <inkml:channelProperty channel="X" name="resolution" value="4096.38672" units="1/in"/>
          <inkml:channelProperty channel="Y" name="resolution" value="5080.81592" units="1/in"/>
          <inkml:channelProperty channel="F" name="resolution" value="0" units="1/dev"/>
        </inkml:channelProperties>
      </inkml:inkSource>
      <inkml:timestamp xml:id="ts0" timeString="2011-10-10T03:23:08.802"/>
    </inkml:context>
    <inkml:brush xml:id="br0">
      <inkml:brushProperty name="width" value="0.05292" units="cm"/>
      <inkml:brushProperty name="height" value="0.05292" units="cm"/>
      <inkml:brushProperty name="color" value="#FF00FF"/>
    </inkml:brush>
    <inkml:brush xml:id="br1">
      <inkml:brushProperty name="width" value="0.05292" units="cm"/>
      <inkml:brushProperty name="height" value="0.05292" units="cm"/>
    </inkml:brush>
    <inkml:brush xml:id="br2">
      <inkml:brushProperty name="width" value="0.05292" units="cm"/>
      <inkml:brushProperty name="height" value="0.05292" units="cm"/>
      <inkml:brushProperty name="color" value="#0000FF"/>
    </inkml:brush>
  </inkml:definitions>
  <inkml:trace contextRef="#ctx0" brushRef="#br0">2102 4789 960,'0'0'1794,"0"0"-801,0 0 32,0 0 288,0 0 225,0 0-193,0 0-256,0 0 0,0 0-32,0 0-64,0 0 96,0 0-160,-18 0-160,18 0-129,0 0-255,0 0-129,-20 0-32,20 19-32,0-19-64,0 0 0,0 0 161,20 0-97,-2 0-96,23 0-96,17 0 64,3 0 32,18 0-192,-20 21-96,22-21-192,-2 0-705,-20 0-673,1 0-1089,-21 0-2594</inkml:trace>
  <inkml:trace contextRef="#ctx0" brushRef="#br0" timeOffset="2814.161">7642 3020 544,'0'0'2338,"0"0"-928,-21 0 736,21 0-385,0 0 193,-20 0-128,20 0-449,0 0-320,0 0-224,0 0-192,0 0-161,0-20-64,20 20 97,1 0-193,17 0-224,-17 0 32,19 0-32,-1 0-128,21 0 64,-20 0-96,-1 0-96,1 0 0,-1 0-32,-19 0 32,1 0-161,-1 0-191,0 0-33,-20-20-383,18 20-578,-36 0-1312,18-20-2820</inkml:trace>
  <inkml:trace contextRef="#ctx0" brushRef="#br0" timeOffset="3275.187">7840 2841 128,'20'0'9224,"-20"0"-8903,0 0 159,-20 0-320,20 0 161,-20 0 319,-20 0-320,21 20-287,-21 0-290,-1 0 129,3 0 64,17-1 96,-19 1-96,22-20 64,18 20 128,0 0 225,0 0 159,0 0 161,38-1-193,-18 1-160,21 0-159,18-20-1,-19 21 0,-1-21-160,1 0-481,-20 0-576,0 19-1569,-20-19-6343</inkml:trace>
  <inkml:trace contextRef="#ctx0" brushRef="#br0" timeOffset="4055.231">7761 5285 4772,'0'0'2979,"0"0"-1666,0 0 929,0 0-480,0 0-929,19 0 256,1 0-96,0 0-385,20 0-255,19 0-161,-19 0-160,19 0 0,2 0-64,-2 0-192,0 0-129,-19-19-63,0 19-321,-1-20-352,-19 20-320,0 0-705,-20 0-993</inkml:trace>
  <inkml:trace contextRef="#ctx0" brushRef="#br0" timeOffset="4429.253">7980 5107 1153,'0'0'9609,"0"0"-9289,-21 0-160,1 19 225,-20 2-289,1-2-64,-21 1-193,21 1 33,-1-2 64,-1 1 96,23 19 225,-2-18 255,20-1 193,20-1-225,-2 20 65,23-18-65,-1-1-352,-1 0-96,21-1-128,-21 1-256,1 0-1057,-20 0-2691</inkml:trace>
  <inkml:trace contextRef="#ctx0" brushRef="#br0" timeOffset="7009.4">13497 4888 8007,'0'0'1089,"0"0"865,0 0-288,0 0-866,0 0-447,0 20 223,0-20 289,0 20-192,0 0-33,0 19-95,0 1-353,0-20 128,0 20 33,0 20-257,0-21 32,0-18-192,0 18-96,0-19-321,0-1-352,0-19-992,20 21-1763,-20-42-4964</inkml:trace>
  <inkml:trace contextRef="#ctx0" brushRef="#br0" timeOffset="7321.418">13359 5027 14253,'-40'0'320,"40"-20"129,0 20 159,0 0 65,0 0 96,0-20-545,0 20-224,20 0 0,0-19 0,-1-1-160,1 20 544,20-20-704,-19 0 672,-3 0-352,2 20 0,-20-20 0,20 1-32,1 19 32,-21 0 32,20 0-128,-2 19 96,2-19 0,-20 40 32,21-20-32,-1 0-544,20 0-1506,-21-1-5221</inkml:trace>
  <inkml:trace contextRef="#ctx0" brushRef="#br0" timeOffset="10522.601">18679 3894 9096,'20'-19'1506,"-20"19"-802,0 0 481,0 0-224,0 0 128,0 0-224,0 0-416,0 19 255,20 21-63,-20 0 31,0 19-159,20 1-129,-20 19-224,20-19 1,-20 20-97,19-21-160,-19-19-385,20 0 33,0-1-385,-20-39-737,0 20-1152,20-20-2019</inkml:trace>
  <inkml:trace contextRef="#ctx0" brushRef="#br0" timeOffset="10775.616">18818 3875 15246,'0'0'833,"0"0"-1250,0 19 577,20 1 353,0 20-65,-1 0 33,-19 20-257,20-1-128,0 0-32,-20 1 0,20 20-64,-20-40-256,21 19-321,-21-39-127,0 0-257,18 0-448,-18-20-1442,0 0-2274</inkml:trace>
  <inkml:trace contextRef="#ctx0" brushRef="#br0" timeOffset="11107.635">18660 3974 16463,'-20'-40'320,"20"40"-127,20-20-193,-1 0-64,21 1 96,19 19 480,21 0 65,-1 0-193,0 0-320,-20 19-128,2 21 0,-22 0-96,-39-1-225,20 2 129,-40 18 160,1-19 96,-1-21 64,-20 1 32,19 20 128,3-40 193,-2 20-289,20 0-160,0-20 224,20 19-160,19-19 32,-19 21-320,20-21-289,-1 19-127,1-19-289,-20 21-961,19-21-3011</inkml:trace>
  <inkml:trace contextRef="#ctx0" brushRef="#br0" timeOffset="11619.664">19334 3616 14093,'0'0'160,"0"20"-544,20-1 480,-20 22 32,0-2-96,0 1 32,-20 0-64,20-20-64,0-1 32,20-19 64,-20 0 480,0-19-159,0-1-257,0 0-32,0-20 0,19 0-64,-19 1 0,20 18-32,-20-18-32,20 39-32,1-20 32,-21 40 64,20-20 0,-20 20 96,0-1 0,20 22-64,-20-22 32,0 1-64,18-20 0,-18 20 64,21-20 224,-21 0 33,20-20-161,0 0-64,0 1-64,-20-1 64,19-1 288,1 21-95,-20 0-321,20 0 64,0 21 224,-20-1 64,20-1-32,-1 21-224,1 0-128,0 0-1089,0 0-3459</inkml:trace>
  <inkml:trace contextRef="#ctx0" brushRef="#br0" timeOffset="17097.978">4882 6299 12043,'0'39'705,"0"-18"-449,0 18 0,0 1 128,0 0-159,0-20-33,20 19 0,-20-39-64,0 0 160,0 0 289,20-20-257,-20-19-256,0-1-160,0 0 64,19 1-32,-19-1 64,0 20-64,20 0-96,-20 1 64,20 19-96,0 0 31,-20 19 65,21 1 96,-3 0 0,-18-1 0,20 2-32,0-1 32,-20-20-64,0 0 224,0 0 97,0-20-161,0 20-128,0-21-224,21 2-97,-1 19 193,-20-20 64,18 20 96,3 0 256,-21 20 257,20-1-1,0 2-160,0 18-127,-20-19-161,19 20-32,1-20-64,-20 0-545,20-20-736,-20 19-1538,0-19-4163</inkml:trace>
  <inkml:trace contextRef="#ctx0" brushRef="#br0" timeOffset="17306.989">5358 6279 7623,'20'20'7815,"0"-20"-7687,0 20 641,1-20 352,-3 19-673,23 2-223,-21-1-129,18-1-96,3-19-513,-1 20-448,-21-20-640,1 0-1922,0 0-6279</inkml:trace>
  <inkml:trace contextRef="#ctx0" brushRef="#br0" timeOffset="17456.998">5637 6260 14061,'-40'39'288,"-1"-19"577,23 20 704,-22-1-736,19 1-320,1-20-417,2 0-705,18 19-1409,18-39-3107</inkml:trace>
  <inkml:trace contextRef="#ctx0" brushRef="#br0" timeOffset="17934.025">6073 6100 7142,'-20'-20'4068,"20"20"-3075,0 0 288,0 20-416,-19 20-64,19-1-32,0 1-225,0 20-352,0-20-64,19 0-160,1-1-128,0 1-512,0-20-706,19 0-576,-19 0-1120,0-20-3044</inkml:trace>
  <inkml:trace contextRef="#ctx0" brushRef="#br0" timeOffset="18237.043">6232 6299 1473,'21'60'10602,"-21"-40"-10538,0-1 320,0 21 705,0-20-928,0-20 31,18 20 192,-18-20 65,0-20 287,0 20-448,0-40-191,20 20-65,-20-19-64,0 18-161,0 2-63,20-1 160,-20 0 64,21 20 160,-1 0 224,-2 0 97,-18 20 63,21 19-191,-1-18-161,-20 18-96,20 1-128,0-20-577,-20 0-800,19 0-2082,-19-20-7368</inkml:trace>
  <inkml:trace contextRef="#ctx0" brushRef="#br0" timeOffset="18411.053">6530 6338 11050,'20'21'4324,"-1"-21"-4100,1 0 801,0 0-288,0 0-353,19 0-224,-19 0-192,0 0-961,0 0-1761,1 0-3716</inkml:trace>
  <inkml:trace contextRef="#ctx0" brushRef="#br0" timeOffset="18584.063">6629 6239 14573,'-20'40'673,"20"0"-449,0-21 1057,20 22-192,-20-2-576,20-19-481,-1 0 64,1 0-288,0 0-481,-20-1-1024,20-19-3781</inkml:trace>
  <inkml:trace contextRef="#ctx0" brushRef="#br0" timeOffset="18793.074">6848 6239 9064,'0'21'8680,"0"-2"-8872,0-19 641,0 20 640,18 19-641,-18-18-160,21 18-192,-21-19-160,20 20-640,0-20-514,0 0-1184,-20-20-3940</inkml:trace>
  <inkml:trace contextRef="#ctx0" brushRef="#br0" timeOffset="19016.087">6927 6060 14573,'20'-20'2723,"-1"20"-2595,1 0 929,0 20 0,20 0-64,-1 20 0,1 0-673,1 0-416,-23 20-224,2 18-1186,1-18-1152,-21 0-4645</inkml:trace>
  <inkml:trace contextRef="#ctx0" brushRef="#br1" timeOffset="32943.884">3432 9776 10249,'0'-19'1474,"0"-1"-33,0 20 32,-20-20-384,2 20-320,-23-20-224,21 20-289,-19 20-192,-1 0 0,0 19 64,1 1-128,-1 20 64,1 19-64,19 21 32,0-21 0,0 21 0,40-21 0,0 1 32,39-21 32,1 21-64,-1-41 33,20 1-33,0-20 0,2-20 128,-2-20 64,-20 1-32,20-22-32,-19-18-32,-1 19-96,-18-19 161,-1-1-129,-21 0 0,-19 1 64,0-1-128,-19-20 32,-21 21-96,-1-21-32,-18 21 64,-1 19 224,-19 0 64,0 20-128,20 1 32,-22 19 193,2 19-321,20 21-64,-1 0-128,41-1 64,-1 1-1,20 0 33,20 0-32,19 0 96,-19-1-32,20-18 96,19 18-160,0-19 96,-18-1-128,18-19-64,1 21-641,-21-21-1281,21 0-2754</inkml:trace>
  <inkml:trace contextRef="#ctx0" brushRef="#br1" timeOffset="33154.896">4287 10035 18961,'59'0'-64,"-19"0"353,-1 0 351,1 0-223,0 0-289,-1 0-96,1 0-865,-19 0-1025,-21 20-1409,0-20-6950</inkml:trace>
  <inkml:trace contextRef="#ctx0" brushRef="#br1" timeOffset="33282.903">4386 10234 17136,'39'39'288,"1"-39"-160,0 0 160,19 0 385,-18 0-257,-3 0-736,3 0-1698,-21 0-4804</inkml:trace>
  <inkml:trace contextRef="#ctx0" brushRef="#br1" timeOffset="34517.974">5676 9319 12491,'-20'-20'321,"20"40"-385,-19 0-33,-1 20 418,-20 20 1216,19 39 1,-17 1-577,-3 19-385,21 19-127,2 2-33,-3-1-192,21-40-32,21 0-31,-3-39-129,2 0 0,21-20-32,-3-1-513,3-18-544,-21-2-1217,0 1-3395</inkml:trace>
  <inkml:trace contextRef="#ctx0" brushRef="#br1" timeOffset="35016.002">6253 9737 15246,'-21'0'576,"21"0"-479,21 20 1184,-3-1 32,22 21-96,19 20-224,-18-20-160,18 19-321,21 1-95,-21-1-225,0 1-128,22-21-160,-2-18-481,-20-1-512,1-1 96,-21-19-256,1 0-865,-20 0-2018,-20-19-4708</inkml:trace>
  <inkml:trace contextRef="#ctx0" brushRef="#br1" timeOffset="35196.012">6749 9776 15150,'-21'40'1537,"1"-20"-1345,20 39 321,-20 1 800,-19 0-32,19 19-384,0 1-640,-20-40-161,40 19-353,-19-39-736,19 0-224,19 0-1313,1-20-4581</inkml:trace>
  <inkml:trace contextRef="#ctx0" brushRef="#br1" timeOffset="35557.033">7146 9458 14541,'-21'0'1506,"21"0"-1378,21 0 512,17 0 129,3 0-32,17-19-193,3 19-383,18-21-161,-39 21-225,19 0-896,-18 0-1537,-23 0-6439</inkml:trace>
  <inkml:trace contextRef="#ctx0" brushRef="#br1" timeOffset="35701.042">7443 9478 9961,'-20'60'5541,"0"-20"-5381,20-1 0,20 1 225,-20 0-129,0 0-160,0-1-224,20-19-1377,-20 20-2851</inkml:trace>
  <inkml:trace contextRef="#ctx0" brushRef="#br1" timeOffset="36154.067">7919 9737 6886,'0'-20'8648,"0"20"-8199,0 20-33,20-20 641,21 20 0,-3 19 160,3-19-192,-3 20-448,23 20-321,-2-21 481,1 1-353,-21 0-320,21-1-32,-1 2 128,-18-2-320,-3-19-32,3-1-417,-2 2-448,-39-21-384,20 0-545,-20 0-1441,0 0-7303</inkml:trace>
  <inkml:trace contextRef="#ctx0" brushRef="#br1" timeOffset="36437.084">8555 9657 14541,'0'0'1281,"-20"0"-1345,-1 40 353,1-20 800,-18 39 288,-3 1-384,2-1-128,-21 21 96,-19 0-289,39-1-223,-19-20-353,18 1-32,23-20-288,-2 0-257,20-20-191,-20-1-257,20 2 0,0-21-929,0 0-1729,0 0-7368</inkml:trace>
  <inkml:trace contextRef="#ctx0" brushRef="#br1" timeOffset="37806.162">16733 9041 8263,'-19'-40'2210,"19"20"65,-20 1-738,20-2-224,0 21-128,0 0-128,0 0-224,20 0-256,-20 0-33,19 21 129,21-2 0,0 41-161,-21-1-32,21 21-127,21 0-65,-22 19 0,1 0-192,-20 1 129,-1 19-1,1-20 96,0 1-160,-20-21 65,0 21-225,-20-40 96,-19-1-32,19 1 0,-20-21-321,1 1-639,-1 0-578,-1-21-640,21 2-1089,1-2-8712</inkml:trace>
  <inkml:trace contextRef="#ctx0" brushRef="#br1" timeOffset="38139.181">17111 8941 17456,'-40'-19'1249,"20"-1"-608,20 20 288,0 0 288,0 0-128,20 0-577,0 0-95,39 0-129,-19 0-224,19 0-64,-19 0 32,19 0-128,-18 0-384,18 0-802,-19 0-383,0-20-385,-21 0-2370</inkml:trace>
  <inkml:trace contextRef="#ctx0" brushRef="#br1" timeOffset="38319.191">17727 8544 15534,'18'0'1794,"-18"20"-1538,0 0 1057,0 0 161,0 20-257,0 0-641,20 19-319,-20 1-225,21 19-417,-21-20-800,20 1-1057,-20 0-2530</inkml:trace>
  <inkml:trace contextRef="#ctx0" brushRef="#br1" timeOffset="38940.226">18381 9359 17232,'-20'0'833,"20"0"-705,20 0 640,0 20 514,20 19 31,39 21-160,-20-21-673,41 42-127,-1-22-1,0-19-128,0 20-31,0-21-97,1 1-64,-40-20-257,-1 0-287,-19-1-417,-20-19-672,-1 21-257,-38-21-352,-1-21-4260</inkml:trace>
  <inkml:trace contextRef="#ctx0" brushRef="#br1" timeOffset="39177.24">19175 9260 18737,'-39'19'353,"-1"1"-385,1 40 480,-2-21 609,-17 41 320,-3 0-608,-18 19-577,20 20-64,-1-39-224,21-1 0,19-19-577,0-40-736,20 20-288,20-40-674,0 0-1953</inkml:trace>
  <inkml:trace contextRef="#ctx0" brushRef="#br1" timeOffset="39452.256">19434 9041 9577,'-21'0'5573,"21"-20"-4612,0 20 288,21-20-128,-1 20-64,18 0-384,23-20-321,-2 1-96,1 19-160,-1-21-128,-19 21-160,-21-19-769,-19 19-640,0 0-2884</inkml:trace>
  <inkml:trace contextRef="#ctx0" brushRef="#br1" timeOffset="39617.265">19592 8981 14093,'0'60'2274,"0"-40"-416,0 19 224,20 21-481,-20-20-704,0 20-545,20-21-320,-20 21-256,20-1-1025,0-19-1345,-20 19-2499</inkml:trace>
  <inkml:trace contextRef="#ctx0" brushRef="#br1" timeOffset="40310.305">20148 9657 15086,'0'-19'1793,"0"-2"-1664,20 21 31,-20 0 416,-20 0 161,20 0-449,-20 40 33,0 0-482,20 0 674,0 19-65,20 1 1,0-21-321,19 1-64,1 0 96,21-20 96,-22-20-63,21 0 31,-21-20 0,1 0 160,-1-19 33,-19-1-161,0 0-32,0 20-32,-20-20-288,0 1 96,0 19-256,-20 20-32,20 20-161,0 19 417,-20 21 160,20-1-32,0 21 65,0 0 127,0-1-256,0 1 64,0-21-64,20 1-32,-20-21 64,-20 1 96,20 0 0,-39-20 289,-21 0-1,1-1-224,-2-19-63,-18 0-322,0 21-1120,0-21-1345,-1 0-1154,-20 0-9288</inkml:trace>
  <inkml:trace contextRef="#ctx0" brushRef="#br1" timeOffset="44779.56">1270 10214 9384,'-61'0'4709,"21"0"-4421,21 0 0,-1 0 129,20 0 287,0 0 193,0 20 32,20-20-288,19 19-225,22-19-160,18 20-31,20-20-65,0 0-32,20 0-128,1-20-192,-21 20-609,-20 0-672,-40 0-1795,1 0-3714</inkml:trace>
  <inkml:trace contextRef="#ctx0" brushRef="#br1" timeOffset="45031.575">1805 10094 13164,'-39'0'641,"39"0"-161,0 0 481,39 0 288,1 0-64,19 0-288,40 21-513,-18-21-95,18 19-385,-20 1 128,-20 0-64,-19-1 32,-20 2-64,-20-1 64,0-1 256,-40 1-64,0 20-96,-19 0 64,-20 0-192,18-1-320,23 1-1442,-23-20-3875</inkml:trace>
  <inkml:trace contextRef="#ctx0" brushRef="#br1" timeOffset="48835.792">2064 7769 800,'-21'20'13453,"21"0"-13485,0-20 96,0 0 352,21 0 225,17 20 224,23-20-321,-2 0-223,1 0-225,-1 0-96,0 0 64,1 0-64,-21 0-288,1 0-1026,1 0-1216,-41 0-1442,18 0-1857</inkml:trace>
  <inkml:trace contextRef="#ctx0" brushRef="#br1" timeOffset="49100.808">2440 7730 7879,'-20'-20'4676,"20"20"-4419,20 0-257,0 0 961,19 0 288,1 0-449,19 0-415,2 0-289,-22 0-32,21 0 96,-21 20-32,-19-20-128,20 19-32,-40 1 0,20 0 32,-40 0 192,0 0 65,-20 0-33,1-1-96,-1 21 0,-19-20-128,19 20-160,-19-21-1249,18 22-2339,3-22-8007</inkml:trace>
  <inkml:trace contextRef="#ctx0" brushRef="#br2" timeOffset="61907.54">11175 6260 6694,'-20'-41'1121,"20"41"1634,0-19-609,20 19-929,-20 0-385,40 0 225,19 0-256,2 0-96,-3 19-193,1 1-448,2 20 65,-2 19-97,-19 1 0,-1 0 0,-19 19-128,-20-19-193,-20-20 161,1 0 192,-1 0-96,-20-21 192,1-19-96,-1 0-32,-1 0-64,3-19 0,-3-2 96,21-19-256,20 21 224,0 0-96,20 19 0,21-21 64,-3 21 192,3 0 33,-1 21-1,19-2-96,0 0-160,-19-19-96,0 21-481,-1-2-832,-39 2-1826,0-21-5157</inkml:trace>
  <inkml:trace contextRef="#ctx0" brushRef="#br2" timeOffset="62410.569">10738 7054 14862,'-19'0'1569,"19"0"-1024,19 0 95,21 0-63,19 0 159,21-20-223,20 20-257,18-20-160,21 20-64,-20 0 64,40-20-96,-20 20-32,1-20-64,18 20-64,-39-19 192,1-1-32,-1 20 0,-40-20-256,-40 20-96,1 0 127,-40 0 1,0 0-160,-20 0-769,-19 0-1826,-1 0-3043</inkml:trace>
  <inkml:trace contextRef="#ctx0" brushRef="#br2" timeOffset="62837.593">10976 7312 14221,'0'0'128,"21"0"-288,-1 20 544,18 0 225,3 19 160,18-19-385,1 20-320,-21 19-96,1-18-128,-20 18 96,-20-19 32,0-20 64,0 20 64,-40-20 288,1-20 513,19 19-481,-20-19-223,0-19-129,1-1-32,19 0-64,20 0-32,-21 0-64,21 20 63,21-21-159,-1 21 224,0 0 160,-1 21 97,21-1-129,0-20-64,-1 20-256,1 0-737,1 0-1217,-3-20-2467</inkml:trace>
  <inkml:trace contextRef="#ctx0" brushRef="#br2" timeOffset="63247.617">11651 7411 15919,'-19'-20'448,"-1"20"-416,0 20 352,-20 0 193,21 0 96,-1 20-33,20-1-416,0 1-63,20 19-161,-1-38 0,21 19 32,0-20-193,19 0 1,-19-20 160,19 0 96,-18-20-160,-3 0 128,3 0-128,-21-21 128,-2 22-32,-18-21-160,-18 21-224,-22-22-64,-19 22-129,-2-21 161,-18 20 320,20 0 224,-21 20 288,21 0 33,18 20-193,3 20-64,38-20-64,0 19 32,20-18-31,39-2-65,0 2-128,1-2-225,19-19-159,0 0-257,-18 0-608,-23 0-2787</inkml:trace>
  <inkml:trace contextRef="#ctx0" brushRef="#br2" timeOffset="63478.63">12128 7650 15086,'59'80'512,"-18"-41"-127,-21 1 800,-20 19-288,0-19-289,0 0-320,0-1-448,-20-18 320,-1-1 353,-19-1-161,21-19-352,-21 0-736,20-19-802,-19-22-640,19 22-1954</inkml:trace>
  <inkml:trace contextRef="#ctx0" brushRef="#br2" timeOffset="63601.637">12049 7530 13388,'59'0'4260,"-19"0"-4292,-21-20 96,1 20-416,0 0-1346,-20 0-4355</inkml:trace>
  <inkml:trace contextRef="#ctx0" brushRef="#br2" timeOffset="64035.662">13001 6637 11210,'-20'-19'1858,"20"19"-513,0 0-160,20 0-384,0-21 224,21 21-384,-3-20-225,23 20-224,-2-20-128,-19 20-96,-1-20-416,1 20-1282,-20 0-2754</inkml:trace>
  <inkml:trace contextRef="#ctx0" brushRef="#br2" timeOffset="64257.675">13200 6637 13388,'0'59'801,"20"-38"224,0 38-128,0-19-417,19-1 33,-19 1-193,20 0-224,-21-20 0,-19 19 96,20-19 289,-20 20-1,-20-20-95,-19-20-129,-1 19 0,-19-19-288,-2 21-64,3-21-352,17 0-353,2-21-705,-1 21-1408,40-19-2756</inkml:trace>
  <inkml:trace contextRef="#ctx0" brushRef="#br2" timeOffset="64503.689">13617 6637 15630,'0'-19'1249,"0"-2"-1152,0 21 511,0 21-288,-21-2 321,21 0 160,0 21-193,-20 20-223,20 0-161,0-1-224,20 1 0,1-21-192,-1 21-449,0-20-256,19 0-288,-19 0-384,0-21-2307</inkml:trace>
  <inkml:trace contextRef="#ctx0" brushRef="#br2" timeOffset="64913.712">13914 6816 16111,'-20'0'352,"20"20"-416,-18 19 384,18 1 65,0 0 159,0 19-191,0-19-225,18 20-288,22-20-289,-19-21 129,17 1-1,3 0 193,-1-20 64,-1-20 0,1 0 64,-1 1 64,1-21 0,-20 0 161,-20 20 63,0-20-96,-20 0-96,0 21 96,-39-21-32,-1 40-95,1 0-33,0 0 0,-2 0 64,23 20-128,-3-20-257,41 20 417,20-1-256,1 1 64,17 0 32,3-20-64,18 20 32,1-20-192,-1 0-257,0 0-223,-19-20-930,-20 20-928,0-20-3973</inkml:trace>
  <inkml:trace contextRef="#ctx0" brushRef="#br2" timeOffset="65173.727">14252 6557 12908,'59'20'1922,"-39"0"-641,39 20 609,-18 19-385,19-19 257,-1 20-449,-19-20-576,-1 19-545,1 1-192,-40 19 96,0-20-224,0 2-385,-40-22-288,1 21-608,-1-21-256,-19 1-834,-1 0-4355</inkml:trace>
  <inkml:trace contextRef="#ctx0" brushRef="#br2" timeOffset="66522.804">15285 6855 15438,'-41'20'1666,"21"-20"-673,20 0-545,20 0-128,21 0 65,-2 0 191,21 0-287,19 0-450,-20 0 418,22 0-482,-22 0-191,-1 0-385,-17 0-736,-21-20-1410,0 20-2818</inkml:trace>
  <inkml:trace contextRef="#ctx0" brushRef="#br2" timeOffset="66666.812">15384 6994 12523,'-79'60'1089,"79"-40"-768,0-20 511,19 19-63,21 2-128,19-21-97,-19 0-384,19 0-608,1-21-833,-21 21-2082,2-19-5253</inkml:trace>
  <inkml:trace contextRef="#ctx0" brushRef="#br2" timeOffset="67099.837">15423 6478 6790,'-19'-40'961,"-1"0"-224,0 21-193,0-1 225,0 20 0,1-21-97,-1 21 97,0 0-321,-1 21 193,1-21 128,20 20-97,-20-1-255,20-19-321,20 20 32,0 0-96,1 0 96,-1 0-128,19 19-96,1-19 64,-20-20 64,-20 20-32,0 0 64,0-20 64,-20 20 192,0-20-127,0 21-97,-19-21-32,19 0-192,-21 0-609,21 19-1697,20-19-3428</inkml:trace>
  <inkml:trace contextRef="#ctx0" brushRef="#br2" timeOffset="67402.855">15463 6577 6053,'20'0'6695,"-20"0"-6792,20 0 258,-1 0 223,-19 0 161,20-20 191,0 0-351,0 0-289,1 20-64,-3-19 96,-18-1 96,0 20 160,-18-20-288,-3 20-160,1 0 32,0 0 0,0 20 0,1 0 0,-1 19 32,20-19-64,0 0 32,20 21-64,-1-22-192,41-19-225,-21 19-31,22-19-97,-23-19-512,23 19-993,-41-40-1537</inkml:trace>
  <inkml:trace contextRef="#ctx0" brushRef="#br2" timeOffset="67589.865">15840 6260 11723,'-39'-21'1377,"19"21"-1217,20 21 288,0-2 289,0 21 384,0 0-352,0 19-513,20-19-192,-1 19-320,-19 1-96,20-19 127,0-3-191,0-17-801,-20-2-1345,20-19-2115</inkml:trace>
  <inkml:trace contextRef="#ctx0" brushRef="#br2" timeOffset="67726.873">15741 6537 16079,'0'0'512,"20"0"-352,0-20 193,19 20-257,1 0-64,19 0-64,-19 0-865,1 0-2466,-3 0-8681</inkml:trace>
  <inkml:trace contextRef="#ctx0" brushRef="#br2" timeOffset="68151.898">16455 6816 7334,'41'-40'6855,"-21"20"-6695,-20 0 192,0 1 33,-20-2-257,-1 21 224,-19 0-96,1 21-223,-1 18-33,1 1 192,19 0 0,0 19-128,20 1-128,20-1-256,19 1-97,1-20-223,39 0-385,-18-40 640,-2 19 321,20-38 384,-19-2 353,-21-19 192,1 1 416,-20-21 225,-20 21-481,0-21-289,-40 1-255,0 19-289,-19 0 0,0 1-128,-22 39-320,22 0-1314,1 0-1985</inkml:trace>
  <inkml:trace contextRef="#ctx0" brushRef="#br2" timeOffset="69565.979">17607 6915 11146,'0'-20'1666,"0"20"-737,20-20 416,-1 0-576,1 1-161,20-1 129,-1 0-225,2 0-95,-1 0-161,-20 0-64,-1 20 0,-19 0-192,0 20 32,0 20 0,0 0-64,0-1 0,0 1-160,0 0-32,20-21 128,0 1 64,20-20 128,-1 0-64,21-20 0,-21 1-32,1-1 32,-1-20 0,-19 20 64,1 0-128,-1 1 32,-20-1-64,20 20-96,-20 0 0,0 20 160,0-1-96,0 1-33,0 20 226,18-20-129,3 0-97,-1-1 33,20 1 0,-21-20 96,21 0 32,0 0-32,-21-20 128,1 20-128,0-19 0,0 19-96,-20-20 96,0 20-64,0 0-224,21 0 384,-21 0-128,18 20 96,-18-20 0,20 19-64,21-19 32,-21 20 64,0-20 160,-1 0 1,1 0 31,0-20-224,-20 20 577,0 0-289,0 0-160,0 0-288,0 0-64,0 20 64,20-20-32,-20 20-64,20-20-65,-1 20 161,1-20-384,20 20 63,-20-20-63,-1 0-1858,1 0-6983</inkml:trace>
  <inkml:trace contextRef="#ctx0" brushRef="#br2" timeOffset="70554.035">19255 6895 10537,'0'-20'2563,"0"0"-1218,0 20-288,0 0-448,19 0 31,21 0-63,0 20-193,-1 0 33,22 0-161,-23 20 32,3 19-96,18-19-192,-39 20 96,0-1-96,0 1 129,-20-1-65,-20 21 64,0-41 32,-39 21-160,-2-1 288,3-19-192,-22 0 193,0 0 31,-19 0-96,40 0-224,-20-1 0,18-19-128,22 0-256,-1 0-129,20-20-320,1 0-448,-1 20-577,0-20-512,0 0-1377,0 19-4934</inkml:trace>
  <inkml:trace contextRef="#ctx0" brushRef="#br2" timeOffset="70901.055">18660 7670 12619,'19'-20'1218,"-19"20"-1122,20-21 32,-20 21-96,0 21 416,-20-1 257,20 20-193,-39-1-223,19 21 159,-21-20 129,21 19 287,2-19-31,-3-1-256,21-18-1,0 18 65,21-19-129,-3-20-191,43 20-225,-2-20-64,1 0 32,19 0-96,20 0 64,-20 0-64,0 0-128,-18 0-1474,-22 0-960,-39 0-4004</inkml:trace>
  <inkml:trace contextRef="#ctx0" brushRef="#br2" timeOffset="86239.932">9488 9876 12587,'-20'0'1218,"0"0"-322,20 0 546,0 0-1,0 0-384,0 0-544,20 0-225,0 0 224,0 0-63,19 0 31,-19 0-127,39 0-97,-19 0-160,1 0 32,18-20-32,-39 20-352,19 0 480,-19-20-512,0 20 32,0 0-513,-20 0 64,0 0-672,-20 0-353,0 0-1088,0 0-1763,1 0-4291</inkml:trace>
  <inkml:trace contextRef="#ctx0" brushRef="#br2" timeOffset="86442.943">9646 9638 10794,'0'19'2306,"0"1"-2114,0 0 1185,0 0 289,20 20-449,-20-1-576,21 1-513,-1 0 128,-20 0-192,18-1-224,2 1-577,-20 0-480,21-20-3683</inkml:trace>
  <inkml:trace contextRef="#ctx0" brushRef="#br2" timeOffset="88029.035">10679 9677 9705,'0'0'1986,"0"0"-737,-20 0 544,20 0-800,-21 20-256,3 0-385,-2 20-127,-21-21-129,3 21 64,17 0 160,-19-1-32,20-18-127,-19-2-1,19 1-64,0 0-160,0-20 32,20 0-353,0 20-672,0-20-512,0-20-449,20 20-2915</inkml:trace>
  <inkml:trace contextRef="#ctx0" brushRef="#br2" timeOffset="88360.053">10480 9379 10826,'0'-40'1377,"0"40"-96,0-20-352,20 20 0,-20 0 96,0 0-96,21 20-192,-3 0-1,2 0-31,21 40-193,-3-21-31,-17 21-193,19 0-160,-1-1 96,1 1-95,0-1 31,-21-19-224,21 0 32,-20-1-128,0 1-289,-20-20-256,19 0-223,-19-20-514,0 20-1120,0-20-3332</inkml:trace>
  <inkml:trace contextRef="#ctx0" brushRef="#br2" timeOffset="89746.133">11592 8524 5669,'0'0'1185,"-20"0"1025,20 0-512,0 0-97,0 0-159,0 0-417,20 0 64,0 0-257,19 0-383,21 0-97,-21 0-96,1 0-192,1-19 0,-3 19-192,-17 0-320,-1 0-801,-20 0-1346,0 19-2209</inkml:trace>
  <inkml:trace contextRef="#ctx0" brushRef="#br2" timeOffset="90538.178">11513 8604 4836,'0'19'224,"0"-19"769,0 0 288,0 0-127,20 0 351,-20 0-96,19 0-320,-19 0-128,0 0-192,20 0-32,-20 21-193,0-2-127,0 2-33,0-2-32,0 1-128,0 20-31,0 0-1,0-1 0,20 1-32,-20 19-64,20 1 96,-20 0-63,20 0-33,-20-1 0,19 1 64,-19-1 64,20 1 96,-20-1-159,0 21 63,20-20-128,-20 20 96,0-21 0,0 20-32,0 1-128,0-1-32,0 1-224,0-21 480,0 1-95,-20-1-161,20 1 128,0 0-64,0-20 32,0 0-128,0 19 0,0-19 192,0 0-64,0 20-192,0-21 192,0 0-96,0 2 160,0-2-128,-20 1-128,20 0 128,0-1 0,0-19 0,0 20 64,0-20 0,0 0-128,20-1 64,-20 21 32,0-20-96,0 1 161,0-2-161,0-19 96,0 20 0,0-20 192,0 0 64,0 0-96,0 0 161,0 0-257,0 0-64,0 0-32,0 0 64,0 0-128,0 0 32,0 0 96,0 0 0,20 0 0,-20 0 129,0 0-33,20 0-160,0 0 128,-1 0-224,21 0 64,1 0-96,-23 0 160,23 0-320,-1 0-1,-1 0 65,1 0-64,-20 0 64,0 0-545,-20 0-384,0 0-577,0 0-3234</inkml:trace>
  <inkml:trace contextRef="#ctx0" brushRef="#br2" timeOffset="92125.269">12266 8822 1,'0'-19'9159,"0"19"-8102,-18 0 769,18-20-481,0 20-224,-20-20 0,20 20-96,-21 0-352,21 0-289,0-20-95,-20 20-257,0 20 64,20-20-160,-19 40 0,-1-21 96,20 1 0,0 20 0,0-20 32,20 19 0,19 1 0,2 0-32,-3-20 32,3 0-32,18 0 64,-19-20-96,19 0 64,1-20 128,-21 0-96,1 0 129,1-20 159,-23 21 321,-18-21-1,0 20-95,-18-20-33,-23 0 1,1 1-129,1 19-95,-21-20-1,21 20-192,-21 20-128,21 0-128,-2 0-32,3 20-801,18 0-961,20 20-352,0-20-1505,20 19-8329</inkml:trace>
  <inkml:trace contextRef="#ctx0" brushRef="#br2" timeOffset="92752.305">13121 9220 5733,'0'0'7655,"0"-20"-7206,0 20 832,0 0-96,0 20-256,20-20 160,-20 20-128,0 0-96,0 19-353,0 1-64,0 0-319,20-21-33,-20 22-96,0-2 64,0-19-128,0-1-577,0 2-320,0-1-640,18-20-994,3 0-5989</inkml:trace>
  <inkml:trace contextRef="#ctx0" brushRef="#br2" timeOffset="93209.331">13696 9638 11114,'20'0'1505,"-20"0"417,0 0-288,0 0-513,0 19-128,0 21-32,0-20-321,0 20-127,0-1-65,0 1-159,0 0-97,0 0-192,0-21 0,0 21-32,0-20-385,0 0-480,20-20-704,-20 0-1442,0 0-7463</inkml:trace>
  <inkml:trace contextRef="#ctx0" brushRef="#br2" timeOffset="93648.356">14252 10015 13260,'0'0'2530,"0"0"-2498,0 20 929,0 0 513,0-1-385,-20 22-224,20-2-225,0-19-223,0 20-257,0-1-96,0-19-64,0 0-641,0 0-512,0 0-384,0-20-1410,0 0-7239</inkml:trace>
  <inkml:trace contextRef="#ctx0" brushRef="#br2" timeOffset="94022.377">14669 10472 17520,'0'0'96,"0"0"32,0 0 417,20 20-481,-20-20-384,0 0-962,0 19-1408,19-19-2948</inkml:trace>
  <inkml:trace contextRef="#ctx0" brushRef="#br2" timeOffset="94166.385">14868 10551 6566,'0'0'10185,"-20"0"-9800,20 0 512,0 0-897,0 0-1922,0 20-3844</inkml:trace>
  <inkml:trace contextRef="#ctx0" brushRef="#br2" timeOffset="94310.394">15006 10611 16495,'0'20'384,"0"-20"1,0 0 1152,0 0-1184,0 0-834,20 0-1024,0 0-2051,0 0-6469</inkml:trace>
  <inkml:trace contextRef="#ctx0" brushRef="#br2" timeOffset="94448.401">15125 10651 13708,'0'19'2275,"0"-19"-1667,0 0 1442,0 0-1345,0 0-993,0 0-577,0 0-673,20 0-4003</inkml:trace>
  <inkml:trace contextRef="#ctx0" brushRef="#br2" timeOffset="95017.434">15582 10670 12267,'0'-19'2114,"0"19"-1473,0 0 1120,0 0-223,0 0-609,0 19-193,0-19 418,0 41-418,0-2-287,0 1 287,0 19-31,0-19-225,-20 20-287,20-21-1,0 1-128,0-20-64,0 20-32,20-40-385,-20 20-543,0-20-834,21 0-544,-21 0-1314,0-20-9640</inkml:trace>
  <inkml:trace contextRef="#ctx0" brushRef="#br2" timeOffset="96287.507">15662 8405 13260,'-21'0'1185,"1"0"96,20 0-704,0 0-193,20 0 1,1 0-97,19 0-96,-1 20-160,1-20-32,19 0 64,-19 0 96,-1 0-32,1 20 65,-20-20-33,1 0 128,-3 19 64,2-19-223,0 0 63,-20 21-96,0-1 96,21-1-64,-21 1 0,0 20-192,0-1 160,0 22-96,0-2 32,20 1-64,-20-1 64,0 20-32,-20 1 32,20-1 161,-21 1 159,21 19 32,-20-19-63,20 0-193,0-2-32,0-17 64,0 18-96,0 1 32,0-1 96,0-19-256,-20 19 160,20 1-32,0 0 32,0-2-32,0 2-32,0-20 33,0 0-65,0-1 32,0 21-32,0-20 0,0 18 32,0-18-96,-18 20-1,18-21-31,0-19 96,0 20 64,0-20-128,0-1-32,0 1 256,0-20-224,0 20 128,0-20-96,-21 19 32,21-19-64,0 0 289,-20 0-257,20 0 64,0-1 128,0 1 0,0 0-96,0 0-64,0 0 128,0 0-192,0-1 160,0 2-64,20-2 0,-20-19 0,0 0 96,0 0-128,0 0 32,0 0 64,0 0 65,0 0 127,0 0 128,0 0-192,0 0-63,0 0-65,0 0 32,0 0 0,-20 0-64,20 0 0,-20 0 0,0 0 32,1 0 96,-1-19-96,0 19-63,-20 0-66,1 0-63,-1 0-160,1 0-352,-1 0 31,-19 0-704,18 0-1378,1 0-1312,1 0-11915</inkml:trace>
  <inkml:trace contextRef="#ctx0" brushRef="#br2" timeOffset="97629.584">16575 11267 12459,'0'39'1378,"20"-19"-674,0 20-127,19 19 192,21-19 159,-1 0-223,20 20-289,20-20-223,-18 0-33,18-1-352,-20-19-33,-20 20-95,2-20-705,-23-20-480,-17 19-833,-1-19-1538,-20-19-4772</inkml:trace>
  <inkml:trace contextRef="#ctx0" brushRef="#br2" timeOffset="98061.608">16773 11843 9064,'-20'40'1986,"20"-21"-1185,-20-19 608,20 21 385,-19-21-161,19 0-480,0 0-448,0-21-192,0 2-129,0-21-96,-20 0 0,20 1 257,-20-21-33,0 1-191,0-1-129,1 1 128,-1-2-96,-20-18-95,19 19-129,3 1 96,-2 19 256,20 20-96,0 20-160,0 0-192,20 0 128,19 0-32,21 20 128,-1 0-320,0 0 256,21 19-32,-21-19-224,20-20-320,-18 20-481,-22 0-801,1-20-961,-20 0-4259</inkml:trace>
  <inkml:trace contextRef="#ctx0" brushRef="#br2" timeOffset="102504.862">14054 8684 10570,'-40'0'-97,"1"0"-511,19 19 416,-21 1-129,21 0 225,20 0 96,0 0 0,20 0 32,0-20 193,21 19 95,-23-19 96,23 0-128,-1 0 65,-1-19-33,1-1 193,-20 0 223,-1 0-95,-19 0 0,-19-19-129,-1 39-320,0-21-160,-20 21-416,21 0-1346,-1 21-2145</inkml:trace>
  <inkml:trace contextRef="#ctx0" brushRef="#br2" timeOffset="102786.879">14789 8902 8423,'38'39'161,"-17"1"-129,-1-20 0,19 0 0,-19-20 961,20 20 704,19-20-448,-19-20-256,-1 0-64,-19 0 96,0 1-96,0-21-64,-20 20-385,-20 0-191,-20 0-353,1 0-65,-21 20-319,21 0-481,-21 20-1922,1 0-9961</inkml:trace>
  <inkml:trace contextRef="#ctx0" brushRef="#br2" timeOffset="103066.895">14510 9319 18609,'-79'20'545,"58"-20"-1763,21 20 194,0 0-98,-20-20 546,20 19 576,20 1-160,1 1-513,-1-21 161,0 0 608,0 0 480,-20-21 97,0 21-449,0-20 128,-20 1 417,-20-1-256,-1 0-353,3 20-64,-3-20-64,-18 20-288,-1 20-1026,21 0-2593</inkml:trace>
  <inkml:trace contextRef="#ctx0" brushRef="#br2" timeOffset="103370.911">14789 9717 10570,'18'40'384,"2"-21"-288,1 1 224,-1-20 577,19 20-96,-19-20-257,20 0-319,-1-20 159,1 0 385,-20 20 288,0-19-64,-20-1-513,-20 0-256,0 0 1,-20 0-129,1 0-64,-1 1-225,-19-2-351,39 21-673,-21-19-2371</inkml:trace>
  <inkml:trace contextRef="#ctx0" brushRef="#br2" timeOffset="103695.931">14590 8564 15182,'-20'-59'192,"0"39"192,0 20-416,0 0 0,1 0 64,-1 20-32,20-1-96,0 1 32,0 0-320,20 0 160,-1 0 192,1-20 32,20 0 32,-20 0 64,-1 0 96,1-20 192,-20 0-95,0 20-97,-20-20-256,1 0-641,-41 20-1441,21 0-4452</inkml:trace>
  <inkml:trace contextRef="#ctx0" brushRef="#br2" timeOffset="104028.95">13696 8822 10089,'-79'-19'481,"38"-1"-97,3 20-416,-3 20 64,21-1 416,-19 1 289,39 20-353,0-20-191,0 19-97,21-18 224,17-21 224,3 19-31,-3-19-1,3 0-31,-1-19 63,-20-2-159,-1 21-129,-19-19-32,0-1-64,-19 0-128,-1 20-32,-20-20-160,19 20-544,1 20-1539,20-20-2657</inkml:trace>
  <inkml:trace contextRef="#ctx0" brushRef="#br2" timeOffset="104351.968">15384 9319 14189,'-20'20'-1217,"20"0"-289,20 0-31,-20-1 768,20 1 577,-1 1-128,1-21-289,0 0 641,0-21 1442,-20 1 704,20 1-321,-20-21-383,-20 0-225,20 20-256,-40-19-449,20 39-351,-19-20-354,-1 20-1184,1 20-2434</inkml:trace>
  <inkml:trace contextRef="#ctx0" brushRef="#br2" timeOffset="104922.001">12228 9836 10570,'0'-20'320,"0"20"-160,-21-20 897,1 20 929,20 20-353,-20-20-832,20 20-545,-19 0-127,19 0-65,19-1-64,1 2 0,21-21-64,-3 0 96,3 0 0,-1-21 160,-21 2 96,21-1 96,-20 0 97,-20-20 63,0 1-159,-20 19-225,0 0-128,-19 20-160,-1 0-897,-19 20-1217,18 19-4485</inkml:trace>
  <inkml:trace contextRef="#ctx0" brushRef="#br2" timeOffset="105189.015">12148 10293 15919,'-40'79'-1346,"40"-58"-1665,0-2 1122,0 21 1472,0-40 1090,20 20 544,0-20-640,-1 0-97,21-20 33,-19 20 287,-1-20-191,-20 0-193,18-20 97,-36 21 159,18-1 1,-41 0-257,1 0-255,1 20-258,-1 0-191,1 0-1313,19 20-3812</inkml:trace>
  <inkml:trace contextRef="#ctx0" brushRef="#br2" timeOffset="105484.033">12922 10094 15182,'0'-20'2050,"-20"1"-2403,0 19 161,1 0 128,-21 19 192,20 1-64,20 1-128,0-2-96,0 1-320,20 0 63,0-20 257,19 0-256,1 0-385,-20 0 96,19-20 321,-19 0 384,0 1 96,-20-2 288,0 1 449,-20 1-288,0 19-513,1-20-481,-21 20-736,0 0-1153,21 0-7848</inkml:trace>
  <inkml:trace contextRef="#ctx0" brushRef="#br2" timeOffset="105859.054">12762 10750 15342,'0'20'-641,"0"-20"-1152,-18-20 1729,-2 0 736,20 20 481,-21-19-512,1 19-129,0-20-255,-19 20-33,19 0-32,0 0 0,0 20-160,1-1-32,-1-19-32,20 20 32,0 0 0,20 0 0,-1 0 32,21-20 32,1 0 32,-3-20 97,3 20 127,-21-20-32,-2 0 65,3 0-193,-21 1-64,-21-1 0,21-1-192,-18 2 0,-23-1-641,21 20-1569,20 0-4068</inkml:trace>
  <inkml:trace contextRef="#ctx0" brushRef="#br2" timeOffset="106141.07">13736 10790 6758,'20'0'448,"0"-20"-608,-1 0 0,21-19 320,-20 19 1057,1-20 481,-21 20-513,0-19 417,0 18-97,-41 1-1217,1 1-864,1 19-2147,-21 0-8231</inkml:trace>
  <inkml:trace contextRef="#ctx0" brushRef="#br2" timeOffset="106494.091">12187 10691 12716,'-79'0'960,"39"0"-863,1 0 383,19 20 897,0-1-256,0 1-704,20 0-353,0 0-192,20 0-64,0-20 224,0 0 128,19 0 0,-19 0-128,0 0 32,-20-20-128,20 20 32,-20-20-128,0 0-257,-20 20-1216,20-20-2051</inkml:trace>
  <inkml:trace contextRef="#ctx0" brushRef="#br2" timeOffset="106797.108">13240 10511 6245,'-20'-19'8296,"-21"19"-8456,3 0 192,-3 0 769,21 0 1025,2 0-930,-3 0-799,21 0-161,0 0-65,0 19 97,21-19-128,17 0 64,-17 0 0,19-19 32,-22 19 128,23-20-64,-41 20 32,20-20 32,-20 20-32,-20-20-32,0 20-448,-1 0-1890,3 20-4709</inkml:trace>
  <inkml:trace contextRef="#ctx0" brushRef="#br2" timeOffset="107115.126">13398 10949 8456,'0'20'896,"0"-1"-415,0-19 512,20 21 480,-20-21-256,20 0-832,1 19-321,-21-19-64,18 0-32,2 0 160,-20-19 448,20 19 225,-20-21 160,-20 2-224,0-1-65,2 0-31,-23 0-449,1 0-448,1-20-769,-21 40-1954,1-19-11242</inkml:trace>
  <inkml:trace contextRef="#ctx0" brushRef="#br2" timeOffset="107590.153">12228 9359 11915,'-61'0'704,"42"0"225,-1 20-801,0-20 97,0 19 415,20-19-31,0 20-321,0-20-192,0 0 64,20 0 97,0 0 95,0 0-64,19 0-64,-19-20 161,1 1 223,-1-1 65,-20 0-128,-20 0-417,-1 0-160,1 0-32,-19 20-1250,19 0-1632,-20 40-8169</inkml:trace>
  <inkml:trace contextRef="#ctx0" brushRef="#br2" timeOffset="108983.233">3512 11863 14061,'20'-40'128,"-20"40"96,20 0-352,-20 20 576,0 0 449,0 19-416,0 1-321,0 20-192,-20 0 96,20-1-32,0 1 0,20-21 0,0 1 160,0-20-96,-1 0 96,21-1-31,0-19-33,-1 0-96,1 0-353,1 0-511,-3-19-994,3 19-1825,-21-20-6471</inkml:trace>
  <inkml:trace contextRef="#ctx0" brushRef="#br2" timeOffset="109112.24">3671 12161 13612,'20'-20'161,"-1"0"-962,1 20-1057,20-20-512,-19 0 960,-1 1-5572</inkml:trace>
  <inkml:trace contextRef="#ctx0" brushRef="#br2" timeOffset="109235.247">3710 11961 11691,'-19'0'2754,"19"-19"-2562,0 19-352,19-19 352,1 19-160,0-21-1153,0 21-5221</inkml:trace>
  <inkml:trace contextRef="#ctx0" brushRef="#br2" timeOffset="109424.258">4346 12240 17840,'-21'0'96,"21"0"-832,-18 0 800,18 0-192,0 0-1346,0 0-5060</inkml:trace>
  <inkml:trace contextRef="#ctx0" brushRef="#br2" timeOffset="109819.281">4564 12121 14830,'-40'0'704,"1"0"-319,-1 0-33,20 20-160,-19 0-64,19 0-128,20 19-224,20 1-385,0-20-63,-1 0 95,21-20 1,-20 0 255,19 0 161,21 0 192,-19-40 289,-3 20 543,-17 0 33,-1 0-64,-20 1-353,-20 19-383,20 0-97,0 0-161,0 39 225,0 1 33,20-20-65,0 19 0,-20 2 0,18-22 0,-18 1-64,21 19 96,-21 2 320,0-2 321,0-18-161,-21-2-191,3 1-129,-2 0-224,-21-20-769,21 0-736,-18 0-2467</inkml:trace>
  <inkml:trace contextRef="#ctx0" brushRef="#br2" timeOffset="109942.288">4922 12300 16303,'19'0'32,"-19"0"-1217,0 0-2435</inkml:trace>
  <inkml:trace contextRef="#ctx0" brushRef="#br2" timeOffset="110541.322">6014 11942 10762,'0'0'1313,"0"19"-1185,0 2 865,20 19-256,-20 0-129,19 19-191,-19-19-257,0-1 32,0 1 288,0-20 33,20-20-33,-20 0 33,0 0-1,20-20-287,-20-20-129,0 21-96,0-21 96,0 0-128,0 20 0,20-19-96,0 19-33,-20 20 33,19 0 0,1 0 128,-20 20 64,20 0 160,-20 19 1,0 1-97,0 0-96,0-1 0,0 1-224,0-20-225,0 0-319,0-1-1026,0-19-2018,20 0-6469</inkml:trace>
  <inkml:trace contextRef="#ctx0" brushRef="#br2" timeOffset="110692.331">6391 12042 13196,'0'-20'1858,"0"20"-1570,20 0 289,0 0 319,19 0-95,-19 0-609,20 0-384,-20 0-673,19 0-1377,-19 0-3331</inkml:trace>
  <inkml:trace contextRef="#ctx0" brushRef="#br2" timeOffset="110815.338">6510 12121 4163,'-20'40'9610,"20"-40"-9578,20 0 384,0 0 353,19 0 31,1-20-671,0 20-994,-21-20-3011</inkml:trace>
  <inkml:trace contextRef="#ctx0" brushRef="#br2" timeOffset="111102.354">6787 11803 15310,'41'0'609,"-3"-20"-161,3 20 513,-1 0-160,-1 20-545,1 0-320,0 0 32,-21 20-32,-19 0-128,0 19 128,-19-19 31,-1 19 130,0-19 191,20-20 449,-20 0-97,20 0-255,20-1-1,0 1 32,19-20-256,1 0-31,19 0-354,-18-20-736,-1 20-736,-1 0-3268</inkml:trace>
  <inkml:trace contextRef="#ctx0" brushRef="#br2" timeOffset="114640.557">11294 11207 10954,'-20'0'801,"0"0"-417,20 0-224,-19 0 353,-1 20 63,0 20-320,20-20-224,0 19 33,20-19-33,0 20 128,19-20 224,1 20 64,19-21-63,2 2-225,-2-2-64,40-19-96,-20 21-32,20-21-128,0 19 128,21 1 0,-1-20-96,1 0 0,18 0-97,1 20-31,-20-20 32,19 20-224,-18-20 63,-1 20 353,-20 0 192,1-1-32,-1 21-96,-20-20 32,-19 0-96,-1 0 0,-18-1 32,-3 21-64,3-20 0,-21 20-64,0-21 32,-20 21 64,20-21 0,-20-19 64,0 21 0,0-21 481,0 0 351,0-21-671,0 2-33,0 0-32,19-21-96,1 20-32,0 0-32,0 0 32,19 0 96,21 20-96,-1-20 0,20 20-96,21 0 96,-1-19 0,0 19 32,0 0 0,2 0 96,-2 0 64,0 0 32,19 0-160,2 19-31,-1-19-1,21 20-32,-21-20 32,19 20 0,-19 0 0,-19-20 480,19 20 193,-20-20-1,-20 0-415,20 0-33,-20-20-64,-18 20-128,-22-20 0,-19 20-352,0-20-801,-20 20-1794,-20-20-4964</inkml:trace>
  <inkml:trace contextRef="#ctx0" brushRef="#br2" timeOffset="119869.856">13179 12062 4420,'0'0'3459,"0"0"-2146,0 0 609,0 0-1025,0 0 32,0 39 160,0 1-353,21 0-287,-21-1-33,0 1-224,0 0-31,0-1 223,0-18-128,0-21 0,0 19 65,0-19 95,0 0-128,0-19-95,0-2-97,0-18-96,0 19-96,20-20 96,0 20-193,0-19 33,-1 19 32,1 20 96,0 0 0,0 0 96,0 20 128,-1-1-31,-19 21-33,0 0-128,0-1 32,0 2-96,20-22-193,-20 21-223,0-21-257,0 2-320,20-1-736,-20-20-2083,0 0-5573</inkml:trace>
  <inkml:trace contextRef="#ctx0" brushRef="#br2" timeOffset="120056.866">13497 12339 7334,'0'0'6919,"20"0"-6439,-20 0 577,21 0-352,17 0-224,-18 0-129,21 0-224,-1 0-96,-1 0-96,-19 0-448,0 0-578,-20 0-831,0 0-1410,0 0-2275</inkml:trace>
  <inkml:trace contextRef="#ctx0" brushRef="#br2" timeOffset="120207.875">13677 12240 3010,'0'0'6727,"0"20"-6599,0 0 641,0 0 608,0 19-480,0-18-609,-20 18-224,20 0-416,0-18-929,0-1-1378,20 0-1089</inkml:trace>
  <inkml:trace contextRef="#ctx0" brushRef="#br2" timeOffset="120402.886">13855 12200 13773,'21'0'352,"-21"20"32,0 20 1154,0-20-321,0 19-480,0 2-193,-21-2-352,21 0-224,21-18-192,-21-1-641,18 0-704,-18-1-3044</inkml:trace>
  <inkml:trace contextRef="#ctx0" brushRef="#br2" timeOffset="120828.91">14410 12300 13837,'0'0'1217,"0"0"-1089,0 0 801,0 19 128,21 22-224,-1-22-385,0 1-224,19 19-96,-19-18-256,0-21-192,0 20-449,0 0-576,-1-20-1378,1 0-2626</inkml:trace>
  <inkml:trace contextRef="#ctx0" brushRef="#br2" timeOffset="120986.92">14629 12339 8456,'-39'21'3299,"19"-2"-2659,0 1 513,-20 19 0,21-18-640,19 19-481,-20-21-320,20-19-897,0 21-1826,0-2-6182</inkml:trace>
  <inkml:trace contextRef="#ctx0" brushRef="#br2" timeOffset="121476.947">14868 12399 9577,'0'-20'993,"20"20"64,-20 0 512,0 0-384,19 20-448,-19 19-161,0-18-159,0-1-33,0 19-224,0-39-32,0 21-128,0-2 161,0 1 95,0-20 96,0 0-352,-19 0-32,19-39 32,19 18 32,-19-18-64,20-2-96,0 2-160,20 19 160,-21 1 64,1 19-33,0 19 161,0-19-31,-20 20 63,20 19-32,-20-18-64,0-1 0,0 0-160,0-1-353,0 21-448,0-20-608,0 0-2115</inkml:trace>
  <inkml:trace contextRef="#ctx0" brushRef="#br2" timeOffset="121657.958">15186 12438 14125,'18'0'544,"-18"0"-672,20 0 833,0 0-96,21 0-257,-21 21-288,19-21-128,-19 0-96,0-21-481,0 21-1057,-1 0-2401</inkml:trace>
  <inkml:trace contextRef="#ctx0" brushRef="#br2" timeOffset="121837.968">15364 12319 13773,'-20'41'320,"20"-2"64,0 0 1666,-20-18-705,20 19-640,0-21-673,0 21-160,0-20-417,0 20-512,20-1-864,-20-19-1891</inkml:trace>
  <inkml:trace contextRef="#ctx0" brushRef="#br2" timeOffset="122120.984">15761 12339 14445,'0'40'609,"-20"-20"-417,20 0 1313,0-1-287,0 22-514,0-21-512,0-1 321,0 21-545,0-20-353,0 20-992,0-1-1057,0 1-3652</inkml:trace>
  <inkml:trace contextRef="#ctx0" brushRef="#br2" timeOffset="122768.021">13080 12042 12940,'-39'-20'512,"19"20"129,0 20-769,0 0 320,1 19 449,-1 1 608,0 19-545,20 21-191,0 0-321,20-21-160,0 1-192,-1-21-833,21 1-769,1 0-928,18 0-994,20-1-4259</inkml:trace>
  <inkml:trace contextRef="#ctx0" brushRef="#br2" timeOffset="123130.042">14153 12200 11242,'-40'-19'929,"20"-1"-673,20 20 257,20 20 191,-20-1 385,40 21-448,-20 0-32,19-1-1,-19 2-159,20 18-225,-21-19-32,-19 0-160,20 0 0,-20-1-96,0 1-256,-20-1-225,1 1-448,-1 0-897,0-1-3170</inkml:trace>
  <inkml:trace contextRef="#ctx0" brushRef="#br2" timeOffset="123671.073">14848 12161 12235,'-21'0'1954,"21"0"-1378,0 20-159,-20-1-129,2 21 64,-2 0 1,20 19 159,0-19-31,0 19-257,0-18-192,0-2-160,0 1-417,20 20-512,-20-21-672,18 1-385,23 0-993,-1-1-5093</inkml:trace>
  <inkml:trace contextRef="#ctx0" brushRef="#br2" timeOffset="123975.091">15860 12220 11466,'0'0'737,"0"0"-833,20 20 1954,19 0-193,-19 0-608,20 19-256,-19 2-160,-3 18-1,22-19 1,-40 0-225,21 0-352,-21-21-160,0 21-608,0 19-1635,0-19-4387</inkml:trace>
  <inkml:trace contextRef="#ctx0" brushRef="#br2" timeOffset="126431.231">10638 10889 9384,'-79'40'1314,"41"0"-385,-23 0 384,22-1-160,-21 1-352,20-20-353,1 20-256,-1-20-64,19 0 65,3-1-65,-2 1-64,-1-20-256,21 20-705,0-20-353,0 0-1024,0 0-1826</inkml:trace>
  <inkml:trace contextRef="#ctx0" brushRef="#br2" timeOffset="126718.247">10381 10770 13901,'20'0'192,"19"0"-128,-19 0 64,41 0 0,-2 0 417,-1 0 127,3 0-319,18-20-1,-20 20 192,1 0-95,-21 20-257,-19 0-192,0 0 0,-20 19 64,-20 1 64,20 0 96,-20 0-224,1 0 0,-1-1-224,0 1-1281,0 0-4709</inkml:trace>
  <inkml:trace contextRef="#ctx0" brushRef="#br2" timeOffset="127267.279">8257 11942 9352,'0'0'4036,"20"0"-3139,-1 19 160,21-19-352,0 21-321,-1-21 257,2 0-193,17 0-32,-17-21-255,-2 21-129,1-19-192,-20 19-129,0 0-479,0 0-706,-20 0-1248,-20 0-1795</inkml:trace>
  <inkml:trace contextRef="#ctx0" brushRef="#br2" timeOffset="127612.298">8257 12022 13004,'0'20'64,"0"0"-32,20-1 160,-1 1-32,-19 20-32,20 19 0,0 1 33,-20 19 479,20-19 257,-20 0-32,0 20-257,0-21-255,0 40-65,-20 0 32,20 0-63,-20 1-129,20 0-64,-20-21-64,20 0 256,0-19-128,0-1 160,20-38-95,-20 18 127,20-18 0,0-2-192,0 1 33,-1 0-161,21 0-97,1-20-255,-3 20-64,23-20-385,-22 0-320,1 0-1410,0 0-3554</inkml:trace>
  <inkml:trace contextRef="#ctx0" brushRef="#br2" timeOffset="128218.333">8952 12101 10794,'-41'0'897,"23"-20"-193,-2 20-287,-1 0 383,1 0 129,-18 0-160,17 0-353,1 20 193,-20 20-65,21-20-287,19 19-161,0 1-64,0 0-64,19-20 0,21 19 0,1-39 32,-23 21 32,22-21 64,1 0 32,18 0-96,0-21 128,1 1-96,-21-19 160,-19 19-159,-20-20 95,-20 20-32,1-19 0,-21 19 96,0 0-128,-19 0-64,18 20-96,3 0-448,17 0-1122,1 20-3170</inkml:trace>
  <inkml:trace contextRef="#ctx0" brushRef="#br2" timeOffset="128853.37">9587 12618 8263,'0'0'3364,"0"0"-2980,0 0 609,0 0 288,0 0-64,0 0 64,0 20-128,0-1-224,0 1-128,20 20-288,-20 0-161,0-1-128,0 2-64,0-2-64,0-20-64,0 2-32,0-1-384,0 0-481,0-20-480,0 20-865,0-20-2595</inkml:trace>
  <inkml:trace contextRef="#ctx0" brushRef="#br2" timeOffset="129344.398">10221 13174 13708,'0'0'833,"0"0"-384,0 20 608,0 0-32,0 0-385,0 19-31,0 1-257,0 0-256,0 20-64,0-20-32,-18 19-224,18-39-897,0 20-1441,0-20-3748</inkml:trace>
  <inkml:trace contextRef="#ctx0" brushRef="#br2" timeOffset="130209.447">10539 12042 7431,'-18'20'3651,"-3"-20"-3010,1 0 287,20 0 610,0 0 128,0 0-962,0 0-512,20 0 225,1 0-33,-3 19-64,23-19 1,-21 0-33,18 20-256,-17-20 96,19 20 0,-20-20 193,-1 20-321,1-20 64,0 20 64,-20-20-96,0 20 96,0-1-128,0 1 32,0 20-256,0-20 416,0 19-128,0 2-128,0-2 64,0 0-96,0 2 96,0-2-32,0 21 64,-20 19 0,20-19-64,0 19 96,-20-19 64,20 20-224,-19-21 160,19 1-128,0 19 64,-20-19-64,20 19-32,0 1-32,0-20 0,0-1 63,0 1 65,0-20 0,20-1 97,-20-19-129,19 20 32,-19-20 64,20 0 0,-20-1 32,0 1 96,0-20-128,0 21-32,0-21 32,0 19-32,-20-19 0,20 0 64,0 0 128,0 0-31,-19 0 63,19 0 0,-20 0 289,20 0-161,0 0-96,-20 0-64,0 0 97,-1-19-193,3 19-160,-2-21 0,-21 21-513,21 0-1056,-19-20-1122,19 20-5669</inkml:trace>
  <inkml:trace contextRef="#ctx0" brushRef="#br2" timeOffset="130864.485">9626 12042 9480,'-19'-20'1826,"-1"20"-513,20 0-127,-20 0-610,0 20-288,0 0-224,1-1-96,19 21 32,0 0-32,0-20 32,19 19-128,1-19-32,20 0 64,-1 0 160,1-20 32,1 0 449,-23-20 95,23 0 129,-21 20 0,0-40-65,-20 21 1,-20-1-32,0 0-97,-1 0-31,1 0-353,-18 0-224,17 20-609,1 0-480,0 20-1153,40-20-2915</inkml:trace>
  <inkml:trace contextRef="#ctx0" brushRef="#br2" timeOffset="131210.504">10183 12181 1,'-21'0'9864,"1"0"-9672,20-20 224,0 20 1538,-20 0-480,20 0-930,0 20-288,0-1 417,0 1 0,0 0-513,0 0-64,20 20-96,21-21-32,-21 1 0,19 1 64,1-21 64,-1-21 64,1 1 289,0 1 191,-40-21 33,20 20 96,-20-20-193,-20 21 65,0-1-65,-20 0-287,1 0-450,-1 0-511,-1 20-962,3 20-1409,17 0-8456</inkml:trace>
  <inkml:trace contextRef="#ctx0" brushRef="#br2" timeOffset="131737.535">8972 12657 4836,'-40'0'5894,"1"0"-6471,19 20-31,-21 0 832,21 0 1153,-19 0-96,19 0-576,20 19-385,0-18-160,20 18 289,1-39 288,17 20 95,3-1 161,-3-19-64,23-19-256,-41-1-225,19 20-31,-19-19 31,-20-1-160,0-1-224,0 1-224,-20 1-480,0 19-514,-19 0-960,19 0-3267</inkml:trace>
  <inkml:trace contextRef="#ctx0" brushRef="#br2" timeOffset="132148.558">8832 13353 15470,'-38'0'513,"38"0"-770,-21 0-319,1-20 159,0 20 225,0 20 128,20-20-64,0 19 128,0 2 0,0-1 32,20-1-64,20 2 64,-19-2 96,17 1 128,3-20 193,-3 0 159,-17-20 65,-1 20 224,0-19-64,0-2 0,-20-18-257,0 18-160,-20-18-480,0 19-224,0-20-352,-1 20-289,-17 20-993,17 0-3011</inkml:trace>
  <inkml:trace contextRef="#ctx0" brushRef="#br2" timeOffset="132595.583">9508 13413 11242,'0'0'1377,"0"0"-1184,-20 0 896,20 0-321,0 0-575,-20 0-290,20 19-383,0 2 128,0-2-1,-20 21-287,20-20 63,20 20-63,0-20-33,0 19 225,-1-39 480,1 0 576,0 0 289,20 0 320,-21-20 481,1 1-257,0-21-320,-20 20-352,0-20-257,0 1-448,-20 18-416,0 2-577,-19-1-256,19-1-1121,0 21-4132</inkml:trace>
  <inkml:trace contextRef="#ctx0" brushRef="#br2" timeOffset="133100.612">10122 12757 4868,'0'0'3107,"0"0"-1281,0 0 576,-18 0-672,18 0-641,-21 0-545,21 0-223,-20 19-129,0 1-160,0 1-32,1 18 0,19-19 0,0 20 0,0-20 32,39 0 32,-19 0 0,21-20-32,17 0 64,-17 0 0,-2 0 0,1-20 449,-20 0 159,-1 0 257,-19-1 0,-19 2-352,-1-1-289,-41 1-512,2-1 288,1 20-1345,-3 0-1794,2 20-13259</inkml:trace>
  <inkml:trace contextRef="#ctx0" brushRef="#br2" timeOffset="136291.795">10897 8286 11498,'-20'0'1121,"20"0"65,0 0-129,-20 0-225,20 0 65,0 0-352,20 0-417,-20 0 64,20 0-32,19 0-96,1 20 64,1-40 65,18 20-161,20-20 64,1 0-32,20 20 64,-1-20-96,0-20-64,0 21 32,19 19-32,1-20 32,1 0 0,-1 20 32,21-20-64,-2 20 32,21 0 32,-21 0-32,2-20 32,18 20-32,-18 0-224,18-20 416,1 20-160,-1-20-32,22 20 32,19 0 64,-21-19-64,21 19 128,19-20 128,-19 20 65,19-21-97,-19 21-96,19 0-32,-19-19-96,18 19 64,1 0-96,-19-20 97,19 0-97,-19 20 32,19-20 96,-19 20-192,-21-20 160,-38 0-64,-21 20-64,-20 0-64,-40-19-385,-39 19-576,-20 0-1633,-20 0-4325</inkml:trace>
  <inkml:trace contextRef="#ctx0" brushRef="#br2" timeOffset="143513.208">5279 8425 11146,'-20'20'577,"20"-20"-1,0 0-127,20 0 415,39 19 386,1-19-290,40 21-575,-1-21-193,20 20-96,0-20 64,19 19 97,22-19-33,-2 0-160,-18 0 32,18 0-32,-39 0 32,-19 0-96,-42 0-352,-17 0-1698,-21 0-4196</inkml:trace>
  <inkml:trace contextRef="#ctx0" brushRef="#br2" timeOffset="148180.475">1031 10293 1409,'0'0'544,"0"0"-63,0 0 1216,0 0 706,-20 0 287,20 0-544,-20 0-608,0 0-129,1-20 0,19 20-159,-20 0-161,0 0-481,-1 0-159,21 0-353,0 0 128,0 20 64,0-20 129,41 0-33,-21 20-160,39-20-32,0 20 1,21-20 255,-1 0-160,0 0-32,21 0 33,19 0-97,0 0 0,19 0-32,2-20-64,0 20 193,-21-20-289,-20 20 0,-20 0 160,-40 0-160,-19 0-64,0 0 32,-20-20-32,0 20-129,-20 0-671,0 0-33,1 0 288,-21-20-352,20 20-608,0-19-1154,-19-1-3459</inkml:trace>
  <inkml:trace contextRef="#ctx0" brushRef="#br2" timeOffset="148534.495">1944 10015 12427,'-60'0'769,"41"0"-609,-1 0 1153,20 0 385,0 0-801,0 0 224,20 0-320,19 0 31,21 0-95,40 20-288,-1 0-225,39-1 224,-19-19-192,0 20-63,-39-20-33,-20 21-256,-21-21 32,-19 19-32,-20 1 96,0-20 160,-20 39 160,-19-18-128,-21 18-96,1 21 96,-20-20-224,18 19 0,2-19 64,-1 19-96,21 1 96,19-20-128,-21 0-160,23 0-449,18 19-896,-20-19-1122,20 0-5220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in"/>
          <inkml:channel name="Y" type="integer" max="25399" units="in"/>
          <inkml:channel name="F" type="integer" max="32767" units="dev"/>
        </inkml:traceFormat>
        <inkml:channelProperties>
          <inkml:channelProperty channel="X" name="resolution" value="4096.38672" units="1/in"/>
          <inkml:channelProperty channel="Y" name="resolution" value="5080.81592" units="1/in"/>
          <inkml:channelProperty channel="F" name="resolution" value="0" units="1/dev"/>
        </inkml:channelProperties>
      </inkml:inkSource>
      <inkml:timestamp xml:id="ts0" timeString="2011-10-10T03:30:29.178"/>
    </inkml:context>
    <inkml:brush xml:id="br0">
      <inkml:brushProperty name="width" value="0.05292" units="cm"/>
      <inkml:brushProperty name="height" value="0.05292" units="cm"/>
      <inkml:brushProperty name="color" value="#0000FF"/>
    </inkml:brush>
  </inkml:definitions>
  <inkml:trace contextRef="#ctx0" brushRef="#br0">8217 2762 8968,'-20'0'1249,"20"0"-512,0 0 256,0 0 64,0 0 224,0 0-128,0-20-608,0 20-385,20 0-32,-20 0 64,20 0 32,0 0-32,19 0-95,1 0-1,0 0-32,-1 0-32,22 0 0,-2 0 0,0 0-32,21 0-32,-41 0 32,21 0-64,-1 0-64,-18 0-97,-3 0-159,-17-21 64,-1 21-1,0 0 97,-20-19-96,0 19-321,0-20-1569,-20 20-3299</inkml:trace>
  <inkml:trace contextRef="#ctx0" brushRef="#br0" timeOffset="469.026">8535 2464 5861,'0'-20'801,"0"20"-833,-21 20 64,1-1 0,-18 1 224,17 0 128,-38 0-255,19 0-226,-19 19-319,19-19 352,-19 1 128,19-2 128,20 1 289,-19 0 255,39-1-63,0 2 64,0 19 64,39-21-193,1 0-159,-1 2-225,21-1-609,-1 0-928,1 0-897,-21 0-1602</inkml:trace>
  <inkml:trace contextRef="#ctx0" brushRef="#br0" timeOffset="27650.581">4961 5384 3331,'-20'0'1793,"20"0"-319,0 0-417,0 0 352,0 0 257,0 0-257,0 0-608,0 0-289,0 0-95,20 0 127,0 0 1,0 0-129,-20 0-64,39 0-95,-19 0 31,21 0 32,-3-19-128,23 19 33,-2 0-65,20-20-96,1 20-32,0 0-32,-1 0 0,0-19 0,20 19 32,0-20-64,0 20 32,21 0-32,-1-21 32,-20 21 32,1 0-64,19 0 0,-40 0 64,20 0 0,-20 0-32,20 0-32,1 0 32,0 0 32,0-19-32,-21 19 32,0-20 0,0 20-32,-39 0-32,-1 0 0,-19 0 0,-20 0-128,0 0-289,0 0-255,0 0-834,-20 20-1729</inkml:trace>
  <inkml:trace contextRef="#ctx0" brushRef="#br0" timeOffset="29792.704">6192 5405 10826,'0'-21'640,"-20"21"289,20 0-769,0 21 1,0-1 223,0 0 224,0 19 1,0 1-128,0 20 63,0-21 161,40 22-257,-20-3-192,19 3-31,22-22-33,-2 1 0,1-20 0,19-1-96,-20 1-32,1-20 96,-1 0-192,0 0-256,-39 0-513,21-20-800,-41 1-3908</inkml:trace>
  <inkml:trace contextRef="#ctx0" brushRef="#br0" timeOffset="30361.736">7146 5861 6534,'0'-39'2946,"0"39"-2721,0 0 415,20 0 225,-2 20 544,2 20 65,1-1-609,19 1-481,-22 20-32,3-21-63,19 1-65,-20 0 0,-20-20 32,19-1 33,-19-19 191,0 0 449,0-19-609,0-1-288,0-20 64,0 0-64,0 1-32,0-1-224,0 20 32,0 0 32,20 20-32,-20 0 64,20 0 31,0 20 194,0 20-97,-20-20 64,19 19-64,1-19 0,0 20-193,-20-20-639,20 19-706,1-18-1281,-3-21-2722</inkml:trace>
  <inkml:trace contextRef="#ctx0" brushRef="#br0" timeOffset="30607.75">7680 5981 13196,'0'0'577,"0"0"-642,21 20 226,-21 0-65,20 19 32,0-19-64,19 0-256,1-20-161,0 20 257,-20-20 192,19-20 545,-19 0 64,0 0 288,-20 0 32,0-19-289,-20 19-223,-20 0-353,21 0 0,-21 0-352,0 20-225,20 0-768,1 20-1313,-1-20-2178</inkml:trace>
  <inkml:trace contextRef="#ctx0" brushRef="#br0" timeOffset="30931.769">8059 5941 10537,'20'40'289,"-2"-20"-161,-18 0 32,0-1 353,0-19 127,0 20 97,21 0-257,-21-20 1,0 0 480,0 0 256,0 0-577,0-20-383,0 0-129,0 1 64,20-1-160,-20-20-64,20 20 32,0 20 96,-20-20 160,19 20 65,1 0-65,-20 20 96,20-20-32,-20 40-95,0-20-129,0 19-96,0 1-32,20-20-353,-20 0-383,0 0-642,20 0-1761,-20-20-7174</inkml:trace>
  <inkml:trace contextRef="#ctx0" brushRef="#br0" timeOffset="31365.794">8456 5961 12427,'20'0'128,"-2"0"769,-18 0-256,20 0 128,1 0 95,-21 0-671,20 0-322,-20 0-319,0 0-64,0 0 159,0 0-223,0 0-129,0 0 545,-20 0 384,20 0 289,0 0-193,-21 0 96,21 0 289,0 0 128,0 0-225,0 0-159,0 0-129,0 0-64,0 0 33,0 0-33,0 0-64,21 0-32,-21 0-64,0 0 64,20 0-224,-20 20 160,20-20-160,-1 0-384,1 0-609,0 0-897,0 0-1890,0 0-5573</inkml:trace>
  <inkml:trace contextRef="#ctx0" brushRef="#br0" timeOffset="31617.808">8911 5941 12972,'0'20'32,"0"0"1281,0 20 257,0-21-802,0 1-544,0 0-159,0 0-226,0 0-223,0-20-289,0 20-800,0-40-2050,21 20-6823</inkml:trace>
  <inkml:trace contextRef="#ctx0" brushRef="#br0" timeOffset="31741.815">8932 5783 11594,'0'-41'705,"0"41"-417,0 0 449,0-19-769,0 19-1826,0 19-2946</inkml:trace>
  <inkml:trace contextRef="#ctx0" brushRef="#br0" timeOffset="32006.83">9031 6021 13516,'0'19'321,"0"-19"351,0 0 1058,0 0-769,20 0-545,-20-19-224,0-1-288,20 0 96,-20 20-224,0-20 32,20 0 64,-20 20 0,0 0-33,19 0 161,-19 0 97,20 20-97,-20 0 0,20 0 0,-20 19-385,0-19-640,0 0-416,0 0-961,0 0-353,0-20-2882</inkml:trace>
  <inkml:trace contextRef="#ctx0" brushRef="#br0" timeOffset="32568.862">9290 5941 13676,'18'20'865,"-18"0"-96,0 0-160,0 0-321,20-1-192,-20 1-32,21 0-32,-21-20-96,0 20 0,20-20 96,-20 0 0,20-20-160,-20 0 32,18 0 128,-18 1 64,0-1 32,0 0 128,0 0 385,0 20 128,21 0-353,-21 0-384,0 0-96,20 0-64,-20 0 160,40 0-96,-20 0-64,-1 0-161,1 0 97,0 0 64,0 0 128,0 0-64,-20-20 64,0 20-32,-20-20-96,20 20 0,-20-19-64,0 19-1,0 19 97,1 1-64,19 0 0,0 0 160,0 0 0,19 19 32,1-19-32,0-20 32,20 20 32,-21-20 192,21 0 161,-19 0 31,-1 0 65,-20-20 31,18 20-159,-18-20-193,0 1-96,0-1-32,0 20-96,0-20 0,20 20-513,-20-20-352,0 20-768,21 0-2147,-21 0-7655</inkml:trace>
  <inkml:trace contextRef="#ctx0" brushRef="#br0" timeOffset="32713.871">9845 5902 12203,'0'-20'160,"20"20"1922,-20 0-640,20 0-674,0 0-351,-1 0-353,1 0-96,0-21-385,0 21-672,0 0-1121,-20-19-2915</inkml:trace>
  <inkml:trace contextRef="#ctx0" brushRef="#br0" timeOffset="32872.88">9905 5684 10057,'0'39'1922,"0"0"416,0 2 96,0-2-1056,0 1-770,19-1-480,-19 1-416,0 0-865,20-20-641,-20 19-1537,20-39-5253</inkml:trace>
  <inkml:trace contextRef="#ctx0" brushRef="#br0" timeOffset="33009.888">10063 6001 13452,'20'20'513,"1"-20"384,-21 19-577,18-19-256,2 20-673,0-20-1761,1 0-3331</inkml:trace>
  <inkml:trace contextRef="#ctx0" brushRef="#br0" timeOffset="33116.894">10104 5921 6502,'-21'-39'1889,"21"18"-1312,0 2 128,0-1-1410,0 20-1697</inkml:trace>
  <inkml:trace contextRef="#ctx0" brushRef="#br0" timeOffset="33499.916">10203 5484 9929,'0'20'2018,"18"0"-257,3 20 353,-1-1-864,20 1-706,-21 20-127,1-21-193,0 2-192,-20-2-128,20 0-64,-20-18-1,0-1 225,0-20 1,0 0 223,0 0-128,20 0-288,-20-20 0,20 20-225,-1-21-95,21 21 320,-20 0 128,1 21 192,-3-1 64,-18-1 33,0 1-33,0 0 128,0 0-192,-18 0 65,-3-20 31,1 20-128,-20-20-448,21 0-801,-1-20-1089,20 20-4292</inkml:trace>
  <inkml:trace contextRef="#ctx0" brushRef="#br0" timeOffset="33882.938">10559 5544 8488,'-20'20'7911,"20"0"-8199,20-1 544,-20 21 128,0 1-159,0-2 95,21 21-160,-21-21-256,20 21-224,0-21-129,-2-19 225,3 0 128,-1 0 96,0-20 192,0-20 160,-1 20-95,1-20-97,0 0-32,-20 1-32,0-1-96,0-1-352,-20 2-321,0 19 225,1 0 287,-1 0 65,20 19 160,0 2 65,0-1 255,39 19 289,-19-19-193,20 0 0,-1 0-31,-19-20-161,20 20 0,-20-20-191,-1 0-65,1 0-417,0-20-800,-20 20-3363</inkml:trace>
  <inkml:trace contextRef="#ctx0" brushRef="#br0" timeOffset="34335.963">11632 5285 6245,'-40'-59'97,"20"59"2273,20 0 448,-20 0-1184,20 0-609,0 40 416,-19 0-320,-1 38-480,0 2-32,-21 20 95,3-1-448,-3-20-159,21 1-65,2 0-385,-3-21-672,21-19-865,0-1-1985,0 1-5606</inkml:trace>
  <inkml:trace contextRef="#ctx0" brushRef="#br0" timeOffset="34632.98">11810 5783 11691,'0'-21'2594,"-20"1"-2530,-20 20 256,1 0 1,-1 20-97,1 1 128,19-1-320,0-1-96,20 1-32,0-1 96,20 2 64,0-1 64,-1-1-32,21 21 0,-20-40-96,0 20 97,-1-20-33,1 20-64,-20-20 0,-20 0 320,1-20-288,-1 20 32,-20 0-96,1 0-128,19 0-897,0 20-1570,20-20-2786</inkml:trace>
  <inkml:trace contextRef="#ctx0" brushRef="#br0" timeOffset="34762.988">11890 5921 4996,'20'0'545,"-20"20"-481,0 0 288,0 0-224,0 0-256,20 0-1185,-20-1-3330</inkml:trace>
  <inkml:trace contextRef="#ctx0" brushRef="#br0" timeOffset="34885.995">11948 5684 9705,'-18'-41'2690,"-2"41"-3330,20 0-2756</inkml:trace>
  <inkml:trace contextRef="#ctx0" brushRef="#br0" timeOffset="35100.007">12088 5941 5445,'0'20'897,"0"-20"2818,0-20-2178,0 0-1088,20 20-449,-20-19-32,0-1-545,0-1-416,20 21 353,-20 0 480,0 0 192,0 21 160,0-1-96,20-1-320,-20 1-2275</inkml:trace>
  <inkml:trace contextRef="#ctx0" brushRef="#br0" timeOffset="35484.029">12406 5902 1505,'20'-41'9385,"-20"22"-9481,-20 19 672,0 0-640,0 0 160,-19 19 737,19 2-128,-1-1-577,21-1-96,0 21-32,0-20 96,21 0 160,-1-20 353,0 0 95,19 0-31,-19 0-64,0-20-97,0 0-95,-20 0-129,0 0-288,0 1-160,0 19-545,0 0-480,0 19 256,-20 21 160,40 20 289,-20-1 448,0 1 64,19 0 128,-19-21 192,0 21 641,20-21 96,-20-18 193,-20-1 95,20-20 128,-19 0-288,-21 0-416,20-20-545,-19-1-352,-1 2-736,19-21-674,1 0-608,2 1-2915</inkml:trace>
  <inkml:trace contextRef="#ctx0" brushRef="#br0" timeOffset="35794.047">12545 5803 15790,'39'39'609,"-19"-20"-449,0 2 449,-20 18-225,21-19 385,-21 20-289,0-20-416,0 0-64,0-20-256,18 19 64,-18-19 160,20-19-224,-20-1 96,20 0-1,-20-20 257,0 20-160,0 1 193,0-1 383,0 20-96,0 0-448,0 20 225,0-20-1,0 19-64,21 21-192,-1-20 0,-2 0-96,3 0-289,-1-1-159,-20-19-257,20 0-673,-20 0-1120,20 0-2019</inkml:trace>
  <inkml:trace contextRef="#ctx0" brushRef="#br0" timeOffset="36003.059">12823 5445 15214,'20'39'160,"0"1"673,-20 20 512,19-21-256,-19 22-224,0-3-577,20 3-192,-20-3-192,20-17-352,-20-2-161,0 1-512,20-20-1025,-20 0-2082,20-1-5669</inkml:trace>
  <inkml:trace contextRef="#ctx0" brushRef="#br0" timeOffset="36472.086">13080 5861 15598,'0'0'321,"0"0"-418,0 0 418,0 0-321,-18 0-96,18 21 96,-21-1-160,21 19-481,0-19 257,0 0 191,0 0-287,21-20-353,-3 20 64,2-20 481,1-20 288,-1 20 0,0-20 64,-20 0 96,0 0-32,0 0-95,0 1-66,0 19 33,0 0-96,0 0 0,0 19 0,18 1-96,-18-20-64,21 20-129,-1 0-63,0 0 192,0-20 96,-1 0 288,1 0 608,0 0 161,0-20 256,-20 0 32,0 20-384,0-20-512,0 0-193,-20 20 96,20 0 64,0-19-32,20 19-224,0 0 32,-1 0 0,21 0-32,1 0 32,-3 0-128,3 0-224,-21-20-193,-2 20-415,2 0-1090,-20 0-2787</inkml:trace>
  <inkml:trace contextRef="#ctx0" brushRef="#br0" timeOffset="48157.754">15919 4908 11370,'20'-20'1025,"-20"20"-192,0 0-577,20 20-192,0 0 161,1 20 95,17 19-32,-18 21-288,1-21 32,-21 21 0,20 0 32,-20-1-64,0-20-64,0-19 128,0-20-32,-20 0 289,20-20 928,0 0-481,-21-40-575,1 0-97,0 1-64,20-21 0,-18-20 0,-3 2-417,21 18-736,0-20-128,0 20 641,21 21 351,-3-1-191,2 20 640,21 20-352,-1 0 32,-1 20 224,1 0 192,-20 0-64,-1 19 33,-19-19-1,0 0 385,0 0 255,-19 0-255,-1-20-353,-20 20-192,1-1-224,19 2-640,-21-21-1090,41 0-1826,0 0-6629</inkml:trace>
  <inkml:trace contextRef="#ctx0" brushRef="#br0" timeOffset="48323.763">16376 4968 15246,'20'0'192,"-20"19"-224,0-19 64,0 20 64,0 0-32,0 0-32,0 0-96,21 0-640,-21 0-1154,0-20-801,18 0-1216</inkml:trace>
  <inkml:trace contextRef="#ctx0" brushRef="#br0" timeOffset="48444.77">16417 4749 13548,'-21'0'128,"21"-20"-256,0 20-1185,0 20-1313,21-20-1442</inkml:trace>
  <inkml:trace contextRef="#ctx0" brushRef="#br0" timeOffset="48705.785">16615 4987 10057,'0'60'32,"0"-40"128,0-20 128,0 20 289,0-20 1601,0 0-32,19 0-1505,-19-20-513,0 0-32,20-20-96,0 20-32,-20 1-64,20-21-160,0 20 704,-20 20-352,19 0 0,-19 0-160,0 0-96,0 20 32,0 0-224,0 19-770,0-19-992,0 0-1153,0 0-961</inkml:trace>
  <inkml:trace contextRef="#ctx0" brushRef="#br0" timeOffset="48943.798">16872 4928 7366,'0'0'4869,"0"0"-4837,21 20 417,-21 0 223,0-1-384,20 1-288,0 20 97,-2-20 31,3-20 32,-1 20 64,0-20 705,0 0 256,-1 0-320,-19-20-225,20 0-223,-20-20-193,0 20-256,0-19-609,0 19-704,0 0-1890,0 0-9897</inkml:trace>
  <inkml:trace contextRef="#ctx0" brushRef="#br0" timeOffset="58017.318">16000 5861 3171,'18'0'960,"-18"0"-127,0 0-288,0 0 448,0 0-161,0 0-255,20 0-417,-20 0-192,0 0-192,0 0-449,0 0-544,0 0-256,0 0 608,0 21 1025,0-21-32,-20 0 289,20 0 127,-18 0 385,18 0 32,0 0-32,0 0-193,0 0 33,0 0-160,0 0 95,0 0-95,18 0-64,2 0-193,0 0-160,21 0-128,-3 0 0,23 0-64,18 0 0,0 0 0,20-21 0,21 21 0,-1-19 64,0-1 0,1 20 193,18-19-33,-39-1-32,0 20-192,-38 0-737,-23 0-2946</inkml:trace>
  <inkml:trace contextRef="#ctx0" brushRef="#br0" timeOffset="99625.698">19175 4987 5925,'0'-19'2563,"0"19"-802,0 0 545,0-20-576,0 20-193,20 20-896,-20-20 448,20 39-608,0-19-129,0 40-128,-1-21-160,-19 21 32,0-20-64,20 0-160,-20 0-160,0-20-193,0-1-159,0-19-705,20 0-769,-20-19-4805</inkml:trace>
  <inkml:trace contextRef="#ctx0" brushRef="#br0" timeOffset="99783.707">19116 4829 14894,'0'-21'128,"20"21"-288,-20 0 128,0-19 32,20 19-32,-1 0-641,1 0-2979</inkml:trace>
  <inkml:trace contextRef="#ctx0" brushRef="#br0" timeOffset="100107.725">19314 5147 7559,'40'60'224,"-40"-41"32,19 1 737,1-20 416,-20 0 866,20 0-578,-20 0-1152,21-20-321,-21 1-160,0-2 0,20-18-32,-20-1-32,0 20-128,0-20 160,0 20 96,20 20 320,-20 0-223,18 0-65,-18 0 128,21 20 0,-1 0-192,0 20-63,0 0 31,-1-21-257,-19 22-127,20-22-353,0 1-352,-20 0-576,0-1-1090,0-19-2241</inkml:trace>
  <inkml:trace contextRef="#ctx0" brushRef="#br0" timeOffset="100404.742">19711 5047 14349,'20'20'96,"0"20"-128,-20-21 64,20 2-32,-1 18 32,1-18 0,0-2-32,1 1-32,-21 0 64,20-1 32,-20-19 128,18 0 161,-18-19 127,20-1-31,-20 0-1,0-20-224,0 1-64,0-1-160,0 0 0,0 20 0,0 0-128,0 20-544,0 0-2948,0 0-5252</inkml:trace>
  <inkml:trace contextRef="#ctx0" brushRef="#br0" timeOffset="101369.797">19393 5166 4644,'0'0'705,"0"0"-225,0-19 545,0 19 320,0 0-31,0-21-193,0 21-385,0-19-127,0 19 320,0 0 128,0-20-128,0 20-193,0 0-63,0 0-161,0 0-127,0 0-193,0 0 32,0 0-256,0 0 64,0 20 32,0-1 96,0 2-31,0 18 63,0-18-192,20 18 128,-20-19-96,0 20-32,21-20 160,-21-20-128,0 19-64,0-19 32,0 0-96,0 0-224,0 0-321,0 0-1249,0 0-4708</inkml:trace>
  <inkml:trace contextRef="#ctx0" brushRef="#br0" timeOffset="102300.851">19215 5584 3171,'0'0'1697,"-20"0"289,20 0 128,-20 0-256,20 0-385,0 0-288,-19 0-384,19 0-64,19 0-129,-19 0 33,20 0-129,20 0-223,19 0-1,1 0 64,20 0-31,19 0-129,20 0 32,0 0-96,-1 0-32,2 0 0,-21 0 0,-20-20-256,-19 20-576,-19 0-65,-23 0-961,3 0-3555</inkml:trace>
  <inkml:trace contextRef="#ctx0" brushRef="#br0" timeOffset="110368.312">8316 2820 4131,'-20'-19'1794,"1"19"-385,19 0-800,-20-19 320,0 19 32,0 0-128,0-20 256,20 20-128,-19 0 96,-1 0-193,0 0-319,0 0-97,20 0 1,0 0-33,0 0-224,0 0-96,0 0 97,20 0 287,20 20-96,19-20-384,0 0 417,21 0-353,20 0-64,-21 0-32,20 0 64,0 0 32,-20 0-64,21 0 0,-21 0-64,1 0-32,-41 0-64,1-20 64,-20 20-161,-20 0 1,0 0-385,-40 0-832,20 0-673,-19 0-448,-1 20-3556</inkml:trace>
  <inkml:trace contextRef="#ctx0" brushRef="#br0" timeOffset="110823.338">8634 2444 9513,'20'-20'544,"-20"20"577,0 0-192,0 0-577,0 0 33,-20 20-161,0 0-128,-19-1-64,-1 1 64,-19 20 64,-2-20 32,2 19 257,-20-19 159,19 20 1,1-20-97,19 0-223,1-1-1,19 2-32,20-1-128,0 0 161,0-1 95,38 0 96,3 2-127,-1-1-65,19 20-192,0-20 0,1-1-32,19 21-32,-38-20 0,18 0 32,-19 19 65,-1-19-161,1 0 64,-20-20 0,-20 21-96,20-21-353,-20 19-320,-20-19-1345,0 20-4804</inkml:trace>
  <inkml:trace contextRef="#ctx0" brushRef="#br0" timeOffset="118972.804">19751 5861 64,'-20'0'2402,"20"0"-416,0 0 128,0 0-289,0 0-159,0 0 0,0 0-225,0 0-224,0 0-160,-20 0-96,20 0-160,0 0-193,0 0-255,0 0-161,0 0-128,20 0-32,-20 21 96,20-21-32,0 20 0,-1-1-64,1 21 128,21-20 1,-21 0 31,18 19-128,3-19-96,-2 0 32,-19 0 96,20-20-128,-20 20 64,-1-20-32,-19 0-96,0 0-96,0 0-321,0-20-896,0 20-2082,-19-20-7304</inkml:trace>
  <inkml:trace contextRef="#ctx0" brushRef="#br0" timeOffset="119370.827">19691 6080 7847,'-19'20'416,"19"-20"801,0 0 897,0 0-64,0 0-608,0 0-545,0 0-513,0-20-128,19 0 0,-19 20-63,0-20 31,0-19-128,0 19-32,0 0 0,0-20-32,0 21 32,0-1 353,0-1-321,20 21-96,-20-19-64,0 19 32,20 0 0,0 0-33,0 0 65,-1 0 0,21 19-96,1-19-768,-3 21-930,3-21-3139</inkml:trace>
  <inkml:trace contextRef="#ctx0" brushRef="#br0" timeOffset="156217.935">2222 7968 2370,'-21'19'384,"3"-19"289,18 0 992,0 0 353,-20 21-288,20-21-641,0 0-352,0 0-97,20 0 97,-20 0-161,0 0-159,18 0-129,-18 0 32,21 0-63,-1 0 31,0 0-32,0 0 161,-1 0-129,21-21-32,0 21-128,-1 0-64,22 0-32,-3 0 0,1 0 0,2-19-32,-2 19 32,20 0-32,-19 0 0,-1 0 0,22 0 0,-2 0 0,20 0 32,0 0-32,1 0 64,-1 0-64,0 0 33,0 0-33,-20 0 0,0 0 32,2 19-64,-2-19-1,0 0 33,-20 0-64,1 0-64,-21 0-32,22 0 0,-41 0-128,19 0-769,-39 0-1538,0 0-8615</inkml:trace>
  <inkml:trace contextRef="#ctx0" brushRef="#br0" timeOffset="161588.242">6172 11386 3395,'0'0'1153,"0"0"64,0 0 352,0 0 706,0 0-193,0 0-577,0 0-384,0 0-128,0 0-224,0 0-161,0 0-31,0 0-161,0 0 257,0 0-161,0 0-191,0 0-65,0 0-32,0 0-288,0 0 64,0 0-64,0 0 64,0 0-96,0 20 128,20-20 32,-20 19-128,0-19 96,0 21-96,20-2 128,-20-19-96,0 21 192,0-2-256,20 2 96,-20-21-32,21 19 64,-21 1-32,18-20 0,2 20-32,0 0 32,21-20 32,-2 20-32,-19-20 0,20 20 96,-1-20-160,1 0 0,-1 19 96,1-19-32,19 0 0,-19 20-32,1-20-64,18 0-32,-19 20 192,19-20-96,0 0-32,21 0 160,-1 20-64,0-20-64,21 0 32,-21 0 96,20 0-128,0 0 96,0 0-192,21 0 64,-21-20 96,20 20-96,1-20 64,-1 20 0,0-20 0,-1 20 0,2-19 0,-21-1 32,20 20-160,1-20 224,-21 20-288,0 0 288,0 0-192,-20 0 160,0 0-64,2 0-64,-22 0 96,1 0-64,-1 0 0,-18 0-65,18 20 65,-19-20 64,-21 20-128,21-20 96,-20 0-32,0 19-32,-1 1 96,1-20-64,-20 20 32,20 0-32,-20 0 0,0 0 32,0-1 0,0 1 0,0 20-32,0-20 32,-20 0 0,20-1-64,0-19 96,0 21 0,-20-21-32,20 0 0,0 0 128,0 0-128,0 0 0,0-21-32,0 2 32,0-1 0,0 0 32,20-20 64,-20 20-128,20 1 0,-20-1 128,20 20-224,-20-20 128,20 20-32,-1 0-32,-19-20 64,20 20 0,0 0-32,0 0 32,1 0-32,-3 20 0,22-20 32,-19 0-32,17 20 64,-17-20 0,19 20 0,-1-20-32,1 0 32,0 19-64,-1-19 32,21 20 96,-21-20-160,22 0 192,-23 20-160,23-20 128,-2 20-32,-19-20 65,19 20-129,1-20 96,-1 20-64,0-20 64,22 19-128,-22-19 0,1 21 64,19-21 0,-20 19 32,2-19 32,18 19-32,-20-19 64,1 21-96,19-21 32,-20 20-32,20-20-32,-18 0 64,18 20-128,0-20 385,1 20-514,-21 0 289,20-20-32,1 19-31,0-19-1,-1 0 32,-20 0-64,20 20 0,-18-20 32,18 0 128,0 20-320,-19-20 256,19 0-96,0 0 32,-18 0 0,18 0-32,0 0 0,0 0 64,0 0-96,-18 0 32,18 0 64,-19-20-96,-1 20 128,0 0-128,1 0 0,-1 0 96,2-20-64,-22 20-64,21 0 160,-1 0-128,0 0 32,1 0-64,-21 0 160,22 0-128,-23 0 64,23 0-64,-21 0 32,-1 0 32,1 0-32,-1 0 128,1 0-128,-20-19-32,0 19 160,19 0-32,-39 0 225,20-20-161,1 20 320,-21-20-384,20 20 481,-2-20-609,-18 20 480,20-20-352,1-1 32,-1 21 65,-20-19-225,20 19 64,-1-19 0,1 19 64,0-21-32,0 21 64,-20-19 96,20-1 32,-20 0 65,19 0-65,-19 0-128,0 0-96,0-19-64,0 19 64,-19 0-480,-1 0-385,20 0-705,-40 1-1376,20 19-3044</inkml:trace>
  <inkml:trace contextRef="#ctx0" brushRef="#br0" timeOffset="164950.434">10282 11446 1057,'0'0'7014,"0"0"-6341,-20 0 192,20 0-513,0 0 160,0 0 449,-20 0-192,20 19-449,20-19 97,-20 0 159,0 0-223,0 21-193,20-21 0,-20 19-128,0 2 32,20-21 0,-20 19-32,19-19 32,1 20-64,0 0 64,0-20-32,20 20 96,-1-20-96,1 0-32,-1 20 0,22-20-32,-2 20-64,1-20 64,-1 19 32,20-19 0,0 20 32,-18-20-32,18 0 64,-20 0-64,21 20-96,-21-20-128,20 0-160,-18 0 320,-2 0 128,20 20-128,1-20 64,-21 20 64,20-20-32,0 20 64,20-20 64,-18 19-32,-2 1 96,20 0 65,1 0-129,-1-20-96,0 20-32,0-20 0,0 0-32,21 0 0,-21 0 0,20 0 32,1 0-32,-21 0 0,19 0 0,-19 0-32,20 0 32,-19 0 32,-1 0-64,0 0 64,0 0-32,-18 0 0,18 0 0,-20 0 0,0 20-32,0-20-64,-18 0 32,-2 0 64,-19 0 0,19 0 0,-19 0 32,-1 0 0,1 0-32,1 19 0,-3-19-32,-17 0 64,-1 0-32,0 0 64,-20 0 320,0 0 321,0-19 64,0-1-193,0 20-192,0-20-95,-20 0-33,20 0-96,0 0-128,0 1 64,20-1-64,-20-20-64,19 20-192,-19 20 0,20-20 0,-20 1-385,20 19-1249,-20-20-4452</inkml:trace>
  <inkml:trace contextRef="#ctx0" brushRef="#br0" timeOffset="166865.544">8932 12399 10986,'0'20'192,"0"-20"481,0 19 1345,20 2-641,-20-1-256,0 0-320,20 20-449,-20-1-224,0-19-32,0 20 0,20-1-384,-20-19 352,0 0-608,0 0-449,0-20-705,0 0-832,0 0-2467</inkml:trace>
  <inkml:trace contextRef="#ctx0" brushRef="#br0" timeOffset="166981.55">8893 12319 6374,'-20'-99'6085,"20"79"-5828,0 1-674,20-1-1088,-20 20-3748</inkml:trace>
  <inkml:trace contextRef="#ctx0" brushRef="#br0" timeOffset="167283.568">9110 12578 10537,'20'60'1250,"-20"-41"-994,20 1 128,-20-20 321,0-20-289,0 1-352,20-1-32,-20 0 0,20-20 0,-20 0-32,19 1-32,-19 19 801,0-1 160,20 2-513,-20 19-127,0 0-129,20 40-128,-20-20 0,0 19 0,20-18-96,-20 18-224,21 1-353,-3-1-512,2 1-1442,1-20-3971</inkml:trace>
  <inkml:trace contextRef="#ctx0" brushRef="#br0" timeOffset="167563.583">9468 12479 13805,'0'20'-193,"0"-20"-287,0 19 480,0 2 128,0 18 320,20-19-63,0 0-193,-20 0 288,19-1 289,1-19-96,0 20-65,0-20 33,-20-20-64,20 20 63,-20-39 1,0 19-321,0-20-256,0 0-128,0 21-352,-20-21-481,20 19-448,0 2-1186,0-1-3234</inkml:trace>
  <inkml:trace contextRef="#ctx0" brushRef="#br0" timeOffset="167997.608">9707 12518 11466,'0'40'385,"0"-20"-609,18 0 191,-18-20 546,20 0 1121,-20 20-610,21-20-287,-1 0 64,-20-20-96,20 20-289,-20-20-320,0 0-128,0 1-288,0-2-97,-20 21-31,0-19 256,-1 19 128,1 0-128,20 19-225,-18 2 97,18-2 160,0 1-33,18 20-95,-18-20-256,41-1 319,-21 21 129,0-40 160,-1 20 513,1-20 352,0 0 0,0 0-321,-20 0-255,0-20 31,0 0 0,0 0-31,0 1-257,20-21 64,-20 20 192,19 0 97,1 20-225,0-19-160,20-2-128,-21 21-160,1 0-545,20 0-544,-19 0-1474,-21 0-4580</inkml:trace>
  <inkml:trace contextRef="#ctx0" brushRef="#br0" timeOffset="169576.699">10221 12518 8456,'-18'21'3683,"18"-21"-2850,0 0 224,0 0-128,0-21-161,18 21-287,-18 0-321,21 21-128,-1-21-32,0 0-192,19 0-577,-19 0-800,20 0-1154,-20 0-2242</inkml:trace>
  <inkml:trace contextRef="#ctx0" brushRef="#br0" timeOffset="169793.711">10361 12280 10954,'0'20'737,"0"19"95,0-18 674,-20 18-161,20 0-416,0 2-481,0-2-384,0 21-288,0 0-545,0-1-159,0-19-290,20-1-319,0-19-1922,20-20-5157</inkml:trace>
  <inkml:trace contextRef="#ctx0" brushRef="#br0" timeOffset="169952.72">10559 12618 9352,'0'-20'3620,"0"40"-3524,0-20 352,0 20-191,0-1-225,21 21-801,-21-20-1441,20 0-737,0 0 128,-20-20 801,18 0-800</inkml:trace>
  <inkml:trace contextRef="#ctx0" brushRef="#br0" timeOffset="170066.727">10679 12697 3971,'-41'-59'2595,"41"39"-65,-18-20 449,-2 20-1281,0 1-577,-1-2-705,21 21-384,0 0-705,0-19-1889,0 19-4965</inkml:trace>
  <inkml:trace contextRef="#ctx0" brushRef="#br0" timeOffset="170455.749">10719 12220 5285,'0'40'1601,"0"-20"-1505,19 39 929,-19-19 513,20 0 63,-20 0-704,20 0-769,-20 0 0,20 19 609,0-39 128,-1 19 256,1-19-353,-20-20-191,20 0-321,-20 0-192,20-20-160,0 20-448,-20-19-97,39-1 193,-19 0 191,1 20 225,17 0 32,-18 20 129,1 0 95,-21-1 96,0 1 449,0 0 96,-21 0-289,1 0 225,-18 0-513,17-1-224,-19-19-288,21 20-641,-1-20 161,0 0-1058,20-20-1537,0 1-5702</inkml:trace>
  <inkml:trace contextRef="#ctx0" brushRef="#br0" timeOffset="170853.772">11096 12260 13196,'0'0'929,"0"0"-961,0 20 288,-20 19 321,20 21 159,0-20-447,0 0 63,0 0 32,20 19-192,-20-19-159,39 19 31,-19-19-64,20 0-97,0-20 97,-1-1 33,1 1 31,-1 1 32,-19-21 0,21-21 0,-21 1 96,-2 1 0,-18-1-160,21 0 0,-21-20-96,-21 1-32,21-1-64,-38 20 64,17 0 0,1 20 64,-18 0 128,17 20 96,1 20 96,20-1 257,0-19 95,20 20-223,1 0-193,17-21-128,3 1-352,18 1 384,1-21-416,-21 20-481,21-20-640,-21 0-2531</inkml:trace>
  <inkml:trace contextRef="#ctx0" brushRef="#br0" timeOffset="171042.783">12128 12737 20179,'0'20'-2435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in"/>
          <inkml:channel name="Y" type="integer" max="25399" units="in"/>
          <inkml:channel name="F" type="integer" max="32767" units="dev"/>
        </inkml:traceFormat>
        <inkml:channelProperties>
          <inkml:channelProperty channel="X" name="resolution" value="4096.38672" units="1/in"/>
          <inkml:channelProperty channel="Y" name="resolution" value="5080.81592" units="1/in"/>
          <inkml:channelProperty channel="F" name="resolution" value="0" units="1/dev"/>
        </inkml:channelProperties>
      </inkml:inkSource>
      <inkml:timestamp xml:id="ts0" timeString="2011-10-10T03:45:25.896"/>
    </inkml:context>
    <inkml:brush xml:id="br0">
      <inkml:brushProperty name="width" value="0.05292" units="cm"/>
      <inkml:brushProperty name="height" value="0.05292" units="cm"/>
      <inkml:brushProperty name="color" value="#0000FF"/>
    </inkml:brush>
    <inkml:brush xml:id="br1">
      <inkml:brushProperty name="width" value="0.05292" units="cm"/>
      <inkml:brushProperty name="height" value="0.05292" units="cm"/>
      <inkml:brushProperty name="color" value="#FF00FF"/>
    </inkml:brush>
    <inkml:brush xml:id="br2">
      <inkml:brushProperty name="width" value="0.05292" units="cm"/>
      <inkml:brushProperty name="height" value="0.05292" units="cm"/>
    </inkml:brush>
  </inkml:definitions>
  <inkml:trace contextRef="#ctx0" brushRef="#br0">13756 2861 6886,'0'0'577,"0"0"896,0 0-736,-20 0-129,20 0 738,0 0 287,0 0-768,0 0-577,20 0-192,-20-20 321,0 20-1,20 0-96,-20 0-95,0 0-65,19 0 0,1 0-32,0 0-64,0 0 32,19 0-64,-19 0 32,21-21-96,-3 21 32,3 0-32,-1 0 0,19 0 64,-19 0-32,19 0-32,0 0 0,2 0 0,-3-19 0,3 19 32,-2 0 0,1 0-96,-1 0 0,-19 0 0,40 0-64,-22 0 31,3 0-31,18 0 160,-20 0-32,20-19 32,2 19 0,-23 0-32,3 0-32,18 0-32,-20-20-192,20 20-225,-19 0-63,20 20 95,-22-20 193,23 0 192,-2 0 32,0 0 96,0 0-96,2 0-32,-22 0-96,20-20-1,0 20 1,2 0-32,-2 0 160,0 0 64,20-20-32,-20 20 32,20 0 0,-18 0 32,18-21 96,-20 21-32,20 0-64,-40 0 32,20 0-32,2 0-32,-22 0 0,20-19 0,0 19 0,2 0 0,-22 0-64,-19 0-352,-1 0-1378,1 0-6630</inkml:trace>
  <inkml:trace contextRef="#ctx0" brushRef="#br0" timeOffset="1063.06">18937 2820 3939,'-20'0'5029,"20"0"-3780,0 0 705,0 0-417,0 0-415,20 0-65,1 0-417,-3-19-448,22 19-128,1 0 65,18-19-65,0 19 32,21 0-64,-1 0-32,41 0 0,-1 0-32,19 0 64,2 0-64,-2 0 32,1 0 32,1 0-64,-21 0-353,-20 0-544,-20 0-256,-20-20-737,-39 20-2049</inkml:trace>
  <inkml:trace contextRef="#ctx0" brushRef="#br0" timeOffset="4737.27">16575 576 4964,'0'-20'1185,"20"0"97,-20 20 1024,0-19-769,0 19 1,-20-20-65,20 20-672,0-21-353,-20 21-320,20 0-192,-21 0-96,3 21 96,-2-1 64,-21-1 32,21 21 0,2 0-32,18 20 64,-21-21-32,21 21-32,21-1 64,-3-18-96,2-2 64,21-20 0,-3 1-32,3 1 0,18-21 0,-19 0 0,0-21 32,-1 1 32,1-19-32,-20-1 97,-1 1-33,-19-1 32,0 0 96,-19 0 0,-1 0-96,0 1 0,-20-1 129,1 0-161,-1 21-96,-19 19 32,19 0-96,1 0-32,-2 39 32,21-19 0,0 20 31,20-1 33,20-18-128,0 18 0,39-19 32,-18 20-96,18-21-96,1-19-1026,-1 0-2882</inkml:trace>
  <inkml:trace contextRef="#ctx0" brushRef="#br0" timeOffset="4940.282">17111 556 15855,'20'0'-129,"-20"0"386,19 0 415,1 0-544,0 0-160,0 0-32,0 0-1601,-1 0-3716</inkml:trace>
  <inkml:trace contextRef="#ctx0" brushRef="#br0" timeOffset="5076.29">17111 655 14958,'-20'40'-225,"20"-20"706,20-20 224,0 20-417,-1-20-224,21 0-1281,0 0-5990</inkml:trace>
  <inkml:trace contextRef="#ctx0" brushRef="#br0" timeOffset="5292.302">17865 457 4067,'40'-59'5446,"-20"38"-14958</inkml:trace>
  <inkml:trace contextRef="#ctx0" brushRef="#br0" timeOffset="5624.321">17686 139 13388,'-20'-20'288,"20"20"705,0-20-128,0 20-641,20 0 321,0 0-129,1 0-320,17 0-96,23 0 64,-22 0-64,21 0-96,-21 0-288,1 0-385,0 0-768,-21 0-1794,1 0-3812</inkml:trace>
  <inkml:trace contextRef="#ctx0" brushRef="#br0" timeOffset="6136.351">17786 99 9801,'0'-20'544,"0"20"-352,0 0 577,0 0-96,0 0 352,0 20 352,20 0-608,-20 0-193,20 19 33,0 1 32,-1 20-65,1 0-159,-20 0-65,20 18 32,-20 2-224,0 0 97,20 19-161,-20 0-64,0 0 160,0-19-32,20 0 64,-20-1-64,0-19 1,0 19 63,-20-19 64,20-1-160,0 1-32,-20 0-32,20-21-32,0 21-32,-20-20 64,20-1-160,0-19 96,0 20 0,0-19 0,-20-2 32,20-19-64,0 0 128,20 19 1,-20-19 159,20 0-128,0 21 32,0-21-96,-1 0-32,21 0-224,-20 0-192,19 0-577,-19 0-641,0 0-1409,0 0-6342</inkml:trace>
  <inkml:trace contextRef="#ctx0" brushRef="#br0" timeOffset="7095.405">18460 20 8872,'0'-20'64,"0"20"929,-19 0-577,19 0-480,-20 0 64,0 0 353,20 0 95,-20 0 97,0 40 127,20-1 65,-19 1-161,19 0-127,0 19-193,19 1-128,1 0 64,0-21-96,20 1-96,19-20 97,-18 0 31,17-20 0,-17-20-32,18 20-32,-39-39-96,20 18 32,-40-18 0,0-1 32,0 0-96,0 0-64,-40-19 32,20 19 64,-39 0 32,18 1 64,-17 19 128,-3 0-64,22 20-192,-1 0 32,0 40-32,40-21 32,-19 21 32,38 0 32,1-1 32,20 1-128,-1-20 32,1 20 0,19-20-32,-19-20-321,1 20-1248,-2-20-2980</inkml:trace>
  <inkml:trace contextRef="#ctx0" brushRef="#br0" timeOffset="7499.428">18937 338 5829,'0'0'3107,"0"0"-3139,0 0 705,-20 0 95,20 0-159,0 19 160,0 1-193,0 1-384,0-2-64,20 1 33,1 0 191,-3-20 64,2 19-127,21-19 63,-21-19 224,-2-1-95,3 0-193,-1 1-32,-20-2 65,-20 1-257,-1 1-64,-17-1-128,-3 20-801,3 0-2338,-3 20-8520</inkml:trace>
  <inkml:trace contextRef="#ctx0" brushRef="#br0" timeOffset="8696.497">18599 655 8968,'-20'-19'160,"0"19"481,2-20 160,18 20-737,-21 0 448,1 0 257,0 0-641,0 0 0,1 20 320,19-1-63,-20 2-161,20 18 64,0 21-160,20-41-64,-1 21 65,1 1-97,0-22-64,21 1 64,-3-20-32,-18 19 96,21-19 32,-2 0 64,-19 0 32,0-19 65,0 19-129,0-20 0,-20 1 96,0-22-96,0 22 64,-20-21-95,0 20-161,0-20-1,-19 1 66,19 18-66,-21 2 1,1-1-32,22 20 0,-3 20 32,1-20 96,0 19 32,20 2 1,0 18 63,20-19-64,0 0 64,1 0-32,-3-1-64,22 2-64,1-2-64,-21-19-288,-1 20-641,21-20-1794,-20 0-4163</inkml:trace>
  <inkml:trace contextRef="#ctx0" brushRef="#br0" timeOffset="8870.507">18996 815 7366,'0'19'6022,"0"-19"-5926,0 20 705,0 1-353,0-2-383,0-19-130,0 20-831,0-1-2628</inkml:trace>
  <inkml:trace contextRef="#ctx0" brushRef="#br0" timeOffset="9129.522">18660 1172 16399,'0'20'224,"0"-20"-1057,0 0 193,0 0-3524,0 0-5701</inkml:trace>
  <inkml:trace contextRef="#ctx0" brushRef="#br0" timeOffset="9266.53">18699 1271 3651,'0'20'10922,"0"-20"-12363,0 0-1730</inkml:trace>
  <inkml:trace contextRef="#ctx0" brushRef="#br0" timeOffset="9404.537">18739 1391 14189,'0'39'737,"0"-39"-801,20 0 96,-20 0-3652</inkml:trace>
  <inkml:trace contextRef="#ctx0" brushRef="#br0" timeOffset="10190.582">18520 1649 7527,'0'0'128,"0"0"96,0 0 673,0 0-513,0 0 929,0-20 609,0 20-609,0-20-63,0 20-514,-20-20-319,20 20-225,-20 0-192,0 0-32,20 0 0,-19 20 0,-1 0-32,20 20 32,0-20 64,0 19 0,0 1 0,20-20-32,-1 20-96,21-21-32,1 2 192,-3-21-128,3 19 192,-1-19 32,19 0 32,-39-19 32,19-2 129,-19 2-33,0 0-32,-20-2-128,-20 1-224,0-20 32,-19 20-32,-1-19 128,1 19 64,-1-20 1,-1 20-129,3 20-97,-3 0 65,21 0 32,0 0-96,20 40 160,20-20 32,0 0-64,0 0 33,19 19-65,1-19-161,1-20-63,-2 20-513,1-20-1825,0 0-5606</inkml:trace>
  <inkml:trace contextRef="#ctx0" brushRef="#br0" timeOffset="10853.62">18996 1788 12107,'0'21'32,"0"-21"769,0 19 288,0 0-833,0 2-128,0-21 128,0 19-160,0 2-31,0-21 159,0 20 705,0-20-353,0-20-448,20 20-96,-20-21 32,21 2-96,-21-2 32,20 2 0,-20 19 32,18-19-64,3 19 193,-21 0 95,20 0 64,0 0-160,-20 0-96,20 19-32,-20 0-224,19 2-865,1-2-961,-20 2-1537,20-21-3748</inkml:trace>
  <inkml:trace contextRef="#ctx0" brushRef="#br0" timeOffset="11855.677">19314 99 7527,'0'-20'192,"0"20"865,0-20 96,0 20-448,0 0-97,0 0 1,0 0-193,20 0-256,-20 20-32,20-20 129,-1 0-33,1 20-64,0-20 0,1 0-32,-1 0-64,-20 0-32,20 0-32,-2 0-64,-18 0 32,21 0 0,-21 0 96,0 20 96,20 0 33,-20 0-1,20 20-96,-20-21-64,20 21 0,-1 20 32,-19-21-64,20 21 96,0-1-64,-20 1 0,0 20 0,0-20 32,0 19 160,0 0-191,0-19 63,0 20-32,0-2-32,0-17 32,0 18 0,20-19-32,-20-1 32,0 21-32,0-20 96,20 18-64,-20-18 64,0 0-64,0-20 32,0 19-96,19-19 0,-19 0 0,0-21 0,0 21 0,20-19 0,-20 18 64,0-19-32,0 20 33,0-20-1,0 0-32,0-1-32,0 1 0,0 20 0,0-20 64,0 0-128,0-20 128,0 19 128,0-19 64,20 0-128,-20 20 0,0-20 129,0 0 63,0 0-32,-20 0-288,20-20-64,-20 20 128,1 0 32,-1 0 32,-20 0-128,20 0-32,-19 0-897,-1 0-2658,1 0-9641</inkml:trace>
  <inkml:trace contextRef="#ctx0" brushRef="#br1" timeOffset="15034.859">19434 318 10057,'0'0'673,"0"0"1184,0-20-1056,0 20 224,20 0 192,0 0-288,-2 0-352,3 20-97,19-20 97,-1 0-289,21 20 0,-1-20-192,1 0 65,20 0-33,-22 0-192,3 0 32,-22 0-321,1 0-127,-20 0-225,-1 0-256,-19 0-1313,0-20-3235</inkml:trace>
  <inkml:trace contextRef="#ctx0" brushRef="#br1" timeOffset="15503.886">20446 218 13708,'-20'0'737,"20"0"-513,0 0 353,0 0-33,40 0-191,-1 0-65,1 0-192,19 20-128,1-20-480,-21 0-994,2-20-2434</inkml:trace>
  <inkml:trace contextRef="#ctx0" brushRef="#br1" timeOffset="15691.897">20604 59 3267,'-19'-19'6854,"19"19"-6341,19 0 1152,-19 39-672,20 1-577,-20 19-287,20-19-65,0 40-385,-20-21-960,21 1-288,-3-20-225,-18 0-768</inkml:trace>
  <inkml:trace contextRef="#ctx0" brushRef="#br1" timeOffset="16059.918">20802 0 9769,'21'0'3715,"-1"0"-3683,-20 40 64,20-1-64,0 21 0,-20 0-32,0-1 32,19 1-32,-19-1 0,0-19 0,0-20 33,0 0 31,0-1-64,20-19-97,-20 0-159,20-19 0,-20-1-128,20 0-417,-20 1 288,20-22 545,-20 22 545,19-1 608,1 0-96,0 20-769,-20 20 97,20-20-129,1 39-224,-21-19 0,20 20-256,-20-20-513,0 19-960,18-18-1570,2-1-5285</inkml:trace>
  <inkml:trace contextRef="#ctx0" brushRef="#br1" timeOffset="16347.934">21201 476 8039,'19'0'-224,"1"0"897,0-19 576,0 19 416,0-20 225,-1 0-449,-19 1-800,0 19-513,0-21-256,-19 21-64,-1-20 64,0 20 32,0 0-32,-19 20 63,39-20-31,-20 21 96,20 18 0,0-19 64,20-1 1,19 2-194,-19-1-127,20-1-352,19-19-674,-19 0-2049</inkml:trace>
  <inkml:trace contextRef="#ctx0" brushRef="#br1" timeOffset="16528.945">21438 338 14445,'0'-20'-480,"0"20"992,20 0 1,0 0-33,19 0 257,1 0-257,19 0-416,-18 0-416,-1-20-801,-21 20-481,1 0-4355</inkml:trace>
  <inkml:trace contextRef="#ctx0" brushRef="#br1" timeOffset="16737.957">21578 79 8680,'0'20'833,"20"-20"1793,-20 40-672,0-1-897,18 1-449,-18 0-191,21 20-289,-21-21-32,20 21-64,-20-20-384,20 0-865,-20-1-1922,20-19-5221</inkml:trace>
  <inkml:trace contextRef="#ctx0" brushRef="#br1" timeOffset="17184.982">21995 457 10473,'0'-20'161,"0"20"735,0-20-703,-20 20-289,-1 0 96,1 20 64,2-20-96,-3 20 0,1-1 32,0 2 0,20-1 64,-20-1 32,40 1-256,-20 0-353,20 0-96,21-20 97,-23 0 64,2 0 255,21 0 225,-21-20 513,-20 0 544,18-19-64,-18 19-320,0 20 416,0-21-225,-18 2-159,18 19-320,0 0-257,0 0 64,0 19-32,0-19-96,0 21-448,18-1-449,23-1-961,-21 1-2081</inkml:trace>
  <inkml:trace contextRef="#ctx0" brushRef="#br1" timeOffset="17510.001">22331 99 13196,'-19'-20'384,"19"20"-1120,-20 0 736,20 20 64,-20 0 0,20 0 480,0 19-191,0 21-129,0-20-96,0 20 64,0 0-64,20-1 64,0-19-95,-1-1-482,1 1-384,0-20-640,1 0-1217,17-20-4805</inkml:trace>
  <inkml:trace contextRef="#ctx0" brushRef="#br1" timeOffset="17740.014">22491 258 10057,'0'0'1473,"0"20"577,0 0-448,0 20-577,20-21-256,-20 22-385,0-2-224,19-19-160,-19 20 64,20-20-192,-20 19-449,0-19-640,20-20-961,-20 20-3043</inkml:trace>
  <inkml:trace contextRef="#ctx0" brushRef="#br1" timeOffset="18007.029">22550 159 10602,'20'-40'-32,"-20"20"1153,20 0 672,-20 20-351,20 0-1,-1 20-352,1 0-641,20 20-63,-20 0 31,19 19-160,1 1-31,1-21-257,-2 21 32,-19-20-96,0 0-97,0-1 33,-20-19 96,0 0-192,-20 0-128,20 0-1026,-20-20-3330</inkml:trace>
  <inkml:trace contextRef="#ctx0" brushRef="#br1" timeOffset="20190.154">19434 834 11498,'-21'0'1121,"21"0"-352,0 0-288,0 20 191,21-20 321,19 0 64,-1 21-192,21 18-385,-1-20-127,20 22-33,20-21-256,-20 19 32,21-20-32,-1 22-96,-39-21 96,19-1-64,-38 1-192,-3 0-416,3-20-706,-41 0-1312,0 0-2563</inkml:trace>
  <inkml:trace contextRef="#ctx0" brushRef="#br1" timeOffset="20644.18">20685 1073 6950,'0'0'3587,"-21"0"-2209,21 0 480,0 0-1058,21 20 353,-3-20-160,2 0-352,21 0-321,18 0-256,1 0 32,-21 0-128,21 0-416,-1 0-1057,-18 20-1538,-3-20-1666</inkml:trace>
  <inkml:trace contextRef="#ctx0" brushRef="#br1" timeOffset="20854.192">20942 953 10730,'-20'0'-96,"20"21"1505,0-1-192,20-1-224,-20 1-160,0 20-385,0 0-320,20 19-32,-20-19-192,0 0-448,20-1-481,-1 1-897,-19-19-1121,20-2-1825</inkml:trace>
  <inkml:trace contextRef="#ctx0" brushRef="#br1" timeOffset="21200.212">21120 933 10057,'20'-19'1954,"1"19"-1858,-21 19 513,20 22-1,0-21 129,-20 38-65,19-17-287,-19 18-257,0 1 32,0-20-64,0-1 0,0 1-32,20-19 64,-20 18 33,20-39-129,-20 0-289,20 0-95,-20 0 96,20-20-32,-20 1-193,0-2 417,0 1 416,19 0 321,-19 0-32,0 20-545,0 0-96,0 0 32,0 0-32,0 20 32,20 0-321,-20 0-1024,20 1-1954,0-2-4452</inkml:trace>
  <inkml:trace contextRef="#ctx0" brushRef="#br1" timeOffset="21474.228">21478 1352 12043,'0'0'-32,"0"0"-32,21 0 672,-3 0-159,2 0 384,0 0-1,1-21-543,-1 21-65,-2-20 256,-18 20 161,0-20-321,0 0-416,-18 20-96,-2-19 64,-1 19 32,21 0 96,-20 19-64,0 1 64,20 0 32,0 0 0,0 1-160,40-2-257,-19 1-512,17-1-1185,3-19-1825</inkml:trace>
  <inkml:trace contextRef="#ctx0" brushRef="#br1" timeOffset="21632.237">21736 1311 10986,'-20'-40'1537,"20"40"-191,20 0 31,-20-19-576,20 19-353,0 0-160,19 0-192,-19-20-288,20 20-865,1-20-1569,-23 20-3524</inkml:trace>
  <inkml:trace contextRef="#ctx0" brushRef="#br1" timeOffset="21792.246">21895 1073 7655,'-20'0'416,"20"0"993,0 20 705,0 0-384,0-1-545,0 1-608,0 20-449,0 0-32,20-1-641,-20-19-608,21 20-1089,-3-19-1922</inkml:trace>
  <inkml:trace contextRef="#ctx0" brushRef="#br1" timeOffset="22101.264">22114 1331 11723,'19'-20'224,"-19"20"256,0 0-95,-19 0-257,19 0 32,0 20-96,-20-20-32,20 0-128,0 21-96,20-2 192,-20-19 0,19 0 32,-19 20 64,0-20 0,20 0 0,-20 0-32,0-20-32,0 20-64,0-19 32,20 19 192,-20-21 129,0 21-97,0 0-480,0 0 159,0 0 194,0 0-97,0 21 96,20-21-96,-20 19-481,20 1-928,-1-20-2307</inkml:trace>
  <inkml:trace contextRef="#ctx0" brushRef="#br1" timeOffset="22296.275">22450 1052 7719,'21'-19'5669,"-21"38"-5573,-21 2 705,21 19 256,-20-21-288,20 41-321,0-20-256,0-1-544,20 1-801,1 1-865,-1-22-1441</inkml:trace>
  <inkml:trace contextRef="#ctx0" brushRef="#br1" timeOffset="22541.289">22649 1172 15150,'0'0'-64,"20"0"128,-20 0 320,20 0-31,0 20 63,-20 0-96,21 0-256,-21 0 0,0-1-64,0 1 64,-21 0 0,21 0-31,0 1-1,0-2-97,21 1-127,-3-1-320,2-19-417,0 20-1089,21-20-1730</inkml:trace>
  <inkml:trace contextRef="#ctx0" brushRef="#br1" timeOffset="22737.3">22829 1013 12972,'39'20'224,"-19"-1"1025,20 22-64,-1-2 257,-19 1-33,0 0-640,19 19-609,-19 1-160,-20-20-352,0 19-449,0-19-544,-20 0-1634,1-21-3716</inkml:trace>
  <inkml:trace contextRef="#ctx0" brushRef="#br1" timeOffset="23362.336">19553 1847 14029,'-20'21'384,"0"-21"353,20 0-449,20 0 129,20 0 223,-1 19 1,21-19-321,58 21-64,22-21 65,58 20 351,1-1-255,-40 1-481,-21 0 256,-39-20-481,-20 20-159,-38-20-353,-1 20-640,-40-20-1442,0 0-2242</inkml:trace>
  <inkml:trace contextRef="#ctx0" brushRef="#br1" timeOffset="23767.358">21280 2007 14381,'0'20'1057,"39"-20"-1121,-19 0 545,20 0-225,19 0 192,-19 0 225,-1 0-321,22 0-384,-23 20-160,3-20-449,-21 0-864,0 0-2339,-20 0-4708</inkml:trace>
  <inkml:trace contextRef="#ctx0" brushRef="#br1" timeOffset="23940.369">21517 1887 12940,'-18'41'352,"18"-2"641,0 1-577,18 19-255,-18 1-65,20-20-32,0-1-449,1 1-1184,-1 1-673,-2-22 160,3 0-609</inkml:trace>
  <inkml:trace contextRef="#ctx0" brushRef="#br1" timeOffset="24293.389">21736 1847 12427,'20'21'2242,"0"-2"-2242,0 22 289,-1-2-1,-19 21-96,20-1-96,-20-19 0,20 19-96,-20-39-96,0 0 32,0 0 0,0-20-128,0 20 320,0-40-128,0 20 96,-20-20-384,20 0 256,0-19-256,20 39 256,-20-20-129,0 0 65,20 20 224,0 0 353,-20 20-97,21 0 1,-21-1 95,0 21-96,18-20-288,-18 21-96,20-22-672,1 0-609,-1 2-1346,-20-2-2113</inkml:trace>
  <inkml:trace contextRef="#ctx0" brushRef="#br1" timeOffset="24553.404">22054 2286 8936,'20'0'32,"0"0"2242,19-21-1025,-19 21 65,0-20 95,20 0-96,-40 0-768,19 20-321,-19-20-64,0 20-192,-19-19-288,-1 19-1,0 0-63,0 0 288,0 19-32,20 1 64,0 20 96,0-20 0,20 1-64,0-2 128,20 0-256,-1 2-577,1-21-1313,-1 0-2754</inkml:trace>
  <inkml:trace contextRef="#ctx0" brushRef="#br1" timeOffset="24727.414">22312 2166 12267,'0'0'2306,"0"0"-1665,19 0 544,1 0-64,21 0-576,-3 0-33,3 0-288,-21 0-224,19 0-32,-19-20-448,0 20-801,-20-20-1378,0 0-2818</inkml:trace>
  <inkml:trace contextRef="#ctx0" brushRef="#br1" timeOffset="24885.423">22511 1967 9064,'0'60'993,"19"-21"2050,-19 1-673,0 0-896,0-1-930,-19 1-416,19 21-288,0-23-961,0 2-1153,0-19-2819</inkml:trace>
  <inkml:trace contextRef="#ctx0" brushRef="#br1" timeOffset="25224.442">22768 2265 15150,'-59'0'-96,"39"0"192,0 21 384,0-2-288,0 0 33,20 2-33,0-21-64,0 40-512,40-21 63,-20-19 97,21 0-384,-23 0-449,22 0 384,-19 0 577,-1-19 160,-20-2 224,0 2-128,0-2-160,0 21 289,-20-19 287,20 19 65,-21 0-225,21 19-128,0-19 97,0 21 95,21-2-159,17 2-65,3-2-256,-1 1-289,-1-20-447,1 20-1250,-1-20-3748</inkml:trace>
  <inkml:trace contextRef="#ctx0" brushRef="#br1" timeOffset="25455.456">23066 1868 14765,'-20'19'-64,"20"22"609,-19-2 736,19 21-64,0 19-192,0 0-192,19-19-481,1-19-223,20 18-258,-1-19-287,1-21-737,-20 1-1538,19 0-4131</inkml:trace>
  <inkml:trace contextRef="#ctx0" brushRef="#br1" timeOffset="25772.474">23325 2106 14862,'0'40'192,"0"-20"416,0 19 97,0 1-193,18-20 65,-18 20-321,0-21-96,0 2-96,0-2 97,0-19 223,0 0 64,0 0-704,0 0-64,21 0-193,-21-19-448,20-2-320,-20-17 801,20 17 736,0 1 96,-1 0 289,-19 20 64,20 0-33,0 20 129,-20 0-288,20 1-225,-20-2-160,0 21-320,20-21-833,-20 21-1634,20-20-3779</inkml:trace>
  <inkml:trace contextRef="#ctx0" brushRef="#br1" timeOffset="25960.484">23742 2245 16399,'59'20'1313,"-39"-20"-544,19 0-96,1 0-353,-20 0-256,19 0-1057,-39 0-1665,20-20-5126</inkml:trace>
  <inkml:trace contextRef="#ctx0" brushRef="#br1" timeOffset="26133.494">23920 2086 4932,'-20'20'8360,"20"20"-6822,0-20 511,0 19-63,0 1-480,-20 1-673,20-22-641,0 21-128,0-21-545,0 21-640,0-20-608,20 0-2211</inkml:trace>
  <inkml:trace contextRef="#ctx0" brushRef="#br1" timeOffset="26321.505">24119 2185 14381,'0'40'128,"0"-20"1025,0 0 449,0 1-545,0-2-513,0 0-448,0 2-448,0-2-1025,20 21-513,-20-20-2306</inkml:trace>
  <inkml:trace contextRef="#ctx0" brushRef="#br1" timeOffset="26596.521">24198 1928 1089,'0'-20'12459,"20"-1"-13323,0 21 1248,-1 0 769,21 21 352,0-1 321,-1 19-737,1 1-128,19 39-32,-18-19-64,-1 19-673,-22-18-32,23-2-96,-41 0-96,20-19-128,-20-20-160,-20 19-513,0-19-288,-1 20-769,-17-20-4452</inkml:trace>
  <inkml:trace contextRef="#ctx0" brushRef="#br2" timeOffset="37067.119">10600 417 4228,'20'20'544,"-20"-20"1410,18 0-160,-18-20-609,0 20 576,0-19-191,0 19-641,0-21-353,0 1 97,0-19 256,0 19-96,0 0-257,-18 0-320,-2 0-256,0 0-96,-1 1 32,-17 19-32,17 19 0,1 21 32,20 0 64,0 0 96,0 39-64,0-20 0,20 21 32,19 0-32,-19-1 32,21-19-128,-3 19-320,-17-39-961,-1-1-1378,0 2-3139</inkml:trace>
  <inkml:trace contextRef="#ctx0" brushRef="#br2" timeOffset="37240.129">10381 875 15919,'-20'0'2306,"20"-21"-2498,0 21 224,0 0 160,40-20-192,-20 20 384,39-19-352,-18-2-64,-3 2-160,23 19-513,-22-20-928,1 20-2691</inkml:trace>
  <inkml:trace contextRef="#ctx0" brushRef="#br2" timeOffset="37832.163">10956 735 9288,'0'-20'961,"0"20"-897,0 0 1025,20 20-544,-20 0 192,21 19-129,-21-18-352,20-2-128,-20 22-31,18-41-1,-18 19 288,0-19 385,0 0-801,0 0-417,0-19-63,-18-2 95,18-18 161,0-1-96,0 20-513,0-20 577,0 1 512,18 18 513,2 2 159,-20 19-319,21 0-289,-21 0 1,20 19-97,0 2-96,-20-2-96,19 1 64,-19 0-96,20-20 64,-20 20 160,0-20 128,20 0-159,-20 0-161,0-20-32,20 0 32,-20 20-33,0-20-63,20 1-96,-20 19 160,20 0 160,-20 0 161,19 0 31,-19 19-96,20-19-128,-20 40-96,20-20-416,0 0-801,-20-1-2211,21 2-7078</inkml:trace>
  <inkml:trace contextRef="#ctx0" brushRef="#br2" timeOffset="37984.172">11473 676 15182,'20'19'-320,"-20"1"416,0 0-289,20 0-1408,0 0-609,-1-1-2018</inkml:trace>
  <inkml:trace contextRef="#ctx0" brushRef="#br2" timeOffset="38149.182">11434 497 16623,'-20'-40'64,"20"40"-480,0-20-65,0 0-2369,0 20 640,20 0-2755</inkml:trace>
  <inkml:trace contextRef="#ctx0" brushRef="#br2" timeOffset="38430.197">11671 655 7783,'20'40'961,"-20"-20"2466,0-20-384,0 0-1570,0 0-800,0 0-481,0-20-160,0 20-96,0-19-352,0-2-97,0 2-159,20-1 319,-20 0 193,0 20 160,20-20 192,-20 20 193,19 0 319,1 20-127,-20-20-289,20 20-224,0 0-32,1-1-32,-3 21-288,-18-20-609,20 0-736,1 0-2147</inkml:trace>
  <inkml:trace contextRef="#ctx0" brushRef="#br2" timeOffset="38921.225">12049 536 9352,'-20'-19'-480,"20"19"640,-20 19 1089,20 1 97,0 0 671,0 0-799,0 20-610,20-21-384,19 21-96,1-20-63,0 0-65,-1 0 64,2-20 64,-21 0-32,18-20-64,-17 0 96,-21 0-96,0 1 0,0-2-32,0-18-96,-21 19-96,21 0 128,-20-20 224,2 21 512,18-1-287,0 20-513,0 0 224,0 0 160,0 20-96,0 19-64,18-19 32,2 0-384,1 20-673,19-21-960,-21 2-1827,1-2-5701</inkml:trace>
  <inkml:trace contextRef="#ctx0" brushRef="#br2" timeOffset="39231.243">12426 576 12235,'0'20'-32,"0"-20"224,20 20-224,-20 0-128,0-1 64,0-19-64,0 21 160,19-21-96,-19 0 96,0-21 256,0 2 321,0-1 191,0 0-351,0 0-1,20-20 449,-20 21 96,20-1 96,-20 20-577,20-21-256,0 21 97,-1 21 95,-19-21-256,20 39-32,0-19-128,0 0-640,1 0-866,-3 20-1857,2-21-6150</inkml:trace>
  <inkml:trace contextRef="#ctx0" brushRef="#br2" timeOffset="39491.258">12902 457 15951,'0'-40'-96,"0"40"1185,-20 0-865,1 0 416,-1 0 321,20 40-288,-20-21-353,20 22 1,0-2 63,0-19 96,20 20 65,19-20-65,1-1-191,0 2-33,-1-21 0,-19 19-320,0-19-481,1 0-1601,-21 0-1601,0 20-10539</inkml:trace>
  <inkml:trace contextRef="#ctx0" brushRef="#br2" timeOffset="41316.363">13459 119 3267,'-21'-40'5765,"21"40"-4260,0-20 481,-20 20-736,20 0-1090,0 0-32,0 20 256,-20 0 161,20 20-65,0 20-128,0 19-223,20-19-33,-20 19-32,20 1-128,1-21-577,-3 1-640,22-21-897,1 1-1698</inkml:trace>
  <inkml:trace contextRef="#ctx0" brushRef="#br2" timeOffset="41748.387">13756 497 15150,'-20'-21'-224,"0"21"160,20 0-161,-20 0-351,20 21 288,0-21-161,0 20-191,20-20 447,0 19 193,-20-19 64,20 0 97,0-19 127,-20 19-64,19 0 128,-19-20 1,0 20-1,0 0-256,0-21-128,0 21-352,0 0-577,0-19-320,0 19-129,0-20 385,0 20 1153,0-20 993,0 1 449,0-22-481,-19 22 96,19-1-448,-20 0-513,0 0-320,0 0-32,-19 20-96,19 20 31,-20 20 33,40-20 96,-21 19 64,21 1 0,21 0 192,-1 0 1,20-1 63,-1-19-160,1 20-96,19-40-641,-19 20-736,-1-20-1410,1 20-3619</inkml:trace>
  <inkml:trace contextRef="#ctx0" brushRef="#br2" timeOffset="42282.418">14272 377 10602,'0'-20'3267,"-20"20"-3171,0 0 704,0 0-607,20 0 287,-20 20 193,20 1-385,0-2-96,0 1-96,0 19-32,20-18-160,0-1-384,0-1-353,19 1-1217,1-20-2370</inkml:trace>
  <inkml:trace contextRef="#ctx0" brushRef="#br2" timeOffset="42548.433">14510 457 12427,'-19'0'1057,"-1"0"-768,20 0 95,-20 0-416,20 19 64,0 2 0,0-1-192,20-1-257,0-19 33,-1 20 224,1-20 128,20 0 96,-20 0 128,19 0 289,-19-20-33,-20 20 257,0-19-33,0-1 33,0-1-481,-20 2 0,0-1-96,1 0-224,-21 20-128,20-19-929,0-2-1441,1 21-2755</inkml:trace>
  <inkml:trace contextRef="#ctx0" brushRef="#br2" timeOffset="42789.447">14708 357 11018,'0'0'96,"-19"0"2242,-1 0-2114,0 0-192,20 0-96,-20 20-64,20 1-224,0-2-161,20-19 289,0 20 192,0 0 64,-1-1 321,1 2 543,0-21 258,-20 20-322,0-20-319,0 0-225,-20 19-352,20-19-865,-20 0-1986,1 0-5509</inkml:trace>
  <inkml:trace contextRef="#ctx0" brushRef="#br2" timeOffset="42939.456">14708 357 13773,'40'-19'64,"-19"19"1954,17 0-1378,-18 0-256,1-20-95,19 20-289,-21 0-545,1-20-1024,0 0-1570,0 20-5157</inkml:trace>
  <inkml:trace contextRef="#ctx0" brushRef="#br2" timeOffset="43089.464">14827 119 11210,'0'20'1313,"21"0"1410,-21 20-1250,20 19-544,0-19-608,-1 19-450,21 1-799,-20-1-1026,0-18-2018,19-22-5349</inkml:trace>
  <inkml:trace contextRef="#ctx0" brushRef="#br2" timeOffset="43270.474">15026 178 4772,'0'-19'10666,"0"38"-10506,20 2 1154,0 18-866,0 21-256,-1-20-192,1 20-480,0-21-866,0 0-1184,19-18-1730</inkml:trace>
  <inkml:trace contextRef="#ctx0" brushRef="#br2" timeOffset="43429.484">15046 178 17840,'0'-59'481,"20"39"-161,19 0 481,1 20-705,1-20-224,-3 20 64,3 0-833,-1 0-2178,-21 20-6022</inkml:trace>
  <inkml:trace contextRef="#ctx0" brushRef="#br2" timeOffset="43579.492">15125 278 7110,'0'20'5189,"20"0"-3555,0 0 416,1-1-1730,17-19-224,-18 20-384,21-20-577,-2 0-1089,-19 0-2178,0 0-5027</inkml:trace>
  <inkml:trace contextRef="#ctx0" brushRef="#br2" timeOffset="43841.507">15364 298 2978,'-20'-20'7175,"20"20"-6694,0 0 351,0 20-736,20 0-31,-20 19-1,20-19 0,0 20-192,-1-20-65,-19-20 418,20 20 1056,-20-20 288,20 0-864,-20-20-289,0 20 97,0-20-289,0 1-224,0-2-64,20 1-96,-20 1 0,0 19-1,20 0 65,-1 0 32,1 19 32,-20-19 64,20 20 32,0 1-160,-20-2-961,0 1-2274</inkml:trace>
  <inkml:trace contextRef="#ctx0" brushRef="#br2" timeOffset="44200.527">15741 357 16303,'-21'-19'-128,"3"19"736,18 19-383,-20 1-161,20 1 0,20-2-321,-20 1-639,18 0-129,23-1-257,-21-19-543,0 21-674,-1-21 193,-19-21-288,20 21 1473,-20-19 961,-20-1-289,20 0-2017,-19 1 2211,-1-2 5923,0 1-832,20 20-1985,0-19-1538,0 19-160,0 0 161,20 0-514,19 0-447,-19 0-257,20 0-32,-1-20-128,1 20-96,-20 0-353,1-20-928,-21 20-3460</inkml:trace>
  <inkml:trace contextRef="#ctx0" brushRef="#br2" timeOffset="44360.536">15919 119 12844,'40'0'320,"-40"20"1634,20 0-96,-20 20-449,0-21-544,21 21-673,-21 0-673,0-20-1504,0 19-578,0-19-2434</inkml:trace>
  <inkml:trace contextRef="#ctx0" brushRef="#br2" timeOffset="44504.545">16137 278 13036,'21'20'929,"-21"-20"-737,20 20-192,-20 19-1954,20-19-3107</inkml:trace>
  <inkml:trace contextRef="#ctx0" brushRef="#br2" timeOffset="44618.552">16218 178 3683</inkml:trace>
  <inkml:trace contextRef="#ctx0" brushRef="#br2" timeOffset="44844.564">16277 238 7815,'0'20'769,"0"-20"864,0 20-608,20 0-192,-20-20 224,0 20-288,20 0-289,-1-20-192,-19 0-127,20 0 127,0 0 641,-20-20 0,20 0-321,-20 0-448,-20 0-384,20 0-705,-20 0-1857,0 1-5478</inkml:trace>
  <inkml:trace contextRef="#ctx0" brushRef="#br2" timeOffset="45080.578">16396 278 10153,'21'20'3491,"-21"-20"-608,18 0-865,-18 0-929,0 0-384,0 0-577,0 0-320,0 0-385,0 0-95,0 0-65,20 0 0,-20 0 385,20-20 288,1 20 64,-21 0 64,20-20 64,-20 20-160,0 0-128,0 20-1057,0-20-3043</inkml:trace>
  <inkml:trace contextRef="#ctx0" brushRef="#br2" timeOffset="45232.587">16674 298 1121,'20'-40'16848,"-20"40"-16304,0-20 385,0 20-1185,0 0-961,0 0 31,20 0-575,-20 0-3428</inkml:trace>
  <inkml:trace contextRef="#ctx0" brushRef="#br2" timeOffset="45378.594">16773 258 7142,'0'-20'289,"0"20"-257,20 0 160,-20 0-96,0 0 416,0 0-95,0 0-321,20 20-641,-20-20-2337</inkml:trace>
  <inkml:trace contextRef="#ctx0" brushRef="#br2" timeOffset="45521.603">16913 139 13901,'0'-40'-929,"0"20"96,0 20-6822</inkml:trace>
  <inkml:trace contextRef="#ctx0" brushRef="#br2" timeOffset="45693.613">16951 0 1569,'21'0'11723,"-1"0"-10442,0 20 641,19 0-481,-19-1 481,0 21-320,20 0-641,-21-20-513,1 20-448,0-1-769,-20 1-1345,0 0-448,-20-1-2819</inkml:trace>
  <inkml:trace contextRef="#ctx0" brushRef="#br2" timeOffset="46711.671">10719 1212 10986,'-40'0'1025,"20"0"1217,-1 0-448,3 0-481,18 0 160,-20 0-480,20 0-576,20 0-321,-2 0 0,43 0-64,-2 0 32,40-20 64,20 0-96,40 0 64,20 0 64,20-19-96,19 19-32,40-20-32,1 20 97,-22 1-65,2-1 32,-41 20 32,-20-21-64,-18 21-96,-61 0-64,-20 0-481,-58 0-416,-3 21-705,-36-21-4836</inkml:trace>
  <inkml:trace contextRef="#ctx0" brushRef="#br2" timeOffset="52435.998">12663 1192 6694,'0'-20'1505,"0"20"1538,0 0-961,0-20-897,0 20-64,-18 0-256,18 0-545,0 0-256,0 0-128,18 0 128,-18 0 33,0 20-1,20 0 0,0 0 0,1 0 0,-1 0 0,-2 19 0,23 1 32,-1-19-64,-1 18 128,21-20-159,19 22 95,0-22-96,0 1 32,21 19 0,-20-18-128,20-1 192,-21-1-352,20-19 128,-20 20-33,20-20 97,0 20 0,-20-20 128,2 0-160,-2-20 96,-20 20-64,-19 0 32,19 0 0,-18 0-128,-21 0 96,18 0-32,-17 20 64,-1-20 0,-20 40 96,20-20 64,0-1 161,-20 1-289,0 0 96,19 0-128,-19 0 0,20 1 0,-20-2-64,20 0 128,-20 2-192,20-21-257,-20 19-95,20-19-321,-20 21-544,0-21-865,0 0-2018</inkml:trace>
  <inkml:trace contextRef="#ctx0" brushRef="#br2" timeOffset="52739.016">14272 1887 11659,'-20'0'192,"0"0"544,20 0-127,0 0-32,0-19 95,0 19-223,20 0-33,-20 19 129,20-19-97,19 21-160,2 18-128,-3-19-96,3 20 33,19-20 63,-21 0 64,1-20 545,-20 0 127,19-20-159,1 0-64,-1-20-161,1 20 1,-19 1-417,-1-1-128,-2-1-705,-18 21-1089,20-19-1985</inkml:trace>
  <inkml:trace contextRef="#ctx0" brushRef="#br2" timeOffset="60372.453">6510 2841 480,'-20'20'1601,"20"-20"289,-20 0-512,20 0-65,0 0 224,0 0 225,0 0-64,-19 0-289,19 0-288,0 0-256,0 0 0,0 0-97,0 0-191,0 0-225,0 0-96,0 0-159,0 0-33,19 0 32,1 0 0,20 0 0,-1 0-64,21 0 64,-1 0-160,20 0 32,20 0 128,-18 0-160,18 20 64,-20-20 32,21 0 96,-1 0-192,-20 0 32,0 0 64,-19 0-288,-21 0-385,-19 0-800,0 0-1762,-20 0-5221</inkml:trace>
  <inkml:trace contextRef="#ctx0" brushRef="#br2" timeOffset="63663.64">7146 3954 8199,'-21'0'577,"21"0"-1,0 0 321,0 0 96,0 0 609,0 0-97,0 0-640,0 0-385,0 0-31,0 0 159,21 0 1,-21 0-225,20 0 1,-20 0-129,18 0 128,2 0-95,21 0-65,-21 0-96,-2-20-96,3 20 64,19 0-128,-20 0 64,-1 0 0,1-20-32,0 20-64,20 0 128,-21 0-96,1 0 32,0 0 96,21 0-96,-23 0 0,2-20 0,0 20 0,21 0 0,-23 0 0,3 0 0,-1 0 0,0 0-32,19 0 32,-19 0 32,20 0-32,-20 0 0,19 0 0,1 0-32,-20 0-32,19 0 128,-19 0-32,21-19-64,-21 19 0,19 0 32,1 0-32,-1 0 0,1 0 96,0 0-192,-1 0 96,1 0 64,-1 0-96,1 0 32,1 0 0,-23 0 32,2 0-32,1 0 0,19 0 32,-1 0 0,1 0-32,0 0-64,-1 0 32,22 0 160,-3 0-192,-17 0 96,18 0 32,0 0-32,21 0 64,-21 0-128,0 0 128,22 0-64,-22 0 0,20 0 32,-19 0 32,-1 0-192,20 0 192,-18 0-64,-3 0-32,22 0 64,-20 19-96,-1-19 128,20 0-64,-19 0-32,-1 0 160,20 20-160,-18-20 32,18 0 96,-19 20-64,-1-20-32,0 0 64,22 0-64,-22 20-32,0-20 64,21 0-64,-21 0 64,0 20-32,22-20 32,-22 0 0,0 0 0,1 0-32,19 0 64,-18 0-64,-3 0 32,-17 0 0,18 0-96,0 0 96,1 0-32,-21 0 64,21 0-96,-1 0 96,2 0-64,-2 0 0,-1 0 0,3 0 32,-2 0-64,1 0 64,-1 0 0,2-20-32,-2 20 0,20 0 0,-39 0 0,19 0 32,1 0 32,-1-20 64,0 20-192,2 0 160,-2 0-96,1-20 33,-1 20 31,1 0-96,-1-20 32,0 20 32,2 0 0,18-19-96,-20 19 128,21 0 32,-21-21-96,0 21-64,22 0 128,-22 0-64,20 0 96,1 0-64,-1 0 32,0 0 0,1 0 64,-20 0-32,19 0-96,-40 0 0,1 0 0,0 0-224,-21 0-577,-19 0-640,-19 0-2723</inkml:trace>
  <inkml:trace contextRef="#ctx0" brushRef="#br1" timeOffset="83305.764">22511 5484 1281,'0'0'1954,"0"0"-833,-20 0-64,20 0 224,0 0 192,0 0-160,0 0-223,0 0 31,0 0 96,0 0 32,0 0-256,0 0-288,0 0-225,0 0-96,0 0-95,0 0-1,0 0-96,0 0-96,0 0 64,0 0 97,0 0-65,0 0 0,20 0 0,-20 0 0,19 0 0,1 0-95,20 0-1,-1 0-32,21 20-64,-1-20 32,2 0 0,18 0-128,0 0 256,0 0-160,1 0 0,-1 0 32,1 0-64,-22 20 96,3-20-32,18 0 0,-19 0 64,40 0 0,-1 0 0,19 0 32,-38 0-32,20 0 1,-21 20-1,0-20-32,0 0-32,-19 0-32,19 0 0,-20 20 0,22-20 64,-22 20-32,20-20-32,-19 0 0,-21 0 96,1 19-128,-1-19 160,-19 0-128,-20 0 0,20-19-384,-20 19-385,0 0-288,0 0-769,-20 0-4067</inkml:trace>
  <inkml:trace contextRef="#ctx0" brushRef="#br1" timeOffset="84823.851">25250 5584 8584,'0'19'160,"-20"1"833,20-20 1377,0 0-769,0 0-832,0 0-320,-20 0-33,20 0-64,0 0 161,0 20-129,0-20-224,-20 0-160,20 0 128,-20-20 1,1 20-33,-1 0-96,20-20 64,-20 1-32,0-1 64,20 0-32,-20-20 64,20 20 96,-19-19 33,19-1-193,0 0-64,0 1 64,0-21 32,0 20 192,0 0-256,0-20 96,0 21-96,19-21-32,-19 1-224,20-1 480,0 1-256,-20-1 0,20-21-32,-20 22 32,0-20-96,0 19 32,0 1-224,0-21-33,-20 21-63,20-1 192,0 0 192,0 0 64,-20 21 0,20 0-32,0-21-32,-20 40 0,1-20 0,-1 0-32,0 21 32,-1-2-32,1 2 0,2-1 0,18 0 32,-20 20 0,-1-20 0,1 20 96,0-20-32,2 20-96,-23 0 32,1 0-32,-19 0 32,0 0 0,-22 0 0,-18 0-32,0 0 32,-20 0 0,1 0 0,-2 0-96,-39-20-256,1 20-193,-21 0 65,-19 20-65,18-20-160,22 20 449,39-20 192,-1 20 128,41-20 160,0 20 97,39-20 95,-19 0-160,39 0-63,-21 20 31,23-20-96,18 0-128,0 0-64,0 0-128,0 0-225,0 0 225,0 0 160,0 0 32,0 0 32,0 0 0,0 0 160,0 0 32,0 0-95,0 19-97,0-19 0,-20 0-32,20 21 0,0-21 0,0 19 0,0 1 64,0 0-128,0 20 160,0-1-96,0 2 32,0-2-32,0 21 0,0-1-32,0 1 64,-21 20-32,21-21 32,0 20 32,-20 1 0,20-1-32,0 1-32,0-1 0,-20 1-32,20-20 64,0-1 0,0 1 0,0-1 352,0 1-95,0 0-193,0 0-64,0-21-32,20 0 0,-20 2 32,20-2 32,-20-19-128,21 20-64,-21-20-32,0 0-1,20-20 33,-20 20-512,0-20-1058,0 0-5381</inkml:trace>
  <inkml:trace contextRef="#ctx0" brushRef="#br1" timeOffset="86352.939">5775 4609 10217,'-39'21'1313,"19"-21"-384,20 0-384,0 0-385,0 19 192,20-19 577,19 20 64,1-20-512,19 0-193,2 0 0,-2 0 96,20 0-31,0 0-129,-19 0-128,-1 0-96,2-20-32,-23 20-224,-17 0-449,-1-19-704,-20 19-1025,0 0-3140</inkml:trace>
  <inkml:trace contextRef="#ctx0" brushRef="#br1" timeOffset="86632.955">6093 4510 12972,'-20'0'352,"20"0"-160,0 0 161,0-20 255,20 20 289,0 0 0,19 0-577,21 20-224,-1-20-64,2 0 32,-2 20 225,1-20-97,19 20-128,-20-20-32,1 20-32,-21 0 0,1-20-64,-40 19-64,0 2-64,-20-2 95,0 1-31,-39 19 128,19-18 32,1 18-32,-21-18-480,21 19-1474,-1-1-3715</inkml:trace>
  <inkml:trace contextRef="#ctx0" brushRef="#br1" timeOffset="87699.015">24198 5902 10890,'-20'0'961,"20"0"672,0 0-63,0-20-321,0 20-801,0 20 353,0-20 32,0 19 0,20 21-129,0 0-159,0 19-321,-1 1-96,1-1 0,0-19-96,0 20 32,-20-20 0,20 0-96,-20-20 32,19-1-288,-19 1-320,0-20-225,20 0-480,-20 0-2275,0 0-7430</inkml:trace>
  <inkml:trace contextRef="#ctx0" brushRef="#br1" timeOffset="88124.04">24139 6200 7046,'-20'19'-288,"20"-19"384,0 0 1313,0 0 769,-21 0-864,21 20-129,0-20-449,-20 0 257,20 0-32,0 0-128,0-20-160,-20 20-289,20 0-160,0-19-32,0-2 1,0 2-33,0-1-64,0 0 0,20 0 160,-20-20 161,0 20 159,-20-19-127,20 19-33,0 0 129,0 0-97,0 0-160,20 20-192,-20-19-96,20 19 32,21 0 0,-23 0 32,23 19-128,18-19 160,-19 20-96,19 0-32,-19 0 0,0-20-288,-1 20-481,2-20-832,-21 20-1762,-20-20-11467</inkml:trace>
  <inkml:trace contextRef="#ctx0" brushRef="#br1" timeOffset="93414.342">13914 2881 992,'-59'0'2371,"39"20"-1090,-20-20 32,21 0-64,-1 0 673,0 0 448,20 0-352,0 0-608,0 0-385,0 0-193,0 0-255,0 0-33,0 0-159,0 0 31,0 0-384,0 0 64,0 0 32,20 0 65,0 0 159,19 0-96,1 0 65,19 0-129,20 0 32,-18-20-160,38 0-64,-20 20 96,0-20-96,0 20 0,22-21 0,-2 21 96,0 0-128,1 0 64,-1 0-32,19 0 32,-19-19-32,-18 19 64,-2 0-64,0 0 32,-39 0 0,19 0 0,-19 0-64,-1 0 64,1 0-32,1 0-64,-3-19 64,23 19 0,-22 0 64,21 0-128,-1 0 96,0 0 0,1 0-288,19 0 512,0 0-256,2 0 96,-2-20-32,0 20-128,0 0 128,0 0 65,-18 0-225,-2 0 192,1 0-192,-1 0 31,-19 0 130,19 0-1,2 20-128,-2-20 64,0 0-33,1 0 33,19 0 0,-20 0 97,2 0-161,-3 0 256,3 0-192,18 0 256,0-20-32,-20 20 128,22 0-159,-22 0 63,1 0-64,-1 0 32,-19-20-128,-21 20-64,1 0-32,-20 0-416,0 0-1089,-20 0-641,-19 0-2050</inkml:trace>
  <inkml:trace contextRef="#ctx0" brushRef="#br1" timeOffset="95117.439">9011 2921 4900,'-19'0'1057,"19"0"545,0 0 255,0 0-447,0 0 159,0 0-512,0 0-480,0 0 31,0 0 1,19 0-97,1 0-159,0 0-193,0 0-32,0 0 32,-1-20 0,21 20-64,19 0-32,1 0 33,-1 0-65,2-20-32,18 20-32,20 0 128,0 0-96,1 0 0,19 0 0,0 0 0,-1 0 0,22 0 0,19 0 32,-21 0 128,2 0 192,-2-20 65,1 20 31,-19 0-64,-1-20-63,-40 20-289,-20 0-128,-19 0-257,-19 0-447,-21 0-1539,0-21-5444</inkml:trace>
  <inkml:trace contextRef="#ctx0" brushRef="#br1" timeOffset="96107.496">2817 5861 7238,'0'0'1121,"0"0"-1121,0 0 993,0 0 1602,0 0-769,20 0-737,20 0-513,-19 0-63,17 0-161,3 0-64,-3 0 65,23 0-161,-2 0 0,1 21-64,-1-21 0,0 0 96,2 0-63,-3 0 31,3-21-32,-22 21-160,-19 0 64,0 0 0,-20-19-32,20 19-64,-20 0 0,0 0-64,0 0 0,0 0-160,0 0-289,0 0-480,0-20-1409,0 20-2627</inkml:trace>
  <inkml:trace contextRef="#ctx0" brushRef="#br1" timeOffset="96447.515">3453 5684 9833,'-21'0'1345,"21"0"-288,0 0-64,0 0 64,21 0 224,-1 19-416,0-19-384,19 20-225,1-1-160,-1-19 32,21 20 288,-21-20-255,21 21-129,-19-21 96,-3 20-32,-17-20 128,-1 19-160,-20-19-32,0 20 192,0-1 65,-20 2-193,-21-1 0,3-1-32,-3 1-96,1 0 64,1 20-192,-1-20-385,1 19-352,19 1-768,-20 0-1955,20-1-7718</inkml:trace>
  <inkml:trace contextRef="#ctx0" brushRef="#br1" timeOffset="99153.671">15522 6260 4996,'0'0'256,"0"0"-63,0 0 704,0 0 416,0 0 224,0 0-544,0 0-384,20 0 31,-20 0 161,0 0 160,0 0-449,0 0-319,20-21 63,-20 21-32,20 0-96,1 0 32,-3 0-128,2 0 32,1 0-64,-1 0 0,0 0 33,19 0-33,-19 0 0,0 0 32,19 0-32,-19 0 32,0-20-32,0 20 64,19 0-96,-19 0 96,0 0-96,0 0 64,1 0-32,-21 0-32,18 0 32,2 0 0,0 0 32,1 0-32,-1 0 0,0 0 0,19 0 32,-19 0-32,0 0 0,0 0 0,19 0 0,-19 0 32,20 0-32,-21-19 0,21 19 32,1 0-64,-3 0 64,-18 0-32,21 0 0,-2 0 32,1 0-64,-1 0 64,1 0-64,0 0 32,-1 0 0,1 0 0,-1 0 0,1-21 32,21 21 0,-2 0 160,0 0 160,-19 0-192,19 0-160,-19 0 0,0 0 0,19 0-96,-18 0-96,-3 0-128,3 21 96,-2-21 64,21 0 63,-1 0 1,1 0-96,-21 0-480,1-21-3140</inkml:trace>
  <inkml:trace contextRef="#ctx0" brushRef="#br1" timeOffset="102479.861">3135 8207 11434,'-20'0'1057,"20"0"-640,0 0 608,0 0 384,0 0-640,0 0-481,20 0 128,20 0-95,-1 0-97,1 0 128,19 0-128,-19-21-191,1 21-1,-3 0 0,3 0-32,-2 0-193,-19-19-319,0 19-705,0-20-1538,0 20-3363</inkml:trace>
  <inkml:trace contextRef="#ctx0" brushRef="#br1" timeOffset="102739.876">3473 8028 11723,'-20'0'1057,"20"0"-1314,0 0 514,20 0 1184,0 0-416,19 0-352,1 19-385,-1-19-32,21 20 64,-21 0 65,1-20-161,1 40-160,-21-20-32,-2 0-32,-18 20 32,-18-21 0,-2 1 64,-21 0 64,1 0-32,1-20 225,-1 20-161,1 0-96,19-20 0,0 19-448,0 1-1442,0 1-3203</inkml:trace>
  <inkml:trace contextRef="#ctx0" brushRef="#br1" timeOffset="103804.937">15503 8584 5124,'-20'0'1378,"20"0"127,0 0-160,0 0 353,0 0 64,0 0-449,0 0-384,0 0-161,0 0-191,0 0 32,20 0-97,19 0-288,1-20 33,40 20-225,-1 0-32,0 0 32,40-20 64,21 20-32,-1-20-64,-1 20 192,22-19-64,-2 19 32,20-20 32,-18 20 129,-2 0-65,2-21 0,-22 21-96,-19-19 33,-20 19-97,-20 0-64,-18-20-64,-41 20-353,-20 0-223,0 0-545,-20 0-449,-20 0-864,-1 20-1410,-18-20-2658</inkml:trace>
  <inkml:trace contextRef="#ctx0" brushRef="#br1" timeOffset="104554.98">3015 10592 4996,'21'0'4741,"19"0"-3524,-20 0-224,19 0-128,-19 0 31,20 19-127,-1-19-352,21 0-257,-1-19-64,0 19-32,-18-21 32,18 1-224,-19 20-577,-20-19-1185,-20-2-2241</inkml:trace>
  <inkml:trace contextRef="#ctx0" brushRef="#br1" timeOffset="104785.992">3453 10432 6790,'-21'0'3780,"21"0"-4133,21 0 481,-1 20 609,0-20 384,19 0 64,1 20-480,-1-20 0,21 20-97,-40-20-31,19 19-65,-19-19-224,0 21-95,-20-2-1,0 1 128,0-20 128,-20 21-159,-20-2-193,21 1-64,-21 0 0,0-1-481,21 2-1665,-21-1-4131</inkml:trace>
  <inkml:trace contextRef="#ctx0" brushRef="#br1" timeOffset="105630.041">15443 10969 8520,'-20'0'2306,"20"0"-224,20-20-321,0 20-800,20 0-160,-1-20-160,22 20-193,18 0 97,0 0-193,40 0-96,1 0 129,17 0-1,23 20-128,-2-20-32,21 0-128,-20-20 257,-1 20-33,-18-20-64,-21 20-128,-19-20-160,-42 20-64,-17 0-288,-21 0-96,-20 0-353,-20 0-192,-21 0 32,3 0-288,-23 20-225,2-20-992,-1 20-4100</inkml:trace>
  <inkml:trace contextRef="#ctx0" brushRef="#br1" timeOffset="107494.148">15682 1609 12523,'-20'20'961,"-1"0"449,21-20-257,-20 0-385,20 0 353,0-20-384,0 20-352,0 0-97,0 0-224,0 0 0,20-20 0,1 20 32,-1-20 0,18 1-96,3-1 32,-1-20-128,-1 0 128,1 0-192,-1 1-160,-19 0-449,0-2-576,0 1-705,-20 21-1313,21-21-3300</inkml:trace>
  <inkml:trace contextRef="#ctx0" brushRef="#br1" timeOffset="107746.162">15880 1093 7527,'-60'0'3235,"41"0"-128,-1-20-1218,20 20-1216,-20 0-417,40 0 225,0 0-97,-1 0-320,41 0 32,-1 0-64,2 0-64,18 0 32,-21-21-64,3 21-64,-22 21-64,-19-1 0,0-20 128,0 20 64,-20-1 64,0 1 64,0 0 128,-20 0-160,20 0-64,-20 0-32,20 0-128,0-1-384,0 21-1154,0-20-3363</inkml:trace>
  <inkml:trace contextRef="#ctx0" brushRef="#br1" timeOffset="129157.387">20843 636 480,'-20'0'1025,"20"0"-256,0 0-449,-21 0 0,3 0 97,18 0 63,-20 0 609,20 0 192,-20 0-96,20 0 65,0 0-161,-21 0-224,21 0-161,0 0 33,0 0-129,0 0 33,0 0-96,0 0-1,0 0-224,21 0-127,-1 0-65,0 0-32,19 19-64,21-19-32,-1 21-64,0-2-32,22-19-32,-2 20-33,20-20 33,-20 20 96,40 0 0,-20 0 32,21-1 32,-1 2 0,1-21-32,18 0 32,1 0 32,-1 0-64,-19 19-96,-19-19 32,-21 0-128,-19 20-897,-19-20-641,-23 0-63,2 0-449,-20 21-225,0-21 65</inkml:trace>
  <inkml:trace contextRef="#ctx0" brushRef="#br1" timeOffset="129894.429">23325 338 8520,'0'0'1089,"0"0"-577,0 0 929,0 0 33,18 0-321,3 0-192,39 0-385,-1-20-223,20 20-65,2-20-64,18 20-192,-20 0-96,-20-20-288,-19 20-321,-1 0-1185,-19 0-1729,-20 0-1506</inkml:trace>
  <inkml:trace contextRef="#ctx0" brushRef="#br1" timeOffset="130248.449">23443 119 7302,'20'-20'353,"0"20"-65,-20-20-288,0 20 128,0 0 160,0 20 321,-20-20 32,0 20-289,1 20-160,-21-21 673,-1 21 256,3-20-512,18 20-257,-21-20-64,23 20-32,-3-21-127,1-19 127,20 20 256,0 1 321,20-2-417,19-19-287,2 20-65,-1-20 0,19 20-160,0-1-641,-19 2-1473,20-1-2531</inkml:trace>
  <inkml:trace contextRef="#ctx0" brushRef="#br1" timeOffset="136244.792">15384 5246 96,'0'-20'1249,"0"20"-705,0 0-31,0 0 63,0 0 898,0 0 95,0 0-288,0 0-320,0 0 128,20 0 96,-20 0-95,0 0-66,0 20-351,0 0-289,0-1-127,-20 2-129,20 18-32,0 0-96,0 2 64,0-2-32,0 21 256,0-20 289,-20 19-193,20 2-96,0-3-63,0 3-161,0-3-64,0-17 64,0 18-32,0-19-32,-20-1 0,20 1 32,0-20-32,0 20 64,0-20-64,0-20 0,0 19 32,0-19-32,0 21 32,0-21 0,20 0-32,-20 19 96,0-19-96,20 0 32,-20 20-32,20-20 64,-20 0 0,19 0 32,-19 21 129,20-21-1,-20 0-32,40 0-32,-20 0-64,-1 0-96,21 0 0,-20 19 64,19-19-64,2 0 96,17 0-192,-17 0 128,18 0 64,1 0-192,-1 0-32,20 0 64,-18 0-96,-21 0 32,19-19-96,0 19 63,-19 0 33,19 0 96,-19 0-96,19-21 0,-19 21 64,1 0 0,18 0 96,0 0-64,1-20 32,-1 20 0,1 0 32,-1 0-96,20 0 64,-18 0 0,-2 0 0,1 0 0,-21 0 32,21 20 32,-21-20-64,22 0 96,-23 0 0,3 0 32,18 0-64,-19 0-96,-1 0 64,1 0 0,0 21 32,19-21-31,-18 0 95,-23 0 224,23 19-32,-1-19-63,-20 0-97,-1 0-64,1 0-32,-20-19 96,0 19-32,0 0 32,0 0-32,0 0-32,0-21 97,-20 21-161,1-20-64,19 1 32,0-2 32,0 2 32,-20-1-128,20-20 32,0 0-96,0 1 63,0-1 194,0-20-258,0 0 194,-20 2-65,20-3-65,0-18 33,-20 19 32,20 1 0,0 19-32,-21 0 161,21 1-194,0-2 162,0 2-194,0 20 194,0-22-194,0 22 97,21-1 0,-21-19-96,0 18 96,20 1 0,-20 1-32,0-2 0,-20 21 96,20-19 32,0 19 1,-21-20-65,21 20-161,-20 0 194,-19 0-162,-21 0-63,1-20-32,0 20 64,-40 0 96,0 0 32,-41 0 64,1 0 96,-19 0-160,-2 20 128,2-20-160,0 20 32,-22-20-32,22 19 32,-21-19 353,40 0 31,-1 21-32,22-21-256,-1 0-32,59 0-128,1 19-352,18-19-865,41 20-2435,20 1-7494</inkml:trace>
  <inkml:trace contextRef="#ctx0" brushRef="#br1" timeOffset="141426.088">14014 6895 9128,'0'20'1506,"-21"-20"-674,21 0 97,0 0 192,21 0 161,-1 0 95,0 0-512,19 0-449,21 0-224,-1 0 96,20 0-191,-18 0 31,38 0-160,-20 0 96,20 0-64,-39 0 0,20 0-257,-42-20-127,3 20-64,-21 0-417,0 0-448,-20 0-769,-20 0-1986,0 0-4420</inkml:trace>
  <inkml:trace contextRef="#ctx0" brushRef="#br1" timeOffset="141773.108">14212 6776 8616,'20'-20'576,"-20"20"65,0 0 1249,0 0-257,-20 0-1056,0 0-321,-19 0-256,-21 20-32,21 0 64,-1 0-32,1 0 64,-2-1-32,21 1 64,0 0-32,2 0 160,-3 0-63,21 0-33,21-1 224,-3 1-96,2 0-96,41 20-64,-2-20 1,0-1-33,1 2-160,-1-2-897,1-19-2467</inkml:trace>
  <inkml:trace contextRef="#ctx0" brushRef="#br1" timeOffset="152604.728">15562 8584 4932,'0'0'801,"0"0"-673,0 0 1377,0 0 706,0 20-546,0-20-448,0 0-384,20 0-224,-20 0-1,0 0 1,0 0-33,0 0-159,21 0-33,-21 0 97,0 0 63,0 0-128,-21 0-351,21 0-33,-20 0-64,0 0-33,0 0 33,1 0-256,-1 0 608,0 0-223,0 0-97,0 0 32,20 0 32,-19-20-32,19 20 0,0 0-32,-20-20-32,20 20 32,0 0 0,-20 0 64,20-20-32,0 20 0,0 0 0,0 0-32,0 0 0,0-20 0,0 20 160,0 0-160,0 0 96,0-19 32,0 19 32,0-20-64,0 20-31,0 0-1,0-21 32,0 21-64,-20-19 96,20-1-192,0 20 128,0-20-64,0-20 0,0 20 0,0-19-32,-20-21 64,20 21-32,-19-21 0,19-20-288,-20 21 544,0-21-320,20 20 0,-21-19 32,21 20 32,-20 19 32,20 0-32,0 0 32,0 0 96,0 21-224,0-22 96,0 22-32,0-1-32,20 0 128,-20 0-128,0 0 64,0 0 0,0 1-257,0 19 514,0 0-257,0-20 32,0 20-64,0 0-32,21 0 32,-1 0 32,-20 0-32,39 0-289,-19 0 577,0 0-288,20 0 64,-1 0-96,1 0 64,19 0-32,2 0 32,-2 0 0,20 0-64,0 0 0,20 0-64,0 0 96,2 0 32,-2 0-32,0 0 64,-20 0-96,21 0-32,-1 0-32,-20 20 64,20-20-32,0 0 0,-20 0 64,21-20 0,-40 20 32,19 0 0,-20 0 96,-19 0-192,19-20 96,-18 20 0,-1 0 32,-1 0-64,1 0-1,-1 0 33,1 0 97,0 0-129,-21 0 0,1 0-1,0 0 33,-20 0 0,20 0 33,-20 0 95,0 0-192,0 0 0,21-20 128,-21 20-64,18 0 0,-18 0-32,20 0 64,-20 0-129,0 0 162,0 0-33,0 0-32,0 0 96,21 0-32,-21 0-64,0 0 128,0 0-128,0 0 32,0 20 32,0-20-64,0 0 160,0 20-160,0 0 0,0-1 64,0 1 0,0 0 32,0 0 0,0 20 97,-21-1-33,21 22 192,-20-23-160,20 23-96,-18-2 0,18 21-32,-21-21 65,21 1-129,0 20 32,0-21 32,0 1 32,0 0 96,0-21-96,0 1-192,0 0 256,0-1-160,0-18 32,21-2-32,-21-19-32,0 0-128,0 20-256,0-20-353,0 0-384,0-20-833,0 20-2498,0 0-7270</inkml:trace>
  <inkml:trace contextRef="#ctx0" brushRef="#br1" timeOffset="154027.809">16119 9180 8359,'18'0'225,"3"0"127,19 0 801,-1 0 0,1 0 224,19 0-288,22 0-672,-23 20-161,22-20 225,-1 0 287,1 0-95,-1-20-385,-20 20-192,2 0-96,-2-20 0,-39 20-96,20 0-32,-40-20-64,0 20-160,0-19-385,0 19-544,-20 0-641,0 0-897,-21 0-3619</inkml:trace>
  <inkml:trace contextRef="#ctx0" brushRef="#br1" timeOffset="154416.831">16396 8962 7655,'39'-21'1313,"-19"21"-64,-20 0 161,0 0 63,0 0-32,0 21-448,-20-21-705,2 19-255,-23 1-194,-18 0 97,-1 0 32,21 0 64,-21 19-32,21-18-32,-1-2 0,19 1 32,1 0-32,20 0 32,0 0 64,20 0 96,21 0 129,-3-1-65,3 1 0,18 0-128,1 20-128,-21-20-224,21-1-1282,-21 1-3971</inkml:trace>
  <inkml:trace contextRef="#ctx0" brushRef="#br1" timeOffset="159467.12">6668 8684 1537,'0'-40'1505,"0"19"1218,0 2-417,0-1-32,0 20-192,-19-20-384,19 20-609,0 0-641,0 20-416,0-20 64,0 39 1,0 1-65,0 0 0,0 20 0,0 19-32,0 1 64,0-1-128,0 1 192,0 19-64,0-19-32,0-21 0,19 20-64,-19-19 96,20-1-32,-20-18-32,20 18 0,-20-19 32,20 0-32,-20-20 0,0 0 32,0 0 0,0-1-32,0 1 0,21-20 32,-21 20 0,0-20-32,0 0 0,0 20 0,0-20 0,0 0 32,0 20-32,18-20 32,2 0 0,1 0 0,-1 20-32,0-20 64,-2 19 0,23-19 0,-1 0-64,-1 21 0,1-21 32,19 0 32,2 0-64,-3 0 33,3 0-33,-2 0 0,0 0 32,21 0 0,-21 19-32,0-19 0,2 0 32,-2 0-32,20 0 32,-19 0-32,-1 0 0,22 0 32,-22 0-32,-1 0 0,23-19 96,-22 19-64,20 0 64,0 0-32,-18-21-64,18 21 64,-20 0-64,21 0 0,-21 0 32,20 0-32,-18-19 0,18 19 0,0 0 0,0 0 0,1 0 0,20 0 0,-1 0 64,0-20-64,-20 20 128,20 0 64,1 0-96,-1 0-96,0 0 0,20 0 65,-19 0-97,19 0 160,-20 0-224,21 0 128,-21 0 0,19 0-32,-19 0 64,20-20-128,1 20 96,-1 0 0,0-20 96,1 20-96,-2 0 32,1 0-64,0-20-32,21 20 32,-21 0 0,-1-20-96,1 20 0,1 0 32,-21 0 32,20-19 128,-19 19-160,-1 0 64,0 0-32,-20 0 64,20 0-64,-20 0 32,2 0 0,-2 0 32,-20 0 0,-19 0-32,19 0 32,-39 0-128,21 0 96,-23 0-32,2 0 96,-20 0 0,21 0-128,-21 0 160,0 0-64,0 0 96,0 0-128,0-20 64,0 20-64,0 0 0,0-20-32,0 20 128,0-20-160,0 20 96,0-20 128,-21 0-32,21 1 0,0-2 0,0 2-160,0-21 64,0 20 65,0-20-258,0 20 193,0-19 0,21-21-32,-21 20 0,0-20-32,0 1 193,0-1-161,0 0-32,0 1 288,20-1-64,-20 1-256,0 19 128,0-20-64,0 21-32,0-21 96,20 21-128,-20-1 32,0 0-160,0 0 160,-20 0-96,20 21 256,0-1-256,-20-1 96,20 2-65,0-1-95,-21 20 96,21 0-64,-20-20 128,20 20-64,-18 0 96,18 0 96,-20 0-192,-1 0 160,1 0-128,-18 0 64,17 0 0,-19 0 96,1 0-160,-21 0 32,-19 20 32,20-20 0,-40 0-32,18 0 0,-18 20 96,-21-20-224,21 0-96,-19 0 159,-21 0 33,-1 19-128,22-19 128,-21 0 32,-1 0 32,2 0-32,-1 0 64,-1 0-32,2 0 0,-1 0 32,-1 0-64,22 0 64,-21 0-32,20 0 32,-19 0-64,18 0 96,-19 0-96,19 0 128,1-19 32,-19 19-64,19 0 33,-1 0-65,1 0 64,-1 0-64,3 0 32,-3 0-128,1 0 64,20 0 32,-1 0 0,1 0 0,20 0 32,-20-20 32,0 20 64,-1 0-32,1 0-64,0 0 32,0 0-192,0 0 64,18 0 64,-18 0 32,0 0-64,-1 0 0,-19 20 64,20-20-64,-19 0 32,19 0-64,-21 19 128,21-19-31,0 0-1,0 0-128,-1 21-289,20-21-704,21 20-1249,0-20-4036</inkml:trace>
  <inkml:trace contextRef="#ctx0" brushRef="#br1" timeOffset="161236.222">14570 9836 4868,'-20'0'1474,"20"0"-1026,0 0 1346,0 0-65,20 0-415,0-20-290,-1 20-575,41 0-353,-21 0-32,42-20 64,-22 20 321,40 0 63,-20-20-160,20 20 65,0 0 127,-18-19-319,-2 19-161,-20-20 32,-19 20-160,-1 0 32,-19 0-257,-20 0-255,0 0-737,0 0-1122,-39 0-4259</inkml:trace>
  <inkml:trace contextRef="#ctx0" brushRef="#br1" timeOffset="167745.594">13795 8445 512,'-19'0'1025,"19"0"-513,0 0-31,-20-20-385,20 20 32,0 0-352,0 0-32,0 0 384,0-20 320,0 20 545,0 0 160,-20 0-96,20 0 0,0 0 160,0 0-64,0-19-288,-20 19-128,20 0-64,0 0 95,0 0 33,0 0 64,-20 0 0,20 0-32,0 0-129,0 0-95,-19 0-1,19 0-95,0 0-161,0 0-160,0 0 1,0 0-129,0 0 160,0 19 0,19 1 32,-19 0-224,20-1 96,-20 2 97,20 18-1,-20 1 0,20 0-64,-20 0-32,20 0-96,-1 19-32,-19 1 96,20-21-31,0 41-1,-20-21-96,20 1 256,-20 20-32,0-1 32,0 0 0,0-19-160,-20 19-32,20-19 161,-20 20-1,0-21-96,20 1-64,-19 0-32,-1-1 64,20 1-64,-20-21-32,0 1 32,0-20-160,20 20-32,0-40-257,0 20-640,0-20-929,0-20-1697</inkml:trace>
  <inkml:trace contextRef="#ctx0" brushRef="#br1" timeOffset="168631.645">6370 8564 3138,'21'-20'4837,"-21"20"-3235,-21 0 576,21 0-225,-18 0-415,18 0-97,-20 20-512,-1-20-288,21 20-225,-20 0 257,0-20-513,2 40 481,18-21-353,-21 21-32,1 20 64,0 19-31,20 1 287,-20-1-223,0 20-65,20 1 64,0-1-64,20-19-95,-20-1-1,20 1 64,0-20-224,0-1 64,1-19 32,17 20 64,-18-21-127,1-19-33,-21 0 0,20 0-129,-20 0-735,18-1-1218,-18-19-1217,-18 0-7207</inkml:trace>
  <inkml:trace contextRef="#ctx0" brushRef="#br1" timeOffset="171093.785">6848 10849 12139,'-40'-19'801,"40"-1"-33,-21 20-447,21 0 800,-20 0-128,2 0-321,-3 20-223,1-1-129,0 1 321,0 20-65,-19 20 1,19-1-33,0 21-159,-19 39-33,19 0-64,20 0-160,0 1 33,0-1-193,0-20 64,20 0 64,-1-19-96,1 0-96,20-21 96,-20 1-64,-1-21-257,21 1-832,-20-20-1089,19-20-4869</inkml:trace>
  <inkml:trace contextRef="#ctx0" brushRef="#br1" timeOffset="171909.832">13815 10830 4772,'-20'-20'2659,"20"20"-353,0-20 480,0 20-640,0 0-480,-19 0-385,19 0-384,0 0-256,0 0-97,0 20 161,0 19 128,19 1-289,-19 20 97,20 0-193,0 19-256,-20 1 129,20-1-1,-20 0 0,21 20-160,-21 2-31,-21-2-33,21 0-64,-20 0 128,0 1-481,0-1 642,1-20-289,-21 1-192,20-21-33,-19 1-63,19 0-416,-20-21-834,19 0-896,1-18-2563</inkml:trace>
  <inkml:trace contextRef="#ctx0" brushRef="#br1" timeOffset="173336.914">15265 9975 8231,'-21'-40'1698,"21"21"-321,-20 19-160,20 0 33,0-21 319,0 42-608,20-21-513,-20 39 321,21 1-256,-21 0-321,20 40-64,0-2 0,-20 2-32,0 0-64,0-1 192,0 21-192,0-21 32,-20 1-32,20-1 65,0-19-97,0-1 32,0 1 128,0-40 320,0 20 33,0-21-193,20-19-96,-20 20-128,0-20-32,0 0 32,19 0 1,1 0-65,0 0 32,20-20-64,-21 20-96,41-19 96,-1 19-33,2 0 66,-2-21-130,20 21 97,0-19-64,1 19 32,20 0 32,19 0 64,-20 0 0,19-20-32,1 20 33,1 0 95,-1 0-160,0 0 0,-19 0-32,-1 0 96,0 0-64,-20 20 0,0-20-32,0 0 32,2 0-32,-22 0 32,-19 0-96,-1 0 32,1-20 31,-20 20 1,-1 0 32,1 0 0,0 0 0,-20-20 65,0 20-33,20 0 32,-20 0-64,0 0 0,0-20 32,0 20-160,0 0 128,-20 0 0,20-20 0,-20 20 64,20-20 0,0 20 128,-20-20 0,20 1-128,0-21 0,-19 20 192,19-39-256,0 18 0,0-18 32,0-20 32,0 19-160,0-19 128,0-21-192,0 21 96,0-20-192,0-1 160,0 20 0,0 21 96,0-1-64,0 20 64,0 21-32,0-21-257,0 40 546,0-20-289,0 20-257,0-20 482,19 20-546,-19 0 513,0 0-448,-19 0 96,19 0 96,-20 20 32,0-20 0,0 20 96,-19-20-64,-1 20 64,-19-20-32,-2 0 0,3 0 64,-42 0 0,1 0 64,0 20 96,-20-20-64,-21 0 65,2 0-33,-2 19 0,1-19-32,1 0-128,-2 20-64,21 0 96,0-20-32,19 20-64,1-20 64,20 20-32,0-20 0,20 0-160,-1 20-160,21-20-609,39 0-609,-20 19-1473,40-19-4740</inkml:trace>
  <inkml:trace contextRef="#ctx0" brushRef="#br1" timeOffset="175533.039">14153 12101 7302,'0'0'1378,"-20"-20"608,0 20 32,0 0-929,20 0-32,-19 0-449,19 0-288,0 20 129,0 0 95,0 0 65,0 0-353,19 0 64,1 19 1,0-19-129,20 0-96,19 0 32,-19 0 0,40-20 0,-22 19 1,23-19-65,18 0 64,0 0-32,19-19-96,2-1 0,19 0 0,19 0 64,-18 0-160,-1 0 32,-1 1 64,-18-1-32,-21 0 0,-20 20 64,-18-20-96,-23 0 128,3 20 32,-21-20 128,0 1 96,-2-1 97,3 0-193,-1 0-256,0 0 160,-20-1-640,0 2-802,0 19-1344,-20-19-5382</inkml:trace>
  <inkml:trace contextRef="#ctx0" brushRef="#br1" timeOffset="185340.6">1031 2503 11883,'-60'0'768,"41"0"386,-21-20-161,19 20 64,1 0 448,20 0-352,-18 0-544,18 0-161,0 0 129,18 20-161,23-20-160,-1 20-128,19 0 0,0-20-96,21 0 1,-1 20-33,-20-20-161,2 0-543,18-20 63,-39 20-480,19 0-224,-19 0-481,-21 0-832,1-20-1154</inkml:trace>
  <inkml:trace contextRef="#ctx0" brushRef="#br1" timeOffset="185592.615">1428 2424 9288,'-79'0'2595,"59"-20"-1186,-1 20-960,21 0-97,0 0 705,21 0-96,-1 0-545,39 0-288,1 0-96,-1 0 64,20 0-96,0 20 0,-18-20 0,18 20 0,-39 0 0,-1-1 161,-19 1 383,0 0 97,-40 0-225,0 20-128,-19-21 65,-1 22-97,-19-2-192,-2 0-128,2 22-609,-1-23-2466,1 3-11819</inkml:trace>
  <inkml:trace contextRef="#ctx0" brushRef="#br1" timeOffset="188165.762">11055 0 9064,'0'0'865,"21"0"256,-21 0 513,0 0-738,0 0-191,-21 0-513,21 0-96,-20 0 32,2 0 129,-23 0 31,1 0-128,1 0-96,-1 0-96,-39 0-192,20 20-64,-22-20 31,-18 39 97,20-19 128,-20 0 0,20 0 128,-20 0 0,20 0-96,18-1-64,2 2 64,-1-2 0,41 1-64,-1 0-32,0 0 64,20 0 32,20 0 0,0 0 0,19 19-160,-19 1 32,20 0-32,-21 0 128,21-1 32,-20 21 0,1-1 0,-3 1 0,2 19 32,0-39-32,1 20 96,-21-21 64,0 2 160,0-2 161,0 0 255,0-18-63,0-1 96,0-20-321,0 20-95,0-20-65,0 0-192,0 0-64,0 0-128,20 0 192,-20 0 128,39 0-256,-19 19 32,20-19-64,-1 20 32,21-20 0,-21 0 64,21 0-32,20 0 0,-22 0-32,23 0-32,18 0 64,0 0-160,1 0 128,-1 0 32,0-20 96,21 1-128,-21-1 96,0 0-128,19-1-224,-19 2 255,0 19-255,0-20 0,2 20-193,-2-19 33,-19-1 224,19 20 288,-20-21 32,0 21 128,-19 0 0,-1-20-160,0 20-64,2-19-64,-23 19 32,3 0 0,-1 0 32,-20 0-32,19 0 96,-19 19-64,20-19 96,-21 0-63,21 20 31,1-20 32,-3 0-64,3 0 0,-21-20-64,19 20 32,-19 0-32,0 0 32,0 0 32,-1 0 32,-19 0 128,0 0-32,0 0-160,0 0 32,0 0-64,-19-19 128,-1 19-32,0-20 96,20 1-160,-41-2 0,23-18-224,-2 18-32,0-18-321,-1-21-351,1 1-97,2-1 32,-3-19 160,21-1 609,-20 20 480,20 1 320,0-1 97,0 40-289,0 1-191,0-2-161,-20 2-96,20-1-321,0 20-191,0 0 159,0 0 225,0 0 128,0-20 160,0 20 160,0 0-63,0-20 223,-20 20 160,1-20 65,-1 20 128,-40 0-97,21-20-31,-42 20-385,2 0 33,-20-19-129,-20 19-288,1-20 512,-42 0-128,2 20 0,-2 0 33,2 0 95,-20 0 161,18 0-129,2 0-448,19 0 352,-1 20-352,22 0-480,38 19-1282,21 1-1761,18 0-7047</inkml:trace>
  <inkml:trace contextRef="#ctx0" brushRef="#br1" timeOffset="192706.022">20227 7809 16399,'0'20'160,"20"-20"-128,21-20 256,38 20 97,0 0 63,40 0 129,19 0-193,2-20-288,-1 20 96,-1-20-95,-38 0-1,-1 20-160,-39-19-833,-21 19-897,-19-20-1409,-20 20-5029</inkml:trace>
  <inkml:trace contextRef="#ctx0" brushRef="#br1" timeOffset="192972.037">21061 7730 2626,'-139'39'9161,"80"1"-8297,39-20-447,20 19 704,0 1-64,40 0 256,-1-1-352,21 21-480,-1-20-193,2 20 128,-23-21 33,3 1-65,-21 0-128,-20 0-64,0-20 161,-20-1 287,-21-19-95,-17 20-33,-3-20-31,-18 0-257,0-20-160,18 20-64,3-19-128,-1 19-481,38 0-480,1 0-96,20 19-128,20-19 0,19 20-929,22-20-2947</inkml:trace>
  <inkml:trace contextRef="#ctx0" brushRef="#br1" timeOffset="193231.052">21756 7769 9833,'0'-20'7719,"0"20"-7559,0 20 0,-20 20 1122,0 0-161,1-1-32,19 21-321,-20 0-287,0-1-225,20 1-64,0 20-96,20-21 1,0 1-290,-1 0-319,21-21-385,0-19-384,-21-1-481,21 2-1217,0-21-3491</inkml:trace>
  <inkml:trace contextRef="#ctx0" brushRef="#br1" timeOffset="193642.075">22232 8008 14349,'-19'0'2819,"19"20"-2851,-20-1 96,0 1 705,-20 20 31,40 0-31,-19-1-449,19 21-160,19-20-63,1 19 95,20-18 0,-1-22-192,21 21 96,-1-40-32,2 19 128,-2-38-192,0-1 64,-19 0-32,0 1 64,-1-41 33,-19 20-129,-20-39-193,-20 19-31,0 0 0,-19 1 160,-1 18-96,-39 2 64,20 39 128,-2 0 0,2 20-32,19-1 160,20 22-128,1-2 32,38 1-32,1 0 0,40-1 128,-1 1-128,0-20-96,22 0-128,-22 0-96,0-20-161,-19 0-576,-20 0-961,0-20-1601,1-20-5157</inkml:trace>
  <inkml:trace contextRef="#ctx0" brushRef="#br1" timeOffset="193866.088">22550 7690 17296,'0'0'64,"40"20"-256,-1 0 928,21 19 674,39 1 223,21 19-319,-21 1-225,20 20-96,-40-21-289,-20 21-544,-38-1-32,-21 1-128,0 0-96,-41-21-160,2 20-449,-40-39-416,19 19-736,-19-19-1,-20 0-1217,20-20-11563</inkml:trace>
  <inkml:trace contextRef="#ctx0" brushRef="#br1" timeOffset="200674.477">20784 9140 1057,'0'20'9641,"18"-20"-9193,3-20 257,-1 20 672,39 0-384,1-19-32,39 19-224,1-21-545,19 21-96,39 0-96,20-19 32,21 19-32,19 0 0,1 0-32,-21 0 0,21 0 64,-20 0-32,19-20 64,-60 20 64,-38 0-96,-21-20-608,-79 20-3300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608008F-8C0F-4F63-86DC-E7B67385E4BD}" type="datetimeFigureOut">
              <a:rPr lang="en-US" smtClean="0"/>
              <a:pPr/>
              <a:t>1/7/2019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FF38DAD-5F37-4EA5-A798-26ED1E453939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361296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FF38DAD-5F37-4EA5-A798-26ED1E453939}" type="slidenum">
              <a:rPr lang="en-US" smtClean="0"/>
              <a:pPr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123284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FF38DAD-5F37-4EA5-A798-26ED1E453939}" type="slidenum">
              <a:rPr lang="en-US" smtClean="0"/>
              <a:pPr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986788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FF38DAD-5F37-4EA5-A798-26ED1E453939}" type="slidenum">
              <a:rPr lang="en-US" smtClean="0"/>
              <a:pPr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123172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FF38DAD-5F37-4EA5-A798-26ED1E453939}" type="slidenum">
              <a:rPr lang="en-US" smtClean="0"/>
              <a:pPr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23725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4CFE4B-17F2-49B1-A8CD-48A7230178BE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1/7/2019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43A558-56C3-499B-89A2-59E5853E6BB4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0774292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4CFE4B-17F2-49B1-A8CD-48A7230178BE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1/7/2019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43A558-56C3-499B-89A2-59E5853E6BB4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9160391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4CFE4B-17F2-49B1-A8CD-48A7230178BE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1/7/2019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43A558-56C3-499B-89A2-59E5853E6BB4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485673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4CFE4B-17F2-49B1-A8CD-48A7230178BE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1/7/2019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43A558-56C3-499B-89A2-59E5853E6BB4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1175074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4CFE4B-17F2-49B1-A8CD-48A7230178BE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1/7/2019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43A558-56C3-499B-89A2-59E5853E6BB4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6419910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4CFE4B-17F2-49B1-A8CD-48A7230178BE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1/7/2019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43A558-56C3-499B-89A2-59E5853E6BB4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0932982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4CFE4B-17F2-49B1-A8CD-48A7230178BE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1/7/2019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43A558-56C3-499B-89A2-59E5853E6BB4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8933360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4CFE4B-17F2-49B1-A8CD-48A7230178BE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1/7/2019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43A558-56C3-499B-89A2-59E5853E6BB4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3658346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4CFE4B-17F2-49B1-A8CD-48A7230178BE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1/7/2019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43A558-56C3-499B-89A2-59E5853E6BB4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5441503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4CFE4B-17F2-49B1-A8CD-48A7230178BE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1/7/2019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43A558-56C3-499B-89A2-59E5853E6BB4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4630673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4CFE4B-17F2-49B1-A8CD-48A7230178BE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1/7/2019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43A558-56C3-499B-89A2-59E5853E6BB4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0930695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291686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4CFE4B-17F2-49B1-A8CD-48A7230178BE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1/7/2019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43A558-56C3-499B-89A2-59E5853E6BB4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446516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55877041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4CFE4B-17F2-49B1-A8CD-48A7230178BE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1/7/2019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43A558-56C3-499B-89A2-59E5853E6BB4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8644105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4CFE4B-17F2-49B1-A8CD-48A7230178BE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1/7/2019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43A558-56C3-499B-89A2-59E5853E6BB4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65731619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4CFE4B-17F2-49B1-A8CD-48A7230178BE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1/7/2019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43A558-56C3-499B-89A2-59E5853E6BB4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6131194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4CFE4B-17F2-49B1-A8CD-48A7230178BE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1/7/2019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43A558-56C3-499B-89A2-59E5853E6BB4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44615555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4CFE4B-17F2-49B1-A8CD-48A7230178BE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1/7/2019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43A558-56C3-499B-89A2-59E5853E6BB4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18319895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4CFE4B-17F2-49B1-A8CD-48A7230178BE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1/7/2019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43A558-56C3-499B-89A2-59E5853E6BB4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96451572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4CFE4B-17F2-49B1-A8CD-48A7230178BE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1/7/2019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43A558-56C3-499B-89A2-59E5853E6BB4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04144178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4CFE4B-17F2-49B1-A8CD-48A7230178BE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1/7/2019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43A558-56C3-499B-89A2-59E5853E6BB4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67246090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4CFE4B-17F2-49B1-A8CD-48A7230178BE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1/7/2019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43A558-56C3-499B-89A2-59E5853E6BB4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96080613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4CFE4B-17F2-49B1-A8CD-48A7230178BE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1/7/2019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43A558-56C3-499B-89A2-59E5853E6BB4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84019678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94561654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  <a:prstGeom prst="rect">
            <a:avLst/>
          </a:prstGeo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4CFE4B-17F2-49B1-A8CD-48A7230178BE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1/7/2019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43A558-56C3-499B-89A2-59E5853E6BB4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66186089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4CFE4B-17F2-49B1-A8CD-48A7230178BE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1/7/2019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43A558-56C3-499B-89A2-59E5853E6BB4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03331769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4CFE4B-17F2-49B1-A8CD-48A7230178BE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1/7/2019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43A558-56C3-499B-89A2-59E5853E6BB4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69383640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4CFE4B-17F2-49B1-A8CD-48A7230178BE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1/7/2019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43A558-56C3-499B-89A2-59E5853E6BB4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36761184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4CFE4B-17F2-49B1-A8CD-48A7230178BE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1/7/2019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43A558-56C3-499B-89A2-59E5853E6BB4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171622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4CFE4B-17F2-49B1-A8CD-48A7230178BE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1/7/2019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43A558-56C3-499B-89A2-59E5853E6BB4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61752317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4CFE4B-17F2-49B1-A8CD-48A7230178BE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1/7/2019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43A558-56C3-499B-89A2-59E5853E6BB4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48423927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4CFE4B-17F2-49B1-A8CD-48A7230178BE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1/7/2019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43A558-56C3-499B-89A2-59E5853E6BB4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37083984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  <a:prstGeom prst="rect">
            <a:avLst/>
          </a:prstGeo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4CFE4B-17F2-49B1-A8CD-48A7230178BE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1/7/2019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43A558-56C3-499B-89A2-59E5853E6BB4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63959397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4CFE4B-17F2-49B1-A8CD-48A7230178BE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1/7/2019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43A558-56C3-499B-89A2-59E5853E6BB4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20561400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4CFE4B-17F2-49B1-A8CD-48A7230178BE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1/7/2019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43A558-56C3-499B-89A2-59E5853E6BB4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86180400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4CFE4B-17F2-49B1-A8CD-48A7230178BE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1/7/2019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43A558-56C3-499B-89A2-59E5853E6BB4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25290355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4CFE4B-17F2-49B1-A8CD-48A7230178BE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1/7/2019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43A558-56C3-499B-89A2-59E5853E6BB4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33657884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4CFE4B-17F2-49B1-A8CD-48A7230178BE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1/7/2019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43A558-56C3-499B-89A2-59E5853E6BB4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77906313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4CFE4B-17F2-49B1-A8CD-48A7230178BE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1/7/2019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43A558-56C3-499B-89A2-59E5853E6BB4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82426900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4CFE4B-17F2-49B1-A8CD-48A7230178BE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1/7/2019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43A558-56C3-499B-89A2-59E5853E6BB4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99708250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4CFE4B-17F2-49B1-A8CD-48A7230178BE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1/7/2019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43A558-56C3-499B-89A2-59E5853E6BB4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02386954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4CFE4B-17F2-49B1-A8CD-48A7230178BE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1/7/2019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43A558-56C3-499B-89A2-59E5853E6BB4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80133946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4CFE4B-17F2-49B1-A8CD-48A7230178BE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1/7/2019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43A558-56C3-499B-89A2-59E5853E6BB4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46426744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4CFE4B-17F2-49B1-A8CD-48A7230178BE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1/7/2019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43A558-56C3-499B-89A2-59E5853E6BB4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61383320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4CFE4B-17F2-49B1-A8CD-48A7230178BE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1/7/2019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43A558-56C3-499B-89A2-59E5853E6BB4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38044803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205434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0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15.xml"/><Relationship Id="rId7" Type="http://schemas.openxmlformats.org/officeDocument/2006/relationships/slideLayout" Target="../slideLayouts/slideLayout19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4.xml"/><Relationship Id="rId1" Type="http://schemas.openxmlformats.org/officeDocument/2006/relationships/slideLayout" Target="../slideLayouts/slideLayout13.xml"/><Relationship Id="rId6" Type="http://schemas.openxmlformats.org/officeDocument/2006/relationships/slideLayout" Target="../slideLayouts/slideLayout18.xml"/><Relationship Id="rId11" Type="http://schemas.openxmlformats.org/officeDocument/2006/relationships/slideLayout" Target="../slideLayouts/slideLayout23.xml"/><Relationship Id="rId5" Type="http://schemas.openxmlformats.org/officeDocument/2006/relationships/slideLayout" Target="../slideLayouts/slideLayout17.xml"/><Relationship Id="rId10" Type="http://schemas.openxmlformats.org/officeDocument/2006/relationships/slideLayout" Target="../slideLayouts/slideLayout22.xml"/><Relationship Id="rId4" Type="http://schemas.openxmlformats.org/officeDocument/2006/relationships/slideLayout" Target="../slideLayouts/slideLayout16.xml"/><Relationship Id="rId9" Type="http://schemas.openxmlformats.org/officeDocument/2006/relationships/slideLayout" Target="../slideLayouts/slideLayout21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1.xml"/><Relationship Id="rId13" Type="http://schemas.openxmlformats.org/officeDocument/2006/relationships/theme" Target="../theme/theme3.xml"/><Relationship Id="rId3" Type="http://schemas.openxmlformats.org/officeDocument/2006/relationships/slideLayout" Target="../slideLayouts/slideLayout26.xml"/><Relationship Id="rId7" Type="http://schemas.openxmlformats.org/officeDocument/2006/relationships/slideLayout" Target="../slideLayouts/slideLayout30.xml"/><Relationship Id="rId12" Type="http://schemas.openxmlformats.org/officeDocument/2006/relationships/slideLayout" Target="../slideLayouts/slideLayout35.xml"/><Relationship Id="rId2" Type="http://schemas.openxmlformats.org/officeDocument/2006/relationships/slideLayout" Target="../slideLayouts/slideLayout25.xml"/><Relationship Id="rId1" Type="http://schemas.openxmlformats.org/officeDocument/2006/relationships/slideLayout" Target="../slideLayouts/slideLayout24.xml"/><Relationship Id="rId6" Type="http://schemas.openxmlformats.org/officeDocument/2006/relationships/slideLayout" Target="../slideLayouts/slideLayout29.xml"/><Relationship Id="rId11" Type="http://schemas.openxmlformats.org/officeDocument/2006/relationships/slideLayout" Target="../slideLayouts/slideLayout34.xml"/><Relationship Id="rId5" Type="http://schemas.openxmlformats.org/officeDocument/2006/relationships/slideLayout" Target="../slideLayouts/slideLayout28.xml"/><Relationship Id="rId10" Type="http://schemas.openxmlformats.org/officeDocument/2006/relationships/slideLayout" Target="../slideLayouts/slideLayout33.xml"/><Relationship Id="rId4" Type="http://schemas.openxmlformats.org/officeDocument/2006/relationships/slideLayout" Target="../slideLayouts/slideLayout27.xml"/><Relationship Id="rId9" Type="http://schemas.openxmlformats.org/officeDocument/2006/relationships/slideLayout" Target="../slideLayouts/slideLayout32.xml"/><Relationship Id="rId14" Type="http://schemas.openxmlformats.org/officeDocument/2006/relationships/image" Target="../media/image1.jpeg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43.xml"/><Relationship Id="rId13" Type="http://schemas.openxmlformats.org/officeDocument/2006/relationships/theme" Target="../theme/theme4.xml"/><Relationship Id="rId3" Type="http://schemas.openxmlformats.org/officeDocument/2006/relationships/slideLayout" Target="../slideLayouts/slideLayout38.xml"/><Relationship Id="rId7" Type="http://schemas.openxmlformats.org/officeDocument/2006/relationships/slideLayout" Target="../slideLayouts/slideLayout42.xml"/><Relationship Id="rId12" Type="http://schemas.openxmlformats.org/officeDocument/2006/relationships/slideLayout" Target="../slideLayouts/slideLayout47.xml"/><Relationship Id="rId2" Type="http://schemas.openxmlformats.org/officeDocument/2006/relationships/slideLayout" Target="../slideLayouts/slideLayout37.xml"/><Relationship Id="rId1" Type="http://schemas.openxmlformats.org/officeDocument/2006/relationships/slideLayout" Target="../slideLayouts/slideLayout36.xml"/><Relationship Id="rId6" Type="http://schemas.openxmlformats.org/officeDocument/2006/relationships/slideLayout" Target="../slideLayouts/slideLayout41.xml"/><Relationship Id="rId11" Type="http://schemas.openxmlformats.org/officeDocument/2006/relationships/slideLayout" Target="../slideLayouts/slideLayout46.xml"/><Relationship Id="rId5" Type="http://schemas.openxmlformats.org/officeDocument/2006/relationships/slideLayout" Target="../slideLayouts/slideLayout40.xml"/><Relationship Id="rId10" Type="http://schemas.openxmlformats.org/officeDocument/2006/relationships/slideLayout" Target="../slideLayouts/slideLayout45.xml"/><Relationship Id="rId4" Type="http://schemas.openxmlformats.org/officeDocument/2006/relationships/slideLayout" Target="../slideLayouts/slideLayout39.xml"/><Relationship Id="rId9" Type="http://schemas.openxmlformats.org/officeDocument/2006/relationships/slideLayout" Target="../slideLayouts/slideLayout4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94CFE4B-17F2-49B1-A8CD-48A7230178BE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1/7/2019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043A558-56C3-499B-89A2-59E5853E6BB4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2167633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  <p:sldLayoutId id="2147483721" r:id="rId12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94CFE4B-17F2-49B1-A8CD-48A7230178BE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1/7/2019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043A558-56C3-499B-89A2-59E5853E6BB4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12" name="TextBox 11"/>
          <p:cNvSpPr txBox="1"/>
          <p:nvPr userDrawn="1"/>
        </p:nvSpPr>
        <p:spPr>
          <a:xfrm>
            <a:off x="9372599" y="666750"/>
            <a:ext cx="129349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solidFill>
                  <a:prstClr val="black"/>
                </a:solidFill>
              </a:rPr>
              <a:t>Template</a:t>
            </a:r>
          </a:p>
          <a:p>
            <a:r>
              <a:rPr lang="en-US" sz="1400" dirty="0">
                <a:solidFill>
                  <a:prstClr val="black"/>
                </a:solidFill>
              </a:rPr>
              <a:t>vertLeftWhite2</a:t>
            </a:r>
          </a:p>
        </p:txBody>
      </p:sp>
      <p:pic>
        <p:nvPicPr>
          <p:cNvPr id="13" name="Picture 3" descr="C:\Users\Tarun Singh\Desktop\whiteRadio.jpg"/>
          <p:cNvPicPr>
            <a:picLocks noChangeAspect="1" noChangeArrowheads="1"/>
          </p:cNvPicPr>
          <p:nvPr userDrawn="1"/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4400" y="3291840"/>
            <a:ext cx="254471" cy="25603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4" name="Picture 3" descr="C:\Users\Tarun Singh\Desktop\whiteRadio.jpg"/>
          <p:cNvPicPr>
            <a:picLocks noChangeAspect="1" noChangeArrowheads="1"/>
          </p:cNvPicPr>
          <p:nvPr userDrawn="1"/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4400" y="2834640"/>
            <a:ext cx="254471" cy="25603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5" name="Picture 3" descr="C:\Users\Tarun Singh\Desktop\whiteRadio.jpg"/>
          <p:cNvPicPr>
            <a:picLocks noChangeAspect="1" noChangeArrowheads="1"/>
          </p:cNvPicPr>
          <p:nvPr userDrawn="1"/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4400" y="3749040"/>
            <a:ext cx="254471" cy="25603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6" name="Picture 3" descr="C:\Users\Tarun Singh\Desktop\whiteRadio.jpg"/>
          <p:cNvPicPr>
            <a:picLocks noChangeAspect="1" noChangeArrowheads="1"/>
          </p:cNvPicPr>
          <p:nvPr userDrawn="1"/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4400" y="4206240"/>
            <a:ext cx="254471" cy="25603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54148564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9" r:id="rId1"/>
    <p:sldLayoutId id="2147483710" r:id="rId2"/>
    <p:sldLayoutId id="2147483711" r:id="rId3"/>
    <p:sldLayoutId id="2147483712" r:id="rId4"/>
    <p:sldLayoutId id="2147483713" r:id="rId5"/>
    <p:sldLayoutId id="2147483714" r:id="rId6"/>
    <p:sldLayoutId id="2147483715" r:id="rId7"/>
    <p:sldLayoutId id="2147483716" r:id="rId8"/>
    <p:sldLayoutId id="2147483717" r:id="rId9"/>
    <p:sldLayoutId id="2147483718" r:id="rId10"/>
    <p:sldLayoutId id="214748371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94CFE4B-17F2-49B1-A8CD-48A7230178BE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1/7/2019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043A558-56C3-499B-89A2-59E5853E6BB4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12" name="TextBox 11"/>
          <p:cNvSpPr txBox="1"/>
          <p:nvPr userDrawn="1"/>
        </p:nvSpPr>
        <p:spPr>
          <a:xfrm>
            <a:off x="9372599" y="666750"/>
            <a:ext cx="1370568" cy="160043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solidFill>
                  <a:prstClr val="black"/>
                </a:solidFill>
              </a:rPr>
              <a:t>Template</a:t>
            </a:r>
          </a:p>
          <a:p>
            <a:r>
              <a:rPr lang="en-US" sz="1400" dirty="0">
                <a:solidFill>
                  <a:prstClr val="black"/>
                </a:solidFill>
              </a:rPr>
              <a:t>block2x2White1</a:t>
            </a:r>
          </a:p>
          <a:p>
            <a:endParaRPr lang="en-US" sz="1400" dirty="0">
              <a:solidFill>
                <a:prstClr val="black"/>
              </a:solidFill>
            </a:endParaRPr>
          </a:p>
          <a:p>
            <a:r>
              <a:rPr lang="en-US" sz="1400" dirty="0">
                <a:solidFill>
                  <a:prstClr val="black"/>
                </a:solidFill>
              </a:rPr>
              <a:t>Ordering of</a:t>
            </a:r>
            <a:r>
              <a:rPr lang="en-US" sz="1400" baseline="0" dirty="0">
                <a:solidFill>
                  <a:prstClr val="black"/>
                </a:solidFill>
              </a:rPr>
              <a:t> </a:t>
            </a:r>
          </a:p>
          <a:p>
            <a:r>
              <a:rPr lang="en-US" sz="1400" baseline="0" dirty="0">
                <a:solidFill>
                  <a:prstClr val="black"/>
                </a:solidFill>
              </a:rPr>
              <a:t>buttons is</a:t>
            </a:r>
            <a:r>
              <a:rPr lang="en-US" sz="1400" dirty="0">
                <a:solidFill>
                  <a:prstClr val="black"/>
                </a:solidFill>
              </a:rPr>
              <a:t>:</a:t>
            </a:r>
          </a:p>
          <a:p>
            <a:r>
              <a:rPr lang="en-US" sz="1400" dirty="0">
                <a:solidFill>
                  <a:prstClr val="black"/>
                </a:solidFill>
              </a:rPr>
              <a:t>13</a:t>
            </a:r>
          </a:p>
          <a:p>
            <a:r>
              <a:rPr lang="en-US" sz="1400" dirty="0">
                <a:solidFill>
                  <a:prstClr val="black"/>
                </a:solidFill>
              </a:rPr>
              <a:t>24</a:t>
            </a:r>
          </a:p>
        </p:txBody>
      </p:sp>
      <p:pic>
        <p:nvPicPr>
          <p:cNvPr id="13" name="Picture 3" descr="C:\Users\Tarun Singh\Desktop\whiteRadio.jpg"/>
          <p:cNvPicPr>
            <a:picLocks noChangeAspect="1" noChangeArrowheads="1"/>
          </p:cNvPicPr>
          <p:nvPr userDrawn="1"/>
        </p:nvPicPr>
        <p:blipFill>
          <a:blip r:embed="rId1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4400" y="3931920"/>
            <a:ext cx="254471" cy="25603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4" name="Picture 3" descr="C:\Users\Tarun Singh\Desktop\whiteRadio.jpg"/>
          <p:cNvPicPr>
            <a:picLocks noChangeAspect="1" noChangeArrowheads="1"/>
          </p:cNvPicPr>
          <p:nvPr userDrawn="1"/>
        </p:nvPicPr>
        <p:blipFill>
          <a:blip r:embed="rId1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4400" y="2011680"/>
            <a:ext cx="254471" cy="25603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5" name="Picture 3" descr="C:\Users\Tarun Singh\Desktop\whiteRadio.jpg"/>
          <p:cNvPicPr>
            <a:picLocks noChangeAspect="1" noChangeArrowheads="1"/>
          </p:cNvPicPr>
          <p:nvPr userDrawn="1"/>
        </p:nvPicPr>
        <p:blipFill>
          <a:blip r:embed="rId1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0" y="2011680"/>
            <a:ext cx="254471" cy="25603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6" name="Picture 3" descr="C:\Users\Tarun Singh\Desktop\whiteRadio.jpg"/>
          <p:cNvPicPr>
            <a:picLocks noChangeAspect="1" noChangeArrowheads="1"/>
          </p:cNvPicPr>
          <p:nvPr userDrawn="1"/>
        </p:nvPicPr>
        <p:blipFill>
          <a:blip r:embed="rId1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0" y="3931920"/>
            <a:ext cx="254471" cy="25603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1823040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3" r:id="rId1"/>
    <p:sldLayoutId id="2147483724" r:id="rId2"/>
    <p:sldLayoutId id="2147483725" r:id="rId3"/>
    <p:sldLayoutId id="2147483726" r:id="rId4"/>
    <p:sldLayoutId id="2147483727" r:id="rId5"/>
    <p:sldLayoutId id="2147483728" r:id="rId6"/>
    <p:sldLayoutId id="2147483729" r:id="rId7"/>
    <p:sldLayoutId id="2147483730" r:id="rId8"/>
    <p:sldLayoutId id="2147483731" r:id="rId9"/>
    <p:sldLayoutId id="2147483732" r:id="rId10"/>
    <p:sldLayoutId id="2147483733" r:id="rId11"/>
    <p:sldLayoutId id="2147483734" r:id="rId12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94CFE4B-17F2-49B1-A8CD-48A7230178BE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1/7/2019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043A558-56C3-499B-89A2-59E5853E6BB4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951396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36" r:id="rId1"/>
    <p:sldLayoutId id="2147483737" r:id="rId2"/>
    <p:sldLayoutId id="2147483738" r:id="rId3"/>
    <p:sldLayoutId id="2147483739" r:id="rId4"/>
    <p:sldLayoutId id="2147483740" r:id="rId5"/>
    <p:sldLayoutId id="2147483741" r:id="rId6"/>
    <p:sldLayoutId id="2147483742" r:id="rId7"/>
    <p:sldLayoutId id="2147483743" r:id="rId8"/>
    <p:sldLayoutId id="2147483744" r:id="rId9"/>
    <p:sldLayoutId id="2147483745" r:id="rId10"/>
    <p:sldLayoutId id="2147483746" r:id="rId11"/>
    <p:sldLayoutId id="2147483747" r:id="rId12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png"/><Relationship Id="rId3" Type="http://schemas.openxmlformats.org/officeDocument/2006/relationships/tags" Target="../tags/tag4.xml"/><Relationship Id="rId7" Type="http://schemas.openxmlformats.org/officeDocument/2006/relationships/image" Target="../media/image3.png"/><Relationship Id="rId12" Type="http://schemas.openxmlformats.org/officeDocument/2006/relationships/image" Target="../media/image5.png"/><Relationship Id="rId2" Type="http://schemas.openxmlformats.org/officeDocument/2006/relationships/tags" Target="../tags/tag3.xml"/><Relationship Id="rId1" Type="http://schemas.openxmlformats.org/officeDocument/2006/relationships/tags" Target="../tags/tag2.xml"/><Relationship Id="rId6" Type="http://schemas.openxmlformats.org/officeDocument/2006/relationships/image" Target="../media/image2.png"/><Relationship Id="rId11" Type="http://schemas.openxmlformats.org/officeDocument/2006/relationships/chart" Target="../charts/chart3.xml"/><Relationship Id="rId5" Type="http://schemas.openxmlformats.org/officeDocument/2006/relationships/slideLayout" Target="../slideLayouts/slideLayout47.xml"/><Relationship Id="rId10" Type="http://schemas.openxmlformats.org/officeDocument/2006/relationships/chart" Target="../charts/chart2.xml"/><Relationship Id="rId4" Type="http://schemas.openxmlformats.org/officeDocument/2006/relationships/tags" Target="../tags/tag5.xml"/><Relationship Id="rId9" Type="http://schemas.openxmlformats.org/officeDocument/2006/relationships/chart" Target="../charts/chart1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tags" Target="../tags/tag8.xml"/><Relationship Id="rId7" Type="http://schemas.openxmlformats.org/officeDocument/2006/relationships/image" Target="../media/image7.png"/><Relationship Id="rId2" Type="http://schemas.openxmlformats.org/officeDocument/2006/relationships/tags" Target="../tags/tag7.xml"/><Relationship Id="rId1" Type="http://schemas.openxmlformats.org/officeDocument/2006/relationships/tags" Target="../tags/tag6.xml"/><Relationship Id="rId6" Type="http://schemas.openxmlformats.org/officeDocument/2006/relationships/image" Target="../media/image6.png"/><Relationship Id="rId5" Type="http://schemas.openxmlformats.org/officeDocument/2006/relationships/slideLayout" Target="../slideLayouts/slideLayout47.xml"/><Relationship Id="rId4" Type="http://schemas.openxmlformats.org/officeDocument/2006/relationships/tags" Target="../tags/tag9.xml"/><Relationship Id="rId9" Type="http://schemas.openxmlformats.org/officeDocument/2006/relationships/image" Target="../media/image9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47.xml"/><Relationship Id="rId13" Type="http://schemas.openxmlformats.org/officeDocument/2006/relationships/image" Target="../media/image13.png"/><Relationship Id="rId3" Type="http://schemas.openxmlformats.org/officeDocument/2006/relationships/tags" Target="../tags/tag12.xml"/><Relationship Id="rId7" Type="http://schemas.openxmlformats.org/officeDocument/2006/relationships/tags" Target="../tags/tag16.xml"/><Relationship Id="rId12" Type="http://schemas.openxmlformats.org/officeDocument/2006/relationships/image" Target="../media/image12.png"/><Relationship Id="rId2" Type="http://schemas.openxmlformats.org/officeDocument/2006/relationships/tags" Target="../tags/tag11.xml"/><Relationship Id="rId16" Type="http://schemas.openxmlformats.org/officeDocument/2006/relationships/image" Target="../media/image16.png"/><Relationship Id="rId1" Type="http://schemas.openxmlformats.org/officeDocument/2006/relationships/tags" Target="../tags/tag10.xml"/><Relationship Id="rId6" Type="http://schemas.openxmlformats.org/officeDocument/2006/relationships/tags" Target="../tags/tag15.xml"/><Relationship Id="rId11" Type="http://schemas.openxmlformats.org/officeDocument/2006/relationships/image" Target="../media/image11.png"/><Relationship Id="rId5" Type="http://schemas.openxmlformats.org/officeDocument/2006/relationships/tags" Target="../tags/tag14.xml"/><Relationship Id="rId15" Type="http://schemas.openxmlformats.org/officeDocument/2006/relationships/image" Target="../media/image15.png"/><Relationship Id="rId10" Type="http://schemas.openxmlformats.org/officeDocument/2006/relationships/chart" Target="../charts/chart4.xml"/><Relationship Id="rId4" Type="http://schemas.openxmlformats.org/officeDocument/2006/relationships/tags" Target="../tags/tag13.xml"/><Relationship Id="rId9" Type="http://schemas.openxmlformats.org/officeDocument/2006/relationships/image" Target="../media/image10.png"/><Relationship Id="rId14" Type="http://schemas.openxmlformats.org/officeDocument/2006/relationships/image" Target="../media/image14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47.xml"/><Relationship Id="rId2" Type="http://schemas.openxmlformats.org/officeDocument/2006/relationships/tags" Target="../tags/tag18.xml"/><Relationship Id="rId1" Type="http://schemas.openxmlformats.org/officeDocument/2006/relationships/tags" Target="../tags/tag17.xml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png"/><Relationship Id="rId13" Type="http://schemas.openxmlformats.org/officeDocument/2006/relationships/image" Target="../media/image21.png"/><Relationship Id="rId3" Type="http://schemas.openxmlformats.org/officeDocument/2006/relationships/tags" Target="../tags/tag21.xml"/><Relationship Id="rId7" Type="http://schemas.openxmlformats.org/officeDocument/2006/relationships/image" Target="../media/image4.png"/><Relationship Id="rId12" Type="http://schemas.openxmlformats.org/officeDocument/2006/relationships/image" Target="../media/image20.png"/><Relationship Id="rId17" Type="http://schemas.openxmlformats.org/officeDocument/2006/relationships/image" Target="../media/image23.png"/><Relationship Id="rId2" Type="http://schemas.openxmlformats.org/officeDocument/2006/relationships/tags" Target="../tags/tag20.xml"/><Relationship Id="rId16" Type="http://schemas.openxmlformats.org/officeDocument/2006/relationships/image" Target="../media/image22.png"/><Relationship Id="rId1" Type="http://schemas.openxmlformats.org/officeDocument/2006/relationships/tags" Target="../tags/tag19.xml"/><Relationship Id="rId6" Type="http://schemas.openxmlformats.org/officeDocument/2006/relationships/slideLayout" Target="../slideLayouts/slideLayout12.xml"/><Relationship Id="rId11" Type="http://schemas.openxmlformats.org/officeDocument/2006/relationships/image" Target="../media/image19.png"/><Relationship Id="rId5" Type="http://schemas.openxmlformats.org/officeDocument/2006/relationships/tags" Target="../tags/tag23.xml"/><Relationship Id="rId15" Type="http://schemas.openxmlformats.org/officeDocument/2006/relationships/image" Target="../media/image27.emf"/><Relationship Id="rId10" Type="http://schemas.openxmlformats.org/officeDocument/2006/relationships/chart" Target="../charts/chart6.xml"/><Relationship Id="rId4" Type="http://schemas.openxmlformats.org/officeDocument/2006/relationships/tags" Target="../tags/tag22.xml"/><Relationship Id="rId9" Type="http://schemas.openxmlformats.org/officeDocument/2006/relationships/chart" Target="../charts/chart5.xml"/><Relationship Id="rId14" Type="http://schemas.openxmlformats.org/officeDocument/2006/relationships/customXml" Target="../ink/ink1.xml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25.png"/><Relationship Id="rId3" Type="http://schemas.openxmlformats.org/officeDocument/2006/relationships/tags" Target="../tags/tag26.xml"/><Relationship Id="rId7" Type="http://schemas.openxmlformats.org/officeDocument/2006/relationships/image" Target="../media/image24.png"/><Relationship Id="rId12" Type="http://schemas.openxmlformats.org/officeDocument/2006/relationships/image" Target="../media/image29.png"/><Relationship Id="rId2" Type="http://schemas.openxmlformats.org/officeDocument/2006/relationships/tags" Target="../tags/tag25.xml"/><Relationship Id="rId1" Type="http://schemas.openxmlformats.org/officeDocument/2006/relationships/tags" Target="../tags/tag24.xml"/><Relationship Id="rId6" Type="http://schemas.openxmlformats.org/officeDocument/2006/relationships/slideLayout" Target="../slideLayouts/slideLayout47.xml"/><Relationship Id="rId11" Type="http://schemas.openxmlformats.org/officeDocument/2006/relationships/image" Target="../media/image28.png"/><Relationship Id="rId5" Type="http://schemas.openxmlformats.org/officeDocument/2006/relationships/tags" Target="../tags/tag28.xml"/><Relationship Id="rId10" Type="http://schemas.openxmlformats.org/officeDocument/2006/relationships/image" Target="../media/image27.png"/><Relationship Id="rId4" Type="http://schemas.openxmlformats.org/officeDocument/2006/relationships/tags" Target="../tags/tag27.xml"/><Relationship Id="rId9" Type="http://schemas.openxmlformats.org/officeDocument/2006/relationships/image" Target="../media/image26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47.xml"/><Relationship Id="rId2" Type="http://schemas.openxmlformats.org/officeDocument/2006/relationships/tags" Target="../tags/tag30.xml"/><Relationship Id="rId1" Type="http://schemas.openxmlformats.org/officeDocument/2006/relationships/tags" Target="../tags/tag29.xml"/><Relationship Id="rId6" Type="http://schemas.openxmlformats.org/officeDocument/2006/relationships/chart" Target="../charts/chart7.xml"/><Relationship Id="rId5" Type="http://schemas.openxmlformats.org/officeDocument/2006/relationships/image" Target="../media/image31.png"/><Relationship Id="rId4" Type="http://schemas.openxmlformats.org/officeDocument/2006/relationships/image" Target="../media/image30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4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7.xml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34.png"/><Relationship Id="rId3" Type="http://schemas.openxmlformats.org/officeDocument/2006/relationships/tags" Target="../tags/tag33.xml"/><Relationship Id="rId7" Type="http://schemas.openxmlformats.org/officeDocument/2006/relationships/image" Target="../media/image33.png"/><Relationship Id="rId2" Type="http://schemas.openxmlformats.org/officeDocument/2006/relationships/tags" Target="../tags/tag32.xml"/><Relationship Id="rId1" Type="http://schemas.openxmlformats.org/officeDocument/2006/relationships/tags" Target="../tags/tag31.xml"/><Relationship Id="rId6" Type="http://schemas.openxmlformats.org/officeDocument/2006/relationships/slideLayout" Target="../slideLayouts/slideLayout47.xml"/><Relationship Id="rId5" Type="http://schemas.openxmlformats.org/officeDocument/2006/relationships/tags" Target="../tags/tag35.xml"/><Relationship Id="rId10" Type="http://schemas.openxmlformats.org/officeDocument/2006/relationships/image" Target="../media/image31.png"/><Relationship Id="rId4" Type="http://schemas.openxmlformats.org/officeDocument/2006/relationships/tags" Target="../tags/tag34.xml"/><Relationship Id="rId9" Type="http://schemas.openxmlformats.org/officeDocument/2006/relationships/image" Target="../media/image35.png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31.png"/><Relationship Id="rId13" Type="http://schemas.openxmlformats.org/officeDocument/2006/relationships/image" Target="../media/image350.png"/><Relationship Id="rId3" Type="http://schemas.openxmlformats.org/officeDocument/2006/relationships/tags" Target="../tags/tag38.xml"/><Relationship Id="rId7" Type="http://schemas.openxmlformats.org/officeDocument/2006/relationships/image" Target="../media/image33.png"/><Relationship Id="rId12" Type="http://schemas.openxmlformats.org/officeDocument/2006/relationships/image" Target="../media/image5.png"/><Relationship Id="rId2" Type="http://schemas.openxmlformats.org/officeDocument/2006/relationships/tags" Target="../tags/tag37.xml"/><Relationship Id="rId1" Type="http://schemas.openxmlformats.org/officeDocument/2006/relationships/tags" Target="../tags/tag36.xml"/><Relationship Id="rId6" Type="http://schemas.openxmlformats.org/officeDocument/2006/relationships/slideLayout" Target="../slideLayouts/slideLayout47.xml"/><Relationship Id="rId11" Type="http://schemas.openxmlformats.org/officeDocument/2006/relationships/chart" Target="../charts/chart8.xml"/><Relationship Id="rId5" Type="http://schemas.openxmlformats.org/officeDocument/2006/relationships/tags" Target="../tags/tag40.xml"/><Relationship Id="rId10" Type="http://schemas.openxmlformats.org/officeDocument/2006/relationships/image" Target="../media/image35.png"/><Relationship Id="rId4" Type="http://schemas.openxmlformats.org/officeDocument/2006/relationships/tags" Target="../tags/tag39.xml"/><Relationship Id="rId9" Type="http://schemas.openxmlformats.org/officeDocument/2006/relationships/image" Target="../media/image34.png"/><Relationship Id="rId14" Type="http://schemas.openxmlformats.org/officeDocument/2006/relationships/image" Target="../media/image36.pn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2.xml"/><Relationship Id="rId2" Type="http://schemas.openxmlformats.org/officeDocument/2006/relationships/tags" Target="../tags/tag42.xml"/><Relationship Id="rId1" Type="http://schemas.openxmlformats.org/officeDocument/2006/relationships/tags" Target="../tags/tag41.xml"/><Relationship Id="rId6" Type="http://schemas.openxmlformats.org/officeDocument/2006/relationships/image" Target="../media/image37.png"/><Relationship Id="rId5" Type="http://schemas.openxmlformats.org/officeDocument/2006/relationships/image" Target="../media/image30.png"/><Relationship Id="rId4" Type="http://schemas.openxmlformats.org/officeDocument/2006/relationships/image" Target="../media/image31.png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47.xml"/><Relationship Id="rId13" Type="http://schemas.openxmlformats.org/officeDocument/2006/relationships/image" Target="../media/image42.png"/><Relationship Id="rId18" Type="http://schemas.openxmlformats.org/officeDocument/2006/relationships/image" Target="../media/image47.png"/><Relationship Id="rId3" Type="http://schemas.openxmlformats.org/officeDocument/2006/relationships/tags" Target="../tags/tag45.xml"/><Relationship Id="rId7" Type="http://schemas.openxmlformats.org/officeDocument/2006/relationships/tags" Target="../tags/tag49.xml"/><Relationship Id="rId12" Type="http://schemas.openxmlformats.org/officeDocument/2006/relationships/image" Target="../media/image41.png"/><Relationship Id="rId17" Type="http://schemas.openxmlformats.org/officeDocument/2006/relationships/image" Target="../media/image46.png"/><Relationship Id="rId2" Type="http://schemas.openxmlformats.org/officeDocument/2006/relationships/tags" Target="../tags/tag44.xml"/><Relationship Id="rId16" Type="http://schemas.openxmlformats.org/officeDocument/2006/relationships/image" Target="../media/image45.png"/><Relationship Id="rId1" Type="http://schemas.openxmlformats.org/officeDocument/2006/relationships/tags" Target="../tags/tag43.xml"/><Relationship Id="rId6" Type="http://schemas.openxmlformats.org/officeDocument/2006/relationships/tags" Target="../tags/tag48.xml"/><Relationship Id="rId11" Type="http://schemas.openxmlformats.org/officeDocument/2006/relationships/image" Target="../media/image40.png"/><Relationship Id="rId5" Type="http://schemas.openxmlformats.org/officeDocument/2006/relationships/tags" Target="../tags/tag47.xml"/><Relationship Id="rId15" Type="http://schemas.openxmlformats.org/officeDocument/2006/relationships/image" Target="../media/image44.png"/><Relationship Id="rId10" Type="http://schemas.openxmlformats.org/officeDocument/2006/relationships/image" Target="../media/image39.png"/><Relationship Id="rId19" Type="http://schemas.openxmlformats.org/officeDocument/2006/relationships/image" Target="../media/image48.png"/><Relationship Id="rId4" Type="http://schemas.openxmlformats.org/officeDocument/2006/relationships/tags" Target="../tags/tag46.xml"/><Relationship Id="rId9" Type="http://schemas.openxmlformats.org/officeDocument/2006/relationships/image" Target="../media/image38.png"/><Relationship Id="rId14" Type="http://schemas.openxmlformats.org/officeDocument/2006/relationships/image" Target="../media/image43.png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customXml" Target="../ink/ink2.xml"/><Relationship Id="rId3" Type="http://schemas.openxmlformats.org/officeDocument/2006/relationships/tags" Target="../tags/tag52.xml"/><Relationship Id="rId7" Type="http://schemas.openxmlformats.org/officeDocument/2006/relationships/image" Target="../media/image30.png"/><Relationship Id="rId2" Type="http://schemas.openxmlformats.org/officeDocument/2006/relationships/tags" Target="../tags/tag51.xml"/><Relationship Id="rId1" Type="http://schemas.openxmlformats.org/officeDocument/2006/relationships/tags" Target="../tags/tag50.xml"/><Relationship Id="rId6" Type="http://schemas.openxmlformats.org/officeDocument/2006/relationships/image" Target="../media/image50.png"/><Relationship Id="rId5" Type="http://schemas.openxmlformats.org/officeDocument/2006/relationships/image" Target="../media/image49.png"/><Relationship Id="rId4" Type="http://schemas.openxmlformats.org/officeDocument/2006/relationships/slideLayout" Target="../slideLayouts/slideLayout47.xml"/><Relationship Id="rId9" Type="http://schemas.openxmlformats.org/officeDocument/2006/relationships/image" Target="../media/image53.emf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image" Target="../media/image53.png"/><Relationship Id="rId3" Type="http://schemas.openxmlformats.org/officeDocument/2006/relationships/tags" Target="../tags/tag55.xml"/><Relationship Id="rId7" Type="http://schemas.openxmlformats.org/officeDocument/2006/relationships/image" Target="../media/image52.png"/><Relationship Id="rId2" Type="http://schemas.openxmlformats.org/officeDocument/2006/relationships/tags" Target="../tags/tag54.xml"/><Relationship Id="rId1" Type="http://schemas.openxmlformats.org/officeDocument/2006/relationships/tags" Target="../tags/tag53.xml"/><Relationship Id="rId6" Type="http://schemas.openxmlformats.org/officeDocument/2006/relationships/image" Target="../media/image51.png"/><Relationship Id="rId11" Type="http://schemas.openxmlformats.org/officeDocument/2006/relationships/image" Target="../media/image58.emf"/><Relationship Id="rId5" Type="http://schemas.openxmlformats.org/officeDocument/2006/relationships/slideLayout" Target="../slideLayouts/slideLayout47.xml"/><Relationship Id="rId10" Type="http://schemas.openxmlformats.org/officeDocument/2006/relationships/customXml" Target="../ink/ink3.xml"/><Relationship Id="rId4" Type="http://schemas.openxmlformats.org/officeDocument/2006/relationships/tags" Target="../tags/tag56.xml"/><Relationship Id="rId9" Type="http://schemas.openxmlformats.org/officeDocument/2006/relationships/image" Target="../media/image54.png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47.xml"/><Relationship Id="rId7" Type="http://schemas.openxmlformats.org/officeDocument/2006/relationships/image" Target="../media/image58.png"/><Relationship Id="rId2" Type="http://schemas.openxmlformats.org/officeDocument/2006/relationships/tags" Target="../tags/tag58.xml"/><Relationship Id="rId1" Type="http://schemas.openxmlformats.org/officeDocument/2006/relationships/tags" Target="../tags/tag57.xml"/><Relationship Id="rId6" Type="http://schemas.openxmlformats.org/officeDocument/2006/relationships/image" Target="../media/image57.png"/><Relationship Id="rId5" Type="http://schemas.openxmlformats.org/officeDocument/2006/relationships/image" Target="../media/image56.png"/><Relationship Id="rId4" Type="http://schemas.openxmlformats.org/officeDocument/2006/relationships/image" Target="../media/image55.png"/></Relationships>
</file>

<file path=ppt/slides/_rels/slide2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47.xml"/><Relationship Id="rId13" Type="http://schemas.openxmlformats.org/officeDocument/2006/relationships/image" Target="../media/image42.png"/><Relationship Id="rId3" Type="http://schemas.openxmlformats.org/officeDocument/2006/relationships/tags" Target="../tags/tag61.xml"/><Relationship Id="rId7" Type="http://schemas.openxmlformats.org/officeDocument/2006/relationships/tags" Target="../tags/tag65.xml"/><Relationship Id="rId12" Type="http://schemas.openxmlformats.org/officeDocument/2006/relationships/image" Target="../media/image41.png"/><Relationship Id="rId2" Type="http://schemas.openxmlformats.org/officeDocument/2006/relationships/tags" Target="../tags/tag60.xml"/><Relationship Id="rId16" Type="http://schemas.openxmlformats.org/officeDocument/2006/relationships/image" Target="../media/image44.png"/><Relationship Id="rId1" Type="http://schemas.openxmlformats.org/officeDocument/2006/relationships/tags" Target="../tags/tag59.xml"/><Relationship Id="rId6" Type="http://schemas.openxmlformats.org/officeDocument/2006/relationships/tags" Target="../tags/tag64.xml"/><Relationship Id="rId11" Type="http://schemas.openxmlformats.org/officeDocument/2006/relationships/image" Target="../media/image40.png"/><Relationship Id="rId5" Type="http://schemas.openxmlformats.org/officeDocument/2006/relationships/tags" Target="../tags/tag63.xml"/><Relationship Id="rId15" Type="http://schemas.openxmlformats.org/officeDocument/2006/relationships/image" Target="../media/image59.png"/><Relationship Id="rId10" Type="http://schemas.openxmlformats.org/officeDocument/2006/relationships/image" Target="../media/image39.png"/><Relationship Id="rId4" Type="http://schemas.openxmlformats.org/officeDocument/2006/relationships/tags" Target="../tags/tag62.xml"/><Relationship Id="rId9" Type="http://schemas.openxmlformats.org/officeDocument/2006/relationships/image" Target="../media/image38.png"/><Relationship Id="rId14" Type="http://schemas.openxmlformats.org/officeDocument/2006/relationships/image" Target="../media/image43.png"/></Relationships>
</file>

<file path=ppt/slides/_rels/slide24.xml.rels><?xml version="1.0" encoding="UTF-8" standalone="yes"?>
<Relationships xmlns="http://schemas.openxmlformats.org/package/2006/relationships"><Relationship Id="rId8" Type="http://schemas.openxmlformats.org/officeDocument/2006/relationships/tags" Target="../tags/tag73.xml"/><Relationship Id="rId13" Type="http://schemas.openxmlformats.org/officeDocument/2006/relationships/image" Target="../media/image61.png"/><Relationship Id="rId18" Type="http://schemas.openxmlformats.org/officeDocument/2006/relationships/image" Target="../media/image66.png"/><Relationship Id="rId3" Type="http://schemas.openxmlformats.org/officeDocument/2006/relationships/tags" Target="../tags/tag68.xml"/><Relationship Id="rId21" Type="http://schemas.openxmlformats.org/officeDocument/2006/relationships/image" Target="../media/image69.png"/><Relationship Id="rId7" Type="http://schemas.openxmlformats.org/officeDocument/2006/relationships/tags" Target="../tags/tag72.xml"/><Relationship Id="rId12" Type="http://schemas.openxmlformats.org/officeDocument/2006/relationships/image" Target="../media/image60.png"/><Relationship Id="rId17" Type="http://schemas.openxmlformats.org/officeDocument/2006/relationships/image" Target="../media/image65.png"/><Relationship Id="rId2" Type="http://schemas.openxmlformats.org/officeDocument/2006/relationships/tags" Target="../tags/tag67.xml"/><Relationship Id="rId16" Type="http://schemas.openxmlformats.org/officeDocument/2006/relationships/image" Target="../media/image64.png"/><Relationship Id="rId20" Type="http://schemas.openxmlformats.org/officeDocument/2006/relationships/image" Target="../media/image68.png"/><Relationship Id="rId1" Type="http://schemas.openxmlformats.org/officeDocument/2006/relationships/tags" Target="../tags/tag66.xml"/><Relationship Id="rId6" Type="http://schemas.openxmlformats.org/officeDocument/2006/relationships/tags" Target="../tags/tag71.xml"/><Relationship Id="rId11" Type="http://schemas.openxmlformats.org/officeDocument/2006/relationships/slideLayout" Target="../slideLayouts/slideLayout47.xml"/><Relationship Id="rId5" Type="http://schemas.openxmlformats.org/officeDocument/2006/relationships/tags" Target="../tags/tag70.xml"/><Relationship Id="rId15" Type="http://schemas.openxmlformats.org/officeDocument/2006/relationships/image" Target="../media/image63.png"/><Relationship Id="rId23" Type="http://schemas.openxmlformats.org/officeDocument/2006/relationships/image" Target="../media/image74.emf"/><Relationship Id="rId10" Type="http://schemas.openxmlformats.org/officeDocument/2006/relationships/tags" Target="../tags/tag75.xml"/><Relationship Id="rId19" Type="http://schemas.openxmlformats.org/officeDocument/2006/relationships/image" Target="../media/image67.png"/><Relationship Id="rId4" Type="http://schemas.openxmlformats.org/officeDocument/2006/relationships/tags" Target="../tags/tag69.xml"/><Relationship Id="rId9" Type="http://schemas.openxmlformats.org/officeDocument/2006/relationships/tags" Target="../tags/tag74.xml"/><Relationship Id="rId14" Type="http://schemas.openxmlformats.org/officeDocument/2006/relationships/image" Target="../media/image62.png"/><Relationship Id="rId22" Type="http://schemas.openxmlformats.org/officeDocument/2006/relationships/customXml" Target="../ink/ink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 txBox="1">
            <a:spLocks/>
          </p:cNvSpPr>
          <p:nvPr/>
        </p:nvSpPr>
        <p:spPr>
          <a:xfrm>
            <a:off x="4191000" y="914400"/>
            <a:ext cx="4953000" cy="142875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sz="5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Regularization</a:t>
            </a:r>
          </a:p>
        </p:txBody>
      </p:sp>
      <p:cxnSp>
        <p:nvCxnSpPr>
          <p:cNvPr id="6" name="Straight Connector 5"/>
          <p:cNvCxnSpPr/>
          <p:nvPr/>
        </p:nvCxnSpPr>
        <p:spPr>
          <a:xfrm>
            <a:off x="4224865" y="2150528"/>
            <a:ext cx="4297680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itle 1"/>
          <p:cNvSpPr>
            <a:spLocks noGrp="1"/>
          </p:cNvSpPr>
          <p:nvPr>
            <p:ph type="ctrTitle" idx="4294967295"/>
          </p:nvPr>
        </p:nvSpPr>
        <p:spPr>
          <a:xfrm>
            <a:off x="4267200" y="2114550"/>
            <a:ext cx="4876800" cy="1676400"/>
          </a:xfrm>
        </p:spPr>
        <p:txBody>
          <a:bodyPr>
            <a:noAutofit/>
          </a:bodyPr>
          <a:lstStyle/>
          <a:p>
            <a:pPr algn="l"/>
            <a:r>
              <a:rPr lang="en-US" sz="50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The problem of</a:t>
            </a:r>
            <a:br>
              <a:rPr lang="en-US" sz="5000" dirty="0">
                <a:solidFill>
                  <a:schemeClr val="tx1">
                    <a:lumMod val="75000"/>
                    <a:lumOff val="25000"/>
                  </a:schemeClr>
                </a:solidFill>
              </a:rPr>
            </a:br>
            <a:r>
              <a:rPr lang="en-US" sz="50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overfitting</a:t>
            </a:r>
          </a:p>
        </p:txBody>
      </p:sp>
    </p:spTree>
    <p:extLst>
      <p:ext uri="{BB962C8B-B14F-4D97-AF65-F5344CB8AC3E}">
        <p14:creationId xmlns:p14="http://schemas.microsoft.com/office/powerpoint/2010/main" val="76371839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818BE7-4B68-437F-9BA3-EE1E4CD014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Bias and Variance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3DEEAD4-83C6-4301-8D21-DF46B4AFB83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10000"/>
          </a:bodyPr>
          <a:lstStyle/>
          <a:p>
            <a:r>
              <a:rPr lang="en-US" b="1" dirty="0"/>
              <a:t>Model Bias</a:t>
            </a:r>
            <a:r>
              <a:rPr lang="en-US" dirty="0"/>
              <a:t>: a set of erroneous assumptions in the learning algorithm. High bias can cause an algorithm to miss the relevant relations between features and output class (</a:t>
            </a:r>
            <a:r>
              <a:rPr lang="en-US" u="sng" dirty="0"/>
              <a:t>underfitting</a:t>
            </a:r>
            <a:r>
              <a:rPr lang="en-US" dirty="0"/>
              <a:t>).</a:t>
            </a:r>
          </a:p>
          <a:p>
            <a:r>
              <a:rPr lang="en-US" b="1" dirty="0"/>
              <a:t>Model Variance</a:t>
            </a:r>
            <a:r>
              <a:rPr lang="en-US" dirty="0"/>
              <a:t>: the sensitivity to small fluctuations in the training set. High variance can cause an algorithm to model the random noise in the training data, rather than the intended outputs (</a:t>
            </a:r>
            <a:r>
              <a:rPr lang="en-US" u="sng" dirty="0"/>
              <a:t>overfitting</a:t>
            </a:r>
            <a:r>
              <a:rPr lang="en-US" dirty="0"/>
              <a:t>).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6405945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381000" y="285750"/>
            <a:ext cx="64008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Example: Linear regression (housing prices)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81000" y="3733621"/>
            <a:ext cx="853440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Overfitting:</a:t>
            </a:r>
            <a:r>
              <a:rPr lang="en-US" sz="2400" dirty="0"/>
              <a:t> If we have too many features, the learned hypothesis may fit the training set very well (                                             ), but fail to generalize to new examples (predict prices on new examples).</a:t>
            </a:r>
            <a:endParaRPr lang="en-US" sz="2400" b="1" dirty="0"/>
          </a:p>
        </p:txBody>
      </p:sp>
      <p:pic>
        <p:nvPicPr>
          <p:cNvPr id="16" name="Picture 15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00575" y="4124842"/>
            <a:ext cx="3052572" cy="434340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03764" y="2588389"/>
            <a:ext cx="952837" cy="236191"/>
          </a:xfrm>
          <a:prstGeom prst="rect">
            <a:avLst/>
          </a:prstGeom>
        </p:spPr>
      </p:pic>
      <p:pic>
        <p:nvPicPr>
          <p:cNvPr id="18" name="Picture 17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42638" y="2588389"/>
            <a:ext cx="1697355" cy="255083"/>
          </a:xfrm>
          <a:prstGeom prst="rect">
            <a:avLst/>
          </a:prstGeom>
        </p:spPr>
      </p:pic>
      <p:graphicFrame>
        <p:nvGraphicFramePr>
          <p:cNvPr id="20" name="Chart 19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198241646"/>
              </p:ext>
            </p:extLst>
          </p:nvPr>
        </p:nvGraphicFramePr>
        <p:xfrm>
          <a:off x="830627" y="691812"/>
          <a:ext cx="1999397" cy="17554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9"/>
          </a:graphicData>
        </a:graphic>
      </p:graphicFrame>
      <p:sp>
        <p:nvSpPr>
          <p:cNvPr id="21" name="TextBox 20"/>
          <p:cNvSpPr txBox="1"/>
          <p:nvPr/>
        </p:nvSpPr>
        <p:spPr>
          <a:xfrm rot="16200000">
            <a:off x="285541" y="1371808"/>
            <a:ext cx="98667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/>
              <a:t>Price</a:t>
            </a:r>
          </a:p>
        </p:txBody>
      </p:sp>
      <p:sp>
        <p:nvSpPr>
          <p:cNvPr id="22" name="TextBox 20"/>
          <p:cNvSpPr txBox="1"/>
          <p:nvPr/>
        </p:nvSpPr>
        <p:spPr>
          <a:xfrm>
            <a:off x="1375189" y="2263944"/>
            <a:ext cx="98667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lvl1pPr marL="0" indent="0">
              <a:defRPr sz="1100"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600" dirty="0"/>
              <a:t>Size</a:t>
            </a:r>
          </a:p>
        </p:txBody>
      </p:sp>
      <p:graphicFrame>
        <p:nvGraphicFramePr>
          <p:cNvPr id="23" name="Chart 22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267893221"/>
              </p:ext>
            </p:extLst>
          </p:nvPr>
        </p:nvGraphicFramePr>
        <p:xfrm>
          <a:off x="3487003" y="691812"/>
          <a:ext cx="1999397" cy="17554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0"/>
          </a:graphicData>
        </a:graphic>
      </p:graphicFrame>
      <p:sp>
        <p:nvSpPr>
          <p:cNvPr id="24" name="TextBox 23"/>
          <p:cNvSpPr txBox="1"/>
          <p:nvPr/>
        </p:nvSpPr>
        <p:spPr>
          <a:xfrm rot="16200000">
            <a:off x="2941917" y="1371808"/>
            <a:ext cx="98667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/>
              <a:t>Price</a:t>
            </a:r>
          </a:p>
        </p:txBody>
      </p:sp>
      <p:sp>
        <p:nvSpPr>
          <p:cNvPr id="25" name="TextBox 20"/>
          <p:cNvSpPr txBox="1"/>
          <p:nvPr/>
        </p:nvSpPr>
        <p:spPr>
          <a:xfrm>
            <a:off x="4031565" y="2263944"/>
            <a:ext cx="98667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lvl1pPr marL="0" indent="0">
              <a:defRPr sz="1100"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600" dirty="0"/>
              <a:t>Size</a:t>
            </a:r>
          </a:p>
        </p:txBody>
      </p:sp>
      <p:graphicFrame>
        <p:nvGraphicFramePr>
          <p:cNvPr id="26" name="Chart 25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249133981"/>
              </p:ext>
            </p:extLst>
          </p:nvPr>
        </p:nvGraphicFramePr>
        <p:xfrm>
          <a:off x="6306403" y="695325"/>
          <a:ext cx="1999397" cy="17554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1"/>
          </a:graphicData>
        </a:graphic>
      </p:graphicFrame>
      <p:sp>
        <p:nvSpPr>
          <p:cNvPr id="27" name="TextBox 26"/>
          <p:cNvSpPr txBox="1"/>
          <p:nvPr/>
        </p:nvSpPr>
        <p:spPr>
          <a:xfrm rot="16200000">
            <a:off x="5761317" y="1375321"/>
            <a:ext cx="98667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/>
              <a:t>Price</a:t>
            </a:r>
          </a:p>
        </p:txBody>
      </p:sp>
      <p:sp>
        <p:nvSpPr>
          <p:cNvPr id="28" name="TextBox 20"/>
          <p:cNvSpPr txBox="1"/>
          <p:nvPr/>
        </p:nvSpPr>
        <p:spPr>
          <a:xfrm>
            <a:off x="6850965" y="2267457"/>
            <a:ext cx="98667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lvl1pPr marL="0" indent="0">
              <a:defRPr sz="1100"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600" dirty="0"/>
              <a:t>Size</a:t>
            </a:r>
          </a:p>
        </p:txBody>
      </p:sp>
      <p:pic>
        <p:nvPicPr>
          <p:cNvPr id="29" name="Picture 28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1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20059" y="2566108"/>
            <a:ext cx="3033949" cy="235271"/>
          </a:xfrm>
          <a:prstGeom prst="rect">
            <a:avLst/>
          </a:prstGeom>
        </p:spPr>
      </p:pic>
      <p:cxnSp>
        <p:nvCxnSpPr>
          <p:cNvPr id="3" name="Straight Connector 2"/>
          <p:cNvCxnSpPr/>
          <p:nvPr/>
        </p:nvCxnSpPr>
        <p:spPr>
          <a:xfrm flipV="1">
            <a:off x="1066800" y="971550"/>
            <a:ext cx="1371600" cy="11430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855077" y="2923596"/>
            <a:ext cx="25801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 err="1">
                <a:solidFill>
                  <a:srgbClr val="FF0000"/>
                </a:solidFill>
              </a:rPr>
              <a:t>underfit</a:t>
            </a:r>
            <a:r>
              <a:rPr lang="en-GB" dirty="0">
                <a:solidFill>
                  <a:srgbClr val="FF0000"/>
                </a:solidFill>
              </a:rPr>
              <a:t> </a:t>
            </a:r>
            <a:r>
              <a:rPr lang="en-GB" dirty="0">
                <a:solidFill>
                  <a:srgbClr val="FF0000"/>
                </a:solidFill>
                <a:sym typeface="Wingdings" panose="05000000000000000000" pitchFamily="2" charset="2"/>
              </a:rPr>
              <a:t>high bias</a:t>
            </a:r>
            <a:endParaRPr lang="it-IT" dirty="0">
              <a:solidFill>
                <a:srgbClr val="FF0000"/>
              </a:solidFill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4114800" y="2916702"/>
            <a:ext cx="10668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>
                <a:solidFill>
                  <a:srgbClr val="FF0000"/>
                </a:solidFill>
                <a:sym typeface="Wingdings" panose="05000000000000000000" pitchFamily="2" charset="2"/>
              </a:rPr>
              <a:t>just right</a:t>
            </a:r>
            <a:endParaRPr lang="it-IT" dirty="0">
              <a:solidFill>
                <a:srgbClr val="FF0000"/>
              </a:solidFill>
            </a:endParaRPr>
          </a:p>
        </p:txBody>
      </p:sp>
      <p:sp>
        <p:nvSpPr>
          <p:cNvPr id="31" name="TextBox 30"/>
          <p:cNvSpPr txBox="1"/>
          <p:nvPr/>
        </p:nvSpPr>
        <p:spPr>
          <a:xfrm>
            <a:off x="6423930" y="2916702"/>
            <a:ext cx="25801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 err="1">
                <a:solidFill>
                  <a:srgbClr val="FF0000"/>
                </a:solidFill>
              </a:rPr>
              <a:t>overfit</a:t>
            </a:r>
            <a:r>
              <a:rPr lang="en-GB" dirty="0">
                <a:solidFill>
                  <a:srgbClr val="FF0000"/>
                </a:solidFill>
              </a:rPr>
              <a:t> </a:t>
            </a:r>
            <a:r>
              <a:rPr lang="en-GB" dirty="0">
                <a:solidFill>
                  <a:srgbClr val="FF0000"/>
                </a:solidFill>
                <a:sym typeface="Wingdings" panose="05000000000000000000" pitchFamily="2" charset="2"/>
              </a:rPr>
              <a:t>high variance</a:t>
            </a:r>
            <a:endParaRPr lang="it-IT" dirty="0">
              <a:solidFill>
                <a:srgbClr val="FF0000"/>
              </a:solidFill>
            </a:endParaRPr>
          </a:p>
        </p:txBody>
      </p:sp>
      <p:sp>
        <p:nvSpPr>
          <p:cNvPr id="6" name="Arc 5"/>
          <p:cNvSpPr/>
          <p:nvPr/>
        </p:nvSpPr>
        <p:spPr>
          <a:xfrm>
            <a:off x="3832273" y="1082463"/>
            <a:ext cx="2925764" cy="2057401"/>
          </a:xfrm>
          <a:prstGeom prst="arc">
            <a:avLst>
              <a:gd name="adj1" fmla="val 10848199"/>
              <a:gd name="adj2" fmla="val 15796595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7" name="Freeform 6"/>
          <p:cNvSpPr/>
          <p:nvPr/>
        </p:nvSpPr>
        <p:spPr>
          <a:xfrm>
            <a:off x="6497515" y="810742"/>
            <a:ext cx="1723293" cy="1371520"/>
          </a:xfrm>
          <a:custGeom>
            <a:avLst/>
            <a:gdLst>
              <a:gd name="connsiteX0" fmla="*/ 0 w 1723293"/>
              <a:gd name="connsiteY0" fmla="*/ 912550 h 1371520"/>
              <a:gd name="connsiteX1" fmla="*/ 149470 w 1723293"/>
              <a:gd name="connsiteY1" fmla="*/ 1316996 h 1371520"/>
              <a:gd name="connsiteX2" fmla="*/ 149470 w 1723293"/>
              <a:gd name="connsiteY2" fmla="*/ 1325789 h 1371520"/>
              <a:gd name="connsiteX3" fmla="*/ 307731 w 1723293"/>
              <a:gd name="connsiteY3" fmla="*/ 930135 h 1371520"/>
              <a:gd name="connsiteX4" fmla="*/ 474785 w 1723293"/>
              <a:gd name="connsiteY4" fmla="*/ 464143 h 1371520"/>
              <a:gd name="connsiteX5" fmla="*/ 782516 w 1723293"/>
              <a:gd name="connsiteY5" fmla="*/ 1000473 h 1371520"/>
              <a:gd name="connsiteX6" fmla="*/ 940777 w 1723293"/>
              <a:gd name="connsiteY6" fmla="*/ 33320 h 1371520"/>
              <a:gd name="connsiteX7" fmla="*/ 1468316 w 1723293"/>
              <a:gd name="connsiteY7" fmla="*/ 270712 h 1371520"/>
              <a:gd name="connsiteX8" fmla="*/ 1705708 w 1723293"/>
              <a:gd name="connsiteY8" fmla="*/ 736704 h 1371520"/>
              <a:gd name="connsiteX9" fmla="*/ 1705708 w 1723293"/>
              <a:gd name="connsiteY9" fmla="*/ 736704 h 1371520"/>
              <a:gd name="connsiteX10" fmla="*/ 1723293 w 1723293"/>
              <a:gd name="connsiteY10" fmla="*/ 780666 h 13715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1723293" h="1371520">
                <a:moveTo>
                  <a:pt x="0" y="912550"/>
                </a:moveTo>
                <a:cubicBezTo>
                  <a:pt x="49823" y="1047365"/>
                  <a:pt x="124558" y="1248123"/>
                  <a:pt x="149470" y="1316996"/>
                </a:cubicBezTo>
                <a:cubicBezTo>
                  <a:pt x="174382" y="1385869"/>
                  <a:pt x="123093" y="1390266"/>
                  <a:pt x="149470" y="1325789"/>
                </a:cubicBezTo>
                <a:cubicBezTo>
                  <a:pt x="175847" y="1261312"/>
                  <a:pt x="253512" y="1073743"/>
                  <a:pt x="307731" y="930135"/>
                </a:cubicBezTo>
                <a:cubicBezTo>
                  <a:pt x="361950" y="786527"/>
                  <a:pt x="395654" y="452420"/>
                  <a:pt x="474785" y="464143"/>
                </a:cubicBezTo>
                <a:cubicBezTo>
                  <a:pt x="553916" y="475866"/>
                  <a:pt x="704851" y="1072277"/>
                  <a:pt x="782516" y="1000473"/>
                </a:cubicBezTo>
                <a:cubicBezTo>
                  <a:pt x="860181" y="928669"/>
                  <a:pt x="826477" y="154947"/>
                  <a:pt x="940777" y="33320"/>
                </a:cubicBezTo>
                <a:cubicBezTo>
                  <a:pt x="1055077" y="-88307"/>
                  <a:pt x="1340828" y="153481"/>
                  <a:pt x="1468316" y="270712"/>
                </a:cubicBezTo>
                <a:cubicBezTo>
                  <a:pt x="1595804" y="387943"/>
                  <a:pt x="1705708" y="736704"/>
                  <a:pt x="1705708" y="736704"/>
                </a:cubicBezTo>
                <a:lnTo>
                  <a:pt x="1705708" y="736704"/>
                </a:lnTo>
                <a:lnTo>
                  <a:pt x="1723293" y="780666"/>
                </a:lnTo>
              </a:path>
            </a:pathLst>
          </a:cu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405111139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381000" y="285750"/>
            <a:ext cx="64008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Example: Logistic regression</a:t>
            </a:r>
          </a:p>
        </p:txBody>
      </p:sp>
      <p:pic>
        <p:nvPicPr>
          <p:cNvPr id="2" name="Picture 1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6997" y="3145040"/>
            <a:ext cx="3018978" cy="251737"/>
          </a:xfrm>
          <a:prstGeom prst="rect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228600" y="3442046"/>
            <a:ext cx="276909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dirty="0"/>
              <a:t>(    = sigmoid function)</a:t>
            </a:r>
          </a:p>
        </p:txBody>
      </p:sp>
      <p:pic>
        <p:nvPicPr>
          <p:cNvPr id="3" name="Picture 2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1476" y="3632575"/>
            <a:ext cx="106880" cy="148254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08916" y="3139684"/>
            <a:ext cx="2126168" cy="901830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29896" y="3094306"/>
            <a:ext cx="2785350" cy="901830"/>
          </a:xfrm>
          <a:prstGeom prst="rect">
            <a:avLst/>
          </a:prstGeom>
        </p:spPr>
      </p:pic>
      <p:grpSp>
        <p:nvGrpSpPr>
          <p:cNvPr id="5" name="Group 4"/>
          <p:cNvGrpSpPr/>
          <p:nvPr/>
        </p:nvGrpSpPr>
        <p:grpSpPr>
          <a:xfrm>
            <a:off x="306551" y="789242"/>
            <a:ext cx="2542757" cy="2287424"/>
            <a:chOff x="306551" y="789242"/>
            <a:chExt cx="2542757" cy="2287424"/>
          </a:xfrm>
        </p:grpSpPr>
        <p:grpSp>
          <p:nvGrpSpPr>
            <p:cNvPr id="15" name="Group 14"/>
            <p:cNvGrpSpPr/>
            <p:nvPr/>
          </p:nvGrpSpPr>
          <p:grpSpPr>
            <a:xfrm>
              <a:off x="306551" y="876401"/>
              <a:ext cx="2485587" cy="2200265"/>
              <a:chOff x="306551" y="747415"/>
              <a:chExt cx="2485587" cy="2200265"/>
            </a:xfrm>
          </p:grpSpPr>
          <p:sp>
            <p:nvSpPr>
              <p:cNvPr id="35" name="Oval 34"/>
              <p:cNvSpPr/>
              <p:nvPr/>
            </p:nvSpPr>
            <p:spPr>
              <a:xfrm>
                <a:off x="1204258" y="1221210"/>
                <a:ext cx="170398" cy="170398"/>
              </a:xfrm>
              <a:prstGeom prst="ellipse">
                <a:avLst/>
              </a:prstGeom>
              <a:noFill/>
              <a:ln w="19050">
                <a:solidFill>
                  <a:schemeClr val="tx2">
                    <a:lumMod val="60000"/>
                    <a:lumOff val="4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6" name="Oval 35"/>
              <p:cNvSpPr/>
              <p:nvPr/>
            </p:nvSpPr>
            <p:spPr>
              <a:xfrm>
                <a:off x="1750444" y="947671"/>
                <a:ext cx="170398" cy="170398"/>
              </a:xfrm>
              <a:prstGeom prst="ellipse">
                <a:avLst/>
              </a:prstGeom>
              <a:noFill/>
              <a:ln w="19050">
                <a:solidFill>
                  <a:schemeClr val="tx2">
                    <a:lumMod val="60000"/>
                    <a:lumOff val="4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7" name="Oval 36"/>
              <p:cNvSpPr/>
              <p:nvPr/>
            </p:nvSpPr>
            <p:spPr>
              <a:xfrm>
                <a:off x="1359948" y="1523393"/>
                <a:ext cx="170398" cy="170398"/>
              </a:xfrm>
              <a:prstGeom prst="ellipse">
                <a:avLst/>
              </a:prstGeom>
              <a:noFill/>
              <a:ln w="19050">
                <a:solidFill>
                  <a:schemeClr val="tx2">
                    <a:lumMod val="60000"/>
                    <a:lumOff val="4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8" name="Oval 37"/>
              <p:cNvSpPr/>
              <p:nvPr/>
            </p:nvSpPr>
            <p:spPr>
              <a:xfrm>
                <a:off x="1530346" y="773723"/>
                <a:ext cx="170398" cy="170398"/>
              </a:xfrm>
              <a:prstGeom prst="ellipse">
                <a:avLst/>
              </a:prstGeom>
              <a:noFill/>
              <a:ln w="19050">
                <a:solidFill>
                  <a:schemeClr val="tx2">
                    <a:lumMod val="60000"/>
                    <a:lumOff val="4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9" name="Cross 38"/>
              <p:cNvSpPr/>
              <p:nvPr/>
            </p:nvSpPr>
            <p:spPr>
              <a:xfrm rot="2734294">
                <a:off x="1032913" y="2222912"/>
                <a:ext cx="223554" cy="223554"/>
              </a:xfrm>
              <a:prstGeom prst="plus">
                <a:avLst>
                  <a:gd name="adj" fmla="val 46579"/>
                </a:avLst>
              </a:prstGeom>
              <a:solidFill>
                <a:schemeClr val="tx1"/>
              </a:solidFill>
              <a:ln w="19050"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0" name="Cross 39"/>
              <p:cNvSpPr/>
              <p:nvPr/>
            </p:nvSpPr>
            <p:spPr>
              <a:xfrm rot="2734294">
                <a:off x="1032913" y="1531448"/>
                <a:ext cx="223554" cy="223554"/>
              </a:xfrm>
              <a:prstGeom prst="plus">
                <a:avLst>
                  <a:gd name="adj" fmla="val 46579"/>
                </a:avLst>
              </a:prstGeom>
              <a:solidFill>
                <a:schemeClr val="tx1"/>
              </a:solidFill>
              <a:ln w="19050"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1" name="Cross 40"/>
              <p:cNvSpPr/>
              <p:nvPr/>
            </p:nvSpPr>
            <p:spPr>
              <a:xfrm rot="2734294">
                <a:off x="1262879" y="1954417"/>
                <a:ext cx="223554" cy="223554"/>
              </a:xfrm>
              <a:prstGeom prst="plus">
                <a:avLst>
                  <a:gd name="adj" fmla="val 46579"/>
                </a:avLst>
              </a:prstGeom>
              <a:solidFill>
                <a:schemeClr val="tx1"/>
              </a:solidFill>
              <a:ln w="19050"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2" name="Cross 41"/>
              <p:cNvSpPr/>
              <p:nvPr/>
            </p:nvSpPr>
            <p:spPr>
              <a:xfrm rot="2734294">
                <a:off x="936841" y="1939311"/>
                <a:ext cx="223554" cy="223554"/>
              </a:xfrm>
              <a:prstGeom prst="plus">
                <a:avLst>
                  <a:gd name="adj" fmla="val 46579"/>
                </a:avLst>
              </a:prstGeom>
              <a:solidFill>
                <a:schemeClr val="tx1"/>
              </a:solidFill>
              <a:ln w="19050"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3" name="TextBox 42"/>
              <p:cNvSpPr txBox="1"/>
              <p:nvPr/>
            </p:nvSpPr>
            <p:spPr>
              <a:xfrm>
                <a:off x="1546700" y="2578348"/>
                <a:ext cx="362600" cy="369332"/>
              </a:xfrm>
              <a:prstGeom prst="rect">
                <a:avLst/>
              </a:prstGeom>
              <a:noFill/>
              <a:ln w="19050">
                <a:noFill/>
              </a:ln>
            </p:spPr>
            <p:txBody>
              <a:bodyPr wrap="none" rtlCol="0">
                <a:spAutoFit/>
              </a:bodyPr>
              <a:lstStyle/>
              <a:p>
                <a:r>
                  <a:rPr lang="en-US" dirty="0"/>
                  <a:t>x</a:t>
                </a:r>
                <a:r>
                  <a:rPr lang="en-US" baseline="-25000" dirty="0"/>
                  <a:t>1</a:t>
                </a:r>
              </a:p>
            </p:txBody>
          </p:sp>
          <p:sp>
            <p:nvSpPr>
              <p:cNvPr id="44" name="TextBox 43"/>
              <p:cNvSpPr txBox="1"/>
              <p:nvPr/>
            </p:nvSpPr>
            <p:spPr>
              <a:xfrm>
                <a:off x="306551" y="1202476"/>
                <a:ext cx="362600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/>
                  <a:t>x</a:t>
                </a:r>
                <a:r>
                  <a:rPr lang="en-US" baseline="-25000" dirty="0"/>
                  <a:t>2</a:t>
                </a:r>
              </a:p>
            </p:txBody>
          </p:sp>
          <p:cxnSp>
            <p:nvCxnSpPr>
              <p:cNvPr id="45" name="Straight Arrow Connector 44"/>
              <p:cNvCxnSpPr/>
              <p:nvPr/>
            </p:nvCxnSpPr>
            <p:spPr>
              <a:xfrm flipV="1">
                <a:off x="669151" y="747415"/>
                <a:ext cx="0" cy="1995680"/>
              </a:xfrm>
              <a:prstGeom prst="straightConnector1">
                <a:avLst/>
              </a:prstGeom>
              <a:ln w="19050">
                <a:solidFill>
                  <a:schemeClr val="bg1">
                    <a:lumMod val="50000"/>
                  </a:schemeClr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6" name="Straight Arrow Connector 45"/>
              <p:cNvCxnSpPr/>
              <p:nvPr/>
            </p:nvCxnSpPr>
            <p:spPr>
              <a:xfrm>
                <a:off x="560369" y="2589944"/>
                <a:ext cx="2231769" cy="0"/>
              </a:xfrm>
              <a:prstGeom prst="straightConnector1">
                <a:avLst/>
              </a:prstGeom>
              <a:ln w="19050">
                <a:solidFill>
                  <a:schemeClr val="bg1">
                    <a:lumMod val="50000"/>
                  </a:schemeClr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47" name="Cross 46"/>
              <p:cNvSpPr/>
              <p:nvPr/>
            </p:nvSpPr>
            <p:spPr>
              <a:xfrm rot="2734294">
                <a:off x="1359601" y="2272086"/>
                <a:ext cx="223554" cy="223554"/>
              </a:xfrm>
              <a:prstGeom prst="plus">
                <a:avLst>
                  <a:gd name="adj" fmla="val 46579"/>
                </a:avLst>
              </a:prstGeom>
              <a:solidFill>
                <a:schemeClr val="tx1"/>
              </a:solidFill>
              <a:ln w="19050"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8" name="Cross 47"/>
              <p:cNvSpPr/>
              <p:nvPr/>
            </p:nvSpPr>
            <p:spPr>
              <a:xfrm rot="2734294">
                <a:off x="1732921" y="2058784"/>
                <a:ext cx="223554" cy="223554"/>
              </a:xfrm>
              <a:prstGeom prst="plus">
                <a:avLst>
                  <a:gd name="adj" fmla="val 46579"/>
                </a:avLst>
              </a:prstGeom>
              <a:solidFill>
                <a:schemeClr val="tx1"/>
              </a:solidFill>
              <a:ln w="19050"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9" name="Cross 48"/>
              <p:cNvSpPr/>
              <p:nvPr/>
            </p:nvSpPr>
            <p:spPr>
              <a:xfrm rot="2734294">
                <a:off x="2044914" y="2272086"/>
                <a:ext cx="223554" cy="223554"/>
              </a:xfrm>
              <a:prstGeom prst="plus">
                <a:avLst>
                  <a:gd name="adj" fmla="val 46579"/>
                </a:avLst>
              </a:prstGeom>
              <a:solidFill>
                <a:schemeClr val="tx1"/>
              </a:solidFill>
              <a:ln w="19050"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0" name="Cross 49"/>
              <p:cNvSpPr/>
              <p:nvPr/>
            </p:nvSpPr>
            <p:spPr>
              <a:xfrm rot="2734294">
                <a:off x="2031520" y="1989147"/>
                <a:ext cx="223554" cy="223554"/>
              </a:xfrm>
              <a:prstGeom prst="plus">
                <a:avLst>
                  <a:gd name="adj" fmla="val 46579"/>
                </a:avLst>
              </a:prstGeom>
              <a:solidFill>
                <a:schemeClr val="tx1"/>
              </a:solidFill>
              <a:ln w="19050"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1" name="Cross 50"/>
              <p:cNvSpPr/>
              <p:nvPr/>
            </p:nvSpPr>
            <p:spPr>
              <a:xfrm rot="2734294">
                <a:off x="2366221" y="1985603"/>
                <a:ext cx="223554" cy="223554"/>
              </a:xfrm>
              <a:prstGeom prst="plus">
                <a:avLst>
                  <a:gd name="adj" fmla="val 46579"/>
                </a:avLst>
              </a:prstGeom>
              <a:solidFill>
                <a:schemeClr val="tx1"/>
              </a:solidFill>
              <a:ln w="19050"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2" name="Cross 51"/>
              <p:cNvSpPr/>
              <p:nvPr/>
            </p:nvSpPr>
            <p:spPr>
              <a:xfrm rot="2734294">
                <a:off x="2201001" y="1496815"/>
                <a:ext cx="223554" cy="223554"/>
              </a:xfrm>
              <a:prstGeom prst="plus">
                <a:avLst>
                  <a:gd name="adj" fmla="val 46579"/>
                </a:avLst>
              </a:prstGeom>
              <a:solidFill>
                <a:schemeClr val="tx1"/>
              </a:solidFill>
              <a:ln w="19050"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3" name="Cross 52"/>
              <p:cNvSpPr/>
              <p:nvPr/>
            </p:nvSpPr>
            <p:spPr>
              <a:xfrm rot="2734294">
                <a:off x="1637830" y="1512253"/>
                <a:ext cx="223554" cy="223554"/>
              </a:xfrm>
              <a:prstGeom prst="plus">
                <a:avLst>
                  <a:gd name="adj" fmla="val 46579"/>
                </a:avLst>
              </a:prstGeom>
              <a:solidFill>
                <a:schemeClr val="tx1"/>
              </a:solidFill>
              <a:ln w="19050"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4" name="Cross 53"/>
              <p:cNvSpPr/>
              <p:nvPr/>
            </p:nvSpPr>
            <p:spPr>
              <a:xfrm rot="2734294">
                <a:off x="735109" y="1301962"/>
                <a:ext cx="223554" cy="223554"/>
              </a:xfrm>
              <a:prstGeom prst="plus">
                <a:avLst>
                  <a:gd name="adj" fmla="val 46579"/>
                </a:avLst>
              </a:prstGeom>
              <a:solidFill>
                <a:schemeClr val="tx1"/>
              </a:solidFill>
              <a:ln w="19050"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5" name="Cross 54"/>
              <p:cNvSpPr/>
              <p:nvPr/>
            </p:nvSpPr>
            <p:spPr>
              <a:xfrm rot="2734294">
                <a:off x="714486" y="1698337"/>
                <a:ext cx="223554" cy="223554"/>
              </a:xfrm>
              <a:prstGeom prst="plus">
                <a:avLst>
                  <a:gd name="adj" fmla="val 46579"/>
                </a:avLst>
              </a:prstGeom>
              <a:solidFill>
                <a:schemeClr val="tx1"/>
              </a:solidFill>
              <a:ln w="19050"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6" name="Cross 55"/>
              <p:cNvSpPr/>
              <p:nvPr/>
            </p:nvSpPr>
            <p:spPr>
              <a:xfrm rot="2734294">
                <a:off x="1030623" y="948695"/>
                <a:ext cx="223554" cy="223554"/>
              </a:xfrm>
              <a:prstGeom prst="plus">
                <a:avLst>
                  <a:gd name="adj" fmla="val 46579"/>
                </a:avLst>
              </a:prstGeom>
              <a:solidFill>
                <a:schemeClr val="tx1"/>
              </a:solidFill>
              <a:ln w="12700"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7" name="Oval 56"/>
              <p:cNvSpPr/>
              <p:nvPr/>
            </p:nvSpPr>
            <p:spPr>
              <a:xfrm>
                <a:off x="1544248" y="1737727"/>
                <a:ext cx="170398" cy="170398"/>
              </a:xfrm>
              <a:prstGeom prst="ellipse">
                <a:avLst/>
              </a:prstGeom>
              <a:noFill/>
              <a:ln w="19050">
                <a:solidFill>
                  <a:schemeClr val="tx2">
                    <a:lumMod val="60000"/>
                    <a:lumOff val="4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8" name="Oval 57"/>
              <p:cNvSpPr/>
              <p:nvPr/>
            </p:nvSpPr>
            <p:spPr>
              <a:xfrm>
                <a:off x="1972899" y="1737727"/>
                <a:ext cx="170398" cy="170398"/>
              </a:xfrm>
              <a:prstGeom prst="ellipse">
                <a:avLst/>
              </a:prstGeom>
              <a:noFill/>
              <a:ln w="19050">
                <a:solidFill>
                  <a:schemeClr val="tx2">
                    <a:lumMod val="60000"/>
                    <a:lumOff val="4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9" name="Oval 58"/>
              <p:cNvSpPr/>
              <p:nvPr/>
            </p:nvSpPr>
            <p:spPr>
              <a:xfrm>
                <a:off x="2234730" y="1752661"/>
                <a:ext cx="170398" cy="170398"/>
              </a:xfrm>
              <a:prstGeom prst="ellipse">
                <a:avLst/>
              </a:prstGeom>
              <a:noFill/>
              <a:ln w="19050">
                <a:solidFill>
                  <a:schemeClr val="tx2">
                    <a:lumMod val="60000"/>
                    <a:lumOff val="4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60" name="Oval 59"/>
              <p:cNvSpPr/>
              <p:nvPr/>
            </p:nvSpPr>
            <p:spPr>
              <a:xfrm>
                <a:off x="2477998" y="1456346"/>
                <a:ext cx="170398" cy="170398"/>
              </a:xfrm>
              <a:prstGeom prst="ellipse">
                <a:avLst/>
              </a:prstGeom>
              <a:noFill/>
              <a:ln w="19050">
                <a:solidFill>
                  <a:schemeClr val="tx2">
                    <a:lumMod val="60000"/>
                    <a:lumOff val="4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61" name="Oval 60"/>
              <p:cNvSpPr/>
              <p:nvPr/>
            </p:nvSpPr>
            <p:spPr>
              <a:xfrm>
                <a:off x="1955570" y="1279485"/>
                <a:ext cx="170398" cy="170398"/>
              </a:xfrm>
              <a:prstGeom prst="ellipse">
                <a:avLst/>
              </a:prstGeom>
              <a:noFill/>
              <a:ln w="19050">
                <a:solidFill>
                  <a:schemeClr val="tx2">
                    <a:lumMod val="60000"/>
                    <a:lumOff val="4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62" name="Oval 61"/>
              <p:cNvSpPr/>
              <p:nvPr/>
            </p:nvSpPr>
            <p:spPr>
              <a:xfrm>
                <a:off x="2216167" y="1221210"/>
                <a:ext cx="170398" cy="170398"/>
              </a:xfrm>
              <a:prstGeom prst="ellipse">
                <a:avLst/>
              </a:prstGeom>
              <a:noFill/>
              <a:ln w="19050">
                <a:solidFill>
                  <a:schemeClr val="tx2">
                    <a:lumMod val="60000"/>
                    <a:lumOff val="4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63" name="Oval 62"/>
              <p:cNvSpPr/>
              <p:nvPr/>
            </p:nvSpPr>
            <p:spPr>
              <a:xfrm>
                <a:off x="1459049" y="1059153"/>
                <a:ext cx="170398" cy="170398"/>
              </a:xfrm>
              <a:prstGeom prst="ellipse">
                <a:avLst/>
              </a:prstGeom>
              <a:noFill/>
              <a:ln w="19050">
                <a:solidFill>
                  <a:schemeClr val="tx2">
                    <a:lumMod val="60000"/>
                    <a:lumOff val="4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64" name="Oval 63"/>
              <p:cNvSpPr/>
              <p:nvPr/>
            </p:nvSpPr>
            <p:spPr>
              <a:xfrm>
                <a:off x="1673162" y="1221210"/>
                <a:ext cx="170398" cy="170398"/>
              </a:xfrm>
              <a:prstGeom prst="ellipse">
                <a:avLst/>
              </a:prstGeom>
              <a:noFill/>
              <a:ln w="19050">
                <a:solidFill>
                  <a:schemeClr val="tx2">
                    <a:lumMod val="60000"/>
                    <a:lumOff val="4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65" name="Oval 64"/>
              <p:cNvSpPr/>
              <p:nvPr/>
            </p:nvSpPr>
            <p:spPr>
              <a:xfrm>
                <a:off x="2040344" y="1028951"/>
                <a:ext cx="170398" cy="170398"/>
              </a:xfrm>
              <a:prstGeom prst="ellipse">
                <a:avLst/>
              </a:prstGeom>
              <a:noFill/>
              <a:ln w="19050">
                <a:solidFill>
                  <a:schemeClr val="tx2">
                    <a:lumMod val="60000"/>
                    <a:lumOff val="4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66" name="Oval 65"/>
              <p:cNvSpPr/>
              <p:nvPr/>
            </p:nvSpPr>
            <p:spPr>
              <a:xfrm>
                <a:off x="2385648" y="943752"/>
                <a:ext cx="170398" cy="170398"/>
              </a:xfrm>
              <a:prstGeom prst="ellipse">
                <a:avLst/>
              </a:prstGeom>
              <a:noFill/>
              <a:ln w="19050">
                <a:solidFill>
                  <a:schemeClr val="tx2">
                    <a:lumMod val="60000"/>
                    <a:lumOff val="4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67" name="Oval 66"/>
              <p:cNvSpPr/>
              <p:nvPr/>
            </p:nvSpPr>
            <p:spPr>
              <a:xfrm>
                <a:off x="2030069" y="750774"/>
                <a:ext cx="170398" cy="170398"/>
              </a:xfrm>
              <a:prstGeom prst="ellipse">
                <a:avLst/>
              </a:prstGeom>
              <a:noFill/>
              <a:ln w="19050">
                <a:solidFill>
                  <a:schemeClr val="tx2">
                    <a:lumMod val="60000"/>
                    <a:lumOff val="4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136" name="Cross 135"/>
            <p:cNvSpPr/>
            <p:nvPr/>
          </p:nvSpPr>
          <p:spPr>
            <a:xfrm rot="2734294">
              <a:off x="2625754" y="1997104"/>
              <a:ext cx="223554" cy="223554"/>
            </a:xfrm>
            <a:prstGeom prst="plus">
              <a:avLst>
                <a:gd name="adj" fmla="val 46579"/>
              </a:avLst>
            </a:prstGeom>
            <a:solidFill>
              <a:schemeClr val="tx1"/>
            </a:solidFill>
            <a:ln w="1905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7" name="Cross 136"/>
            <p:cNvSpPr/>
            <p:nvPr/>
          </p:nvSpPr>
          <p:spPr>
            <a:xfrm rot="2734294">
              <a:off x="732092" y="1006504"/>
              <a:ext cx="223554" cy="223554"/>
            </a:xfrm>
            <a:prstGeom prst="plus">
              <a:avLst>
                <a:gd name="adj" fmla="val 46579"/>
              </a:avLst>
            </a:prstGeom>
            <a:solidFill>
              <a:schemeClr val="tx1"/>
            </a:solidFill>
            <a:ln w="1905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8" name="Cross 137"/>
            <p:cNvSpPr/>
            <p:nvPr/>
          </p:nvSpPr>
          <p:spPr>
            <a:xfrm rot="2734294">
              <a:off x="1101754" y="789242"/>
              <a:ext cx="223554" cy="223554"/>
            </a:xfrm>
            <a:prstGeom prst="plus">
              <a:avLst>
                <a:gd name="adj" fmla="val 46579"/>
              </a:avLst>
            </a:prstGeom>
            <a:solidFill>
              <a:schemeClr val="tx1"/>
            </a:solidFill>
            <a:ln w="1905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39" name="Group 138"/>
          <p:cNvGrpSpPr/>
          <p:nvPr/>
        </p:nvGrpSpPr>
        <p:grpSpPr>
          <a:xfrm>
            <a:off x="3096043" y="796460"/>
            <a:ext cx="2542757" cy="2287424"/>
            <a:chOff x="306551" y="789242"/>
            <a:chExt cx="2542757" cy="2287424"/>
          </a:xfrm>
        </p:grpSpPr>
        <p:grpSp>
          <p:nvGrpSpPr>
            <p:cNvPr id="140" name="Group 139"/>
            <p:cNvGrpSpPr/>
            <p:nvPr/>
          </p:nvGrpSpPr>
          <p:grpSpPr>
            <a:xfrm>
              <a:off x="306551" y="876401"/>
              <a:ext cx="2485587" cy="2200265"/>
              <a:chOff x="306551" y="747415"/>
              <a:chExt cx="2485587" cy="2200265"/>
            </a:xfrm>
          </p:grpSpPr>
          <p:sp>
            <p:nvSpPr>
              <p:cNvPr id="144" name="Oval 143"/>
              <p:cNvSpPr/>
              <p:nvPr/>
            </p:nvSpPr>
            <p:spPr>
              <a:xfrm>
                <a:off x="1204258" y="1221210"/>
                <a:ext cx="170398" cy="170398"/>
              </a:xfrm>
              <a:prstGeom prst="ellipse">
                <a:avLst/>
              </a:prstGeom>
              <a:noFill/>
              <a:ln w="19050">
                <a:solidFill>
                  <a:schemeClr val="tx2">
                    <a:lumMod val="60000"/>
                    <a:lumOff val="4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45" name="Oval 144"/>
              <p:cNvSpPr/>
              <p:nvPr/>
            </p:nvSpPr>
            <p:spPr>
              <a:xfrm>
                <a:off x="1750444" y="947671"/>
                <a:ext cx="170398" cy="170398"/>
              </a:xfrm>
              <a:prstGeom prst="ellipse">
                <a:avLst/>
              </a:prstGeom>
              <a:noFill/>
              <a:ln w="19050">
                <a:solidFill>
                  <a:schemeClr val="tx2">
                    <a:lumMod val="60000"/>
                    <a:lumOff val="4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46" name="Oval 145"/>
              <p:cNvSpPr/>
              <p:nvPr/>
            </p:nvSpPr>
            <p:spPr>
              <a:xfrm>
                <a:off x="1359948" y="1523393"/>
                <a:ext cx="170398" cy="170398"/>
              </a:xfrm>
              <a:prstGeom prst="ellipse">
                <a:avLst/>
              </a:prstGeom>
              <a:noFill/>
              <a:ln w="19050">
                <a:solidFill>
                  <a:schemeClr val="tx2">
                    <a:lumMod val="60000"/>
                    <a:lumOff val="4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47" name="Oval 146"/>
              <p:cNvSpPr/>
              <p:nvPr/>
            </p:nvSpPr>
            <p:spPr>
              <a:xfrm>
                <a:off x="1530346" y="773723"/>
                <a:ext cx="170398" cy="170398"/>
              </a:xfrm>
              <a:prstGeom prst="ellipse">
                <a:avLst/>
              </a:prstGeom>
              <a:noFill/>
              <a:ln w="19050">
                <a:solidFill>
                  <a:schemeClr val="tx2">
                    <a:lumMod val="60000"/>
                    <a:lumOff val="4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48" name="Cross 147"/>
              <p:cNvSpPr/>
              <p:nvPr/>
            </p:nvSpPr>
            <p:spPr>
              <a:xfrm rot="2734294">
                <a:off x="1032913" y="2222912"/>
                <a:ext cx="223554" cy="223554"/>
              </a:xfrm>
              <a:prstGeom prst="plus">
                <a:avLst>
                  <a:gd name="adj" fmla="val 46579"/>
                </a:avLst>
              </a:prstGeom>
              <a:solidFill>
                <a:schemeClr val="tx1"/>
              </a:solidFill>
              <a:ln w="19050"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49" name="Cross 148"/>
              <p:cNvSpPr/>
              <p:nvPr/>
            </p:nvSpPr>
            <p:spPr>
              <a:xfrm rot="2734294">
                <a:off x="1032913" y="1531448"/>
                <a:ext cx="223554" cy="223554"/>
              </a:xfrm>
              <a:prstGeom prst="plus">
                <a:avLst>
                  <a:gd name="adj" fmla="val 46579"/>
                </a:avLst>
              </a:prstGeom>
              <a:solidFill>
                <a:schemeClr val="tx1"/>
              </a:solidFill>
              <a:ln w="19050"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50" name="Cross 149"/>
              <p:cNvSpPr/>
              <p:nvPr/>
            </p:nvSpPr>
            <p:spPr>
              <a:xfrm rot="2734294">
                <a:off x="1262879" y="1954417"/>
                <a:ext cx="223554" cy="223554"/>
              </a:xfrm>
              <a:prstGeom prst="plus">
                <a:avLst>
                  <a:gd name="adj" fmla="val 46579"/>
                </a:avLst>
              </a:prstGeom>
              <a:solidFill>
                <a:schemeClr val="tx1"/>
              </a:solidFill>
              <a:ln w="19050"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51" name="Cross 150"/>
              <p:cNvSpPr/>
              <p:nvPr/>
            </p:nvSpPr>
            <p:spPr>
              <a:xfrm rot="2734294">
                <a:off x="936841" y="1939311"/>
                <a:ext cx="223554" cy="223554"/>
              </a:xfrm>
              <a:prstGeom prst="plus">
                <a:avLst>
                  <a:gd name="adj" fmla="val 46579"/>
                </a:avLst>
              </a:prstGeom>
              <a:solidFill>
                <a:schemeClr val="tx1"/>
              </a:solidFill>
              <a:ln w="19050"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52" name="TextBox 151"/>
              <p:cNvSpPr txBox="1"/>
              <p:nvPr/>
            </p:nvSpPr>
            <p:spPr>
              <a:xfrm>
                <a:off x="1546700" y="2578348"/>
                <a:ext cx="362600" cy="369332"/>
              </a:xfrm>
              <a:prstGeom prst="rect">
                <a:avLst/>
              </a:prstGeom>
              <a:noFill/>
              <a:ln w="19050">
                <a:noFill/>
              </a:ln>
            </p:spPr>
            <p:txBody>
              <a:bodyPr wrap="none" rtlCol="0">
                <a:spAutoFit/>
              </a:bodyPr>
              <a:lstStyle/>
              <a:p>
                <a:r>
                  <a:rPr lang="en-US" dirty="0"/>
                  <a:t>x</a:t>
                </a:r>
                <a:r>
                  <a:rPr lang="en-US" baseline="-25000" dirty="0"/>
                  <a:t>1</a:t>
                </a:r>
              </a:p>
            </p:txBody>
          </p:sp>
          <p:sp>
            <p:nvSpPr>
              <p:cNvPr id="153" name="TextBox 152"/>
              <p:cNvSpPr txBox="1"/>
              <p:nvPr/>
            </p:nvSpPr>
            <p:spPr>
              <a:xfrm>
                <a:off x="306551" y="1202476"/>
                <a:ext cx="362600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/>
                  <a:t>x</a:t>
                </a:r>
                <a:r>
                  <a:rPr lang="en-US" baseline="-25000" dirty="0"/>
                  <a:t>2</a:t>
                </a:r>
              </a:p>
            </p:txBody>
          </p:sp>
          <p:cxnSp>
            <p:nvCxnSpPr>
              <p:cNvPr id="154" name="Straight Arrow Connector 153"/>
              <p:cNvCxnSpPr/>
              <p:nvPr/>
            </p:nvCxnSpPr>
            <p:spPr>
              <a:xfrm flipV="1">
                <a:off x="669151" y="747415"/>
                <a:ext cx="0" cy="1995680"/>
              </a:xfrm>
              <a:prstGeom prst="straightConnector1">
                <a:avLst/>
              </a:prstGeom>
              <a:ln w="19050">
                <a:solidFill>
                  <a:schemeClr val="bg1">
                    <a:lumMod val="50000"/>
                  </a:schemeClr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5" name="Straight Arrow Connector 154"/>
              <p:cNvCxnSpPr/>
              <p:nvPr/>
            </p:nvCxnSpPr>
            <p:spPr>
              <a:xfrm>
                <a:off x="560369" y="2589944"/>
                <a:ext cx="2231769" cy="0"/>
              </a:xfrm>
              <a:prstGeom prst="straightConnector1">
                <a:avLst/>
              </a:prstGeom>
              <a:ln w="19050">
                <a:solidFill>
                  <a:schemeClr val="bg1">
                    <a:lumMod val="50000"/>
                  </a:schemeClr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56" name="Cross 155"/>
              <p:cNvSpPr/>
              <p:nvPr/>
            </p:nvSpPr>
            <p:spPr>
              <a:xfrm rot="2734294">
                <a:off x="1359601" y="2272086"/>
                <a:ext cx="223554" cy="223554"/>
              </a:xfrm>
              <a:prstGeom prst="plus">
                <a:avLst>
                  <a:gd name="adj" fmla="val 46579"/>
                </a:avLst>
              </a:prstGeom>
              <a:solidFill>
                <a:schemeClr val="tx1"/>
              </a:solidFill>
              <a:ln w="19050"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57" name="Cross 156"/>
              <p:cNvSpPr/>
              <p:nvPr/>
            </p:nvSpPr>
            <p:spPr>
              <a:xfrm rot="2734294">
                <a:off x="1732921" y="2058784"/>
                <a:ext cx="223554" cy="223554"/>
              </a:xfrm>
              <a:prstGeom prst="plus">
                <a:avLst>
                  <a:gd name="adj" fmla="val 46579"/>
                </a:avLst>
              </a:prstGeom>
              <a:solidFill>
                <a:schemeClr val="tx1"/>
              </a:solidFill>
              <a:ln w="19050"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58" name="Cross 157"/>
              <p:cNvSpPr/>
              <p:nvPr/>
            </p:nvSpPr>
            <p:spPr>
              <a:xfrm rot="2734294">
                <a:off x="2044914" y="2272086"/>
                <a:ext cx="223554" cy="223554"/>
              </a:xfrm>
              <a:prstGeom prst="plus">
                <a:avLst>
                  <a:gd name="adj" fmla="val 46579"/>
                </a:avLst>
              </a:prstGeom>
              <a:solidFill>
                <a:schemeClr val="tx1"/>
              </a:solidFill>
              <a:ln w="19050"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59" name="Cross 158"/>
              <p:cNvSpPr/>
              <p:nvPr/>
            </p:nvSpPr>
            <p:spPr>
              <a:xfrm rot="2734294">
                <a:off x="2031520" y="1989147"/>
                <a:ext cx="223554" cy="223554"/>
              </a:xfrm>
              <a:prstGeom prst="plus">
                <a:avLst>
                  <a:gd name="adj" fmla="val 46579"/>
                </a:avLst>
              </a:prstGeom>
              <a:solidFill>
                <a:schemeClr val="tx1"/>
              </a:solidFill>
              <a:ln w="19050"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60" name="Cross 159"/>
              <p:cNvSpPr/>
              <p:nvPr/>
            </p:nvSpPr>
            <p:spPr>
              <a:xfrm rot="2734294">
                <a:off x="2366221" y="1985603"/>
                <a:ext cx="223554" cy="223554"/>
              </a:xfrm>
              <a:prstGeom prst="plus">
                <a:avLst>
                  <a:gd name="adj" fmla="val 46579"/>
                </a:avLst>
              </a:prstGeom>
              <a:solidFill>
                <a:schemeClr val="tx1"/>
              </a:solidFill>
              <a:ln w="19050"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61" name="Cross 160"/>
              <p:cNvSpPr/>
              <p:nvPr/>
            </p:nvSpPr>
            <p:spPr>
              <a:xfrm rot="2734294">
                <a:off x="2201001" y="1496815"/>
                <a:ext cx="223554" cy="223554"/>
              </a:xfrm>
              <a:prstGeom prst="plus">
                <a:avLst>
                  <a:gd name="adj" fmla="val 46579"/>
                </a:avLst>
              </a:prstGeom>
              <a:solidFill>
                <a:schemeClr val="tx1"/>
              </a:solidFill>
              <a:ln w="19050"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62" name="Cross 161"/>
              <p:cNvSpPr/>
              <p:nvPr/>
            </p:nvSpPr>
            <p:spPr>
              <a:xfrm rot="2734294">
                <a:off x="1637830" y="1512253"/>
                <a:ext cx="223554" cy="223554"/>
              </a:xfrm>
              <a:prstGeom prst="plus">
                <a:avLst>
                  <a:gd name="adj" fmla="val 46579"/>
                </a:avLst>
              </a:prstGeom>
              <a:solidFill>
                <a:schemeClr val="tx1"/>
              </a:solidFill>
              <a:ln w="19050"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63" name="Cross 162"/>
              <p:cNvSpPr/>
              <p:nvPr/>
            </p:nvSpPr>
            <p:spPr>
              <a:xfrm rot="2734294">
                <a:off x="735109" y="1301962"/>
                <a:ext cx="223554" cy="223554"/>
              </a:xfrm>
              <a:prstGeom prst="plus">
                <a:avLst>
                  <a:gd name="adj" fmla="val 46579"/>
                </a:avLst>
              </a:prstGeom>
              <a:solidFill>
                <a:schemeClr val="tx1"/>
              </a:solidFill>
              <a:ln w="19050"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64" name="Cross 163"/>
              <p:cNvSpPr/>
              <p:nvPr/>
            </p:nvSpPr>
            <p:spPr>
              <a:xfrm rot="2734294">
                <a:off x="714486" y="1698337"/>
                <a:ext cx="223554" cy="223554"/>
              </a:xfrm>
              <a:prstGeom prst="plus">
                <a:avLst>
                  <a:gd name="adj" fmla="val 46579"/>
                </a:avLst>
              </a:prstGeom>
              <a:solidFill>
                <a:schemeClr val="tx1"/>
              </a:solidFill>
              <a:ln w="19050"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65" name="Cross 164"/>
              <p:cNvSpPr/>
              <p:nvPr/>
            </p:nvSpPr>
            <p:spPr>
              <a:xfrm rot="2734294">
                <a:off x="1030623" y="948695"/>
                <a:ext cx="223554" cy="223554"/>
              </a:xfrm>
              <a:prstGeom prst="plus">
                <a:avLst>
                  <a:gd name="adj" fmla="val 46579"/>
                </a:avLst>
              </a:prstGeom>
              <a:solidFill>
                <a:schemeClr val="tx1"/>
              </a:solidFill>
              <a:ln w="12700"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66" name="Oval 165"/>
              <p:cNvSpPr/>
              <p:nvPr/>
            </p:nvSpPr>
            <p:spPr>
              <a:xfrm>
                <a:off x="1544248" y="1737727"/>
                <a:ext cx="170398" cy="170398"/>
              </a:xfrm>
              <a:prstGeom prst="ellipse">
                <a:avLst/>
              </a:prstGeom>
              <a:noFill/>
              <a:ln w="19050">
                <a:solidFill>
                  <a:schemeClr val="tx2">
                    <a:lumMod val="60000"/>
                    <a:lumOff val="4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67" name="Oval 166"/>
              <p:cNvSpPr/>
              <p:nvPr/>
            </p:nvSpPr>
            <p:spPr>
              <a:xfrm>
                <a:off x="1972899" y="1737727"/>
                <a:ext cx="170398" cy="170398"/>
              </a:xfrm>
              <a:prstGeom prst="ellipse">
                <a:avLst/>
              </a:prstGeom>
              <a:noFill/>
              <a:ln w="19050">
                <a:solidFill>
                  <a:schemeClr val="tx2">
                    <a:lumMod val="60000"/>
                    <a:lumOff val="4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68" name="Oval 167"/>
              <p:cNvSpPr/>
              <p:nvPr/>
            </p:nvSpPr>
            <p:spPr>
              <a:xfrm>
                <a:off x="2234730" y="1752661"/>
                <a:ext cx="170398" cy="170398"/>
              </a:xfrm>
              <a:prstGeom prst="ellipse">
                <a:avLst/>
              </a:prstGeom>
              <a:noFill/>
              <a:ln w="19050">
                <a:solidFill>
                  <a:schemeClr val="tx2">
                    <a:lumMod val="60000"/>
                    <a:lumOff val="4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69" name="Oval 168"/>
              <p:cNvSpPr/>
              <p:nvPr/>
            </p:nvSpPr>
            <p:spPr>
              <a:xfrm>
                <a:off x="2477998" y="1456346"/>
                <a:ext cx="170398" cy="170398"/>
              </a:xfrm>
              <a:prstGeom prst="ellipse">
                <a:avLst/>
              </a:prstGeom>
              <a:noFill/>
              <a:ln w="19050">
                <a:solidFill>
                  <a:schemeClr val="tx2">
                    <a:lumMod val="60000"/>
                    <a:lumOff val="4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70" name="Oval 169"/>
              <p:cNvSpPr/>
              <p:nvPr/>
            </p:nvSpPr>
            <p:spPr>
              <a:xfrm>
                <a:off x="1955570" y="1279485"/>
                <a:ext cx="170398" cy="170398"/>
              </a:xfrm>
              <a:prstGeom prst="ellipse">
                <a:avLst/>
              </a:prstGeom>
              <a:noFill/>
              <a:ln w="19050">
                <a:solidFill>
                  <a:schemeClr val="tx2">
                    <a:lumMod val="60000"/>
                    <a:lumOff val="4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71" name="Oval 170"/>
              <p:cNvSpPr/>
              <p:nvPr/>
            </p:nvSpPr>
            <p:spPr>
              <a:xfrm>
                <a:off x="2216167" y="1221210"/>
                <a:ext cx="170398" cy="170398"/>
              </a:xfrm>
              <a:prstGeom prst="ellipse">
                <a:avLst/>
              </a:prstGeom>
              <a:noFill/>
              <a:ln w="19050">
                <a:solidFill>
                  <a:schemeClr val="tx2">
                    <a:lumMod val="60000"/>
                    <a:lumOff val="4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72" name="Oval 171"/>
              <p:cNvSpPr/>
              <p:nvPr/>
            </p:nvSpPr>
            <p:spPr>
              <a:xfrm>
                <a:off x="1459049" y="1059153"/>
                <a:ext cx="170398" cy="170398"/>
              </a:xfrm>
              <a:prstGeom prst="ellipse">
                <a:avLst/>
              </a:prstGeom>
              <a:noFill/>
              <a:ln w="19050">
                <a:solidFill>
                  <a:schemeClr val="tx2">
                    <a:lumMod val="60000"/>
                    <a:lumOff val="4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73" name="Oval 172"/>
              <p:cNvSpPr/>
              <p:nvPr/>
            </p:nvSpPr>
            <p:spPr>
              <a:xfrm>
                <a:off x="1673162" y="1221210"/>
                <a:ext cx="170398" cy="170398"/>
              </a:xfrm>
              <a:prstGeom prst="ellipse">
                <a:avLst/>
              </a:prstGeom>
              <a:noFill/>
              <a:ln w="19050">
                <a:solidFill>
                  <a:schemeClr val="tx2">
                    <a:lumMod val="60000"/>
                    <a:lumOff val="4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74" name="Oval 173"/>
              <p:cNvSpPr/>
              <p:nvPr/>
            </p:nvSpPr>
            <p:spPr>
              <a:xfrm>
                <a:off x="2040344" y="1028951"/>
                <a:ext cx="170398" cy="170398"/>
              </a:xfrm>
              <a:prstGeom prst="ellipse">
                <a:avLst/>
              </a:prstGeom>
              <a:noFill/>
              <a:ln w="19050">
                <a:solidFill>
                  <a:schemeClr val="tx2">
                    <a:lumMod val="60000"/>
                    <a:lumOff val="4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75" name="Oval 174"/>
              <p:cNvSpPr/>
              <p:nvPr/>
            </p:nvSpPr>
            <p:spPr>
              <a:xfrm>
                <a:off x="2385648" y="943752"/>
                <a:ext cx="170398" cy="170398"/>
              </a:xfrm>
              <a:prstGeom prst="ellipse">
                <a:avLst/>
              </a:prstGeom>
              <a:noFill/>
              <a:ln w="19050">
                <a:solidFill>
                  <a:schemeClr val="tx2">
                    <a:lumMod val="60000"/>
                    <a:lumOff val="4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76" name="Oval 175"/>
              <p:cNvSpPr/>
              <p:nvPr/>
            </p:nvSpPr>
            <p:spPr>
              <a:xfrm>
                <a:off x="2030069" y="750774"/>
                <a:ext cx="170398" cy="170398"/>
              </a:xfrm>
              <a:prstGeom prst="ellipse">
                <a:avLst/>
              </a:prstGeom>
              <a:noFill/>
              <a:ln w="19050">
                <a:solidFill>
                  <a:schemeClr val="tx2">
                    <a:lumMod val="60000"/>
                    <a:lumOff val="4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141" name="Cross 140"/>
            <p:cNvSpPr/>
            <p:nvPr/>
          </p:nvSpPr>
          <p:spPr>
            <a:xfrm rot="2734294">
              <a:off x="2625754" y="1997104"/>
              <a:ext cx="223554" cy="223554"/>
            </a:xfrm>
            <a:prstGeom prst="plus">
              <a:avLst>
                <a:gd name="adj" fmla="val 46579"/>
              </a:avLst>
            </a:prstGeom>
            <a:solidFill>
              <a:schemeClr val="tx1"/>
            </a:solidFill>
            <a:ln w="1905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2" name="Cross 141"/>
            <p:cNvSpPr/>
            <p:nvPr/>
          </p:nvSpPr>
          <p:spPr>
            <a:xfrm rot="2734294">
              <a:off x="732092" y="1006504"/>
              <a:ext cx="223554" cy="223554"/>
            </a:xfrm>
            <a:prstGeom prst="plus">
              <a:avLst>
                <a:gd name="adj" fmla="val 46579"/>
              </a:avLst>
            </a:prstGeom>
            <a:solidFill>
              <a:schemeClr val="tx1"/>
            </a:solidFill>
            <a:ln w="1905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3" name="Cross 142"/>
            <p:cNvSpPr/>
            <p:nvPr/>
          </p:nvSpPr>
          <p:spPr>
            <a:xfrm rot="2734294">
              <a:off x="1101754" y="789242"/>
              <a:ext cx="223554" cy="223554"/>
            </a:xfrm>
            <a:prstGeom prst="plus">
              <a:avLst>
                <a:gd name="adj" fmla="val 46579"/>
              </a:avLst>
            </a:prstGeom>
            <a:solidFill>
              <a:schemeClr val="tx1"/>
            </a:solidFill>
            <a:ln w="1905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77" name="Group 176"/>
          <p:cNvGrpSpPr/>
          <p:nvPr/>
        </p:nvGrpSpPr>
        <p:grpSpPr>
          <a:xfrm>
            <a:off x="5915443" y="796115"/>
            <a:ext cx="2542757" cy="2287424"/>
            <a:chOff x="306551" y="789242"/>
            <a:chExt cx="2542757" cy="2287424"/>
          </a:xfrm>
        </p:grpSpPr>
        <p:grpSp>
          <p:nvGrpSpPr>
            <p:cNvPr id="178" name="Group 177"/>
            <p:cNvGrpSpPr/>
            <p:nvPr/>
          </p:nvGrpSpPr>
          <p:grpSpPr>
            <a:xfrm>
              <a:off x="306551" y="876401"/>
              <a:ext cx="2485587" cy="2200265"/>
              <a:chOff x="306551" y="747415"/>
              <a:chExt cx="2485587" cy="2200265"/>
            </a:xfrm>
          </p:grpSpPr>
          <p:sp>
            <p:nvSpPr>
              <p:cNvPr id="182" name="Oval 181"/>
              <p:cNvSpPr/>
              <p:nvPr/>
            </p:nvSpPr>
            <p:spPr>
              <a:xfrm>
                <a:off x="1204258" y="1221210"/>
                <a:ext cx="170398" cy="170398"/>
              </a:xfrm>
              <a:prstGeom prst="ellipse">
                <a:avLst/>
              </a:prstGeom>
              <a:noFill/>
              <a:ln w="19050">
                <a:solidFill>
                  <a:schemeClr val="tx2">
                    <a:lumMod val="60000"/>
                    <a:lumOff val="4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83" name="Oval 182"/>
              <p:cNvSpPr/>
              <p:nvPr/>
            </p:nvSpPr>
            <p:spPr>
              <a:xfrm>
                <a:off x="1750444" y="947671"/>
                <a:ext cx="170398" cy="170398"/>
              </a:xfrm>
              <a:prstGeom prst="ellipse">
                <a:avLst/>
              </a:prstGeom>
              <a:noFill/>
              <a:ln w="19050">
                <a:solidFill>
                  <a:schemeClr val="tx2">
                    <a:lumMod val="60000"/>
                    <a:lumOff val="4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84" name="Oval 183"/>
              <p:cNvSpPr/>
              <p:nvPr/>
            </p:nvSpPr>
            <p:spPr>
              <a:xfrm>
                <a:off x="1359948" y="1523393"/>
                <a:ext cx="170398" cy="170398"/>
              </a:xfrm>
              <a:prstGeom prst="ellipse">
                <a:avLst/>
              </a:prstGeom>
              <a:noFill/>
              <a:ln w="19050">
                <a:solidFill>
                  <a:schemeClr val="tx2">
                    <a:lumMod val="60000"/>
                    <a:lumOff val="4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85" name="Oval 184"/>
              <p:cNvSpPr/>
              <p:nvPr/>
            </p:nvSpPr>
            <p:spPr>
              <a:xfrm>
                <a:off x="1530346" y="773723"/>
                <a:ext cx="170398" cy="170398"/>
              </a:xfrm>
              <a:prstGeom prst="ellipse">
                <a:avLst/>
              </a:prstGeom>
              <a:noFill/>
              <a:ln w="19050">
                <a:solidFill>
                  <a:schemeClr val="tx2">
                    <a:lumMod val="60000"/>
                    <a:lumOff val="4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86" name="Cross 185"/>
              <p:cNvSpPr/>
              <p:nvPr/>
            </p:nvSpPr>
            <p:spPr>
              <a:xfrm rot="2734294">
                <a:off x="1032913" y="2222912"/>
                <a:ext cx="223554" cy="223554"/>
              </a:xfrm>
              <a:prstGeom prst="plus">
                <a:avLst>
                  <a:gd name="adj" fmla="val 46579"/>
                </a:avLst>
              </a:prstGeom>
              <a:solidFill>
                <a:schemeClr val="tx1"/>
              </a:solidFill>
              <a:ln w="19050"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87" name="Cross 186"/>
              <p:cNvSpPr/>
              <p:nvPr/>
            </p:nvSpPr>
            <p:spPr>
              <a:xfrm rot="2734294">
                <a:off x="1032913" y="1531448"/>
                <a:ext cx="223554" cy="223554"/>
              </a:xfrm>
              <a:prstGeom prst="plus">
                <a:avLst>
                  <a:gd name="adj" fmla="val 46579"/>
                </a:avLst>
              </a:prstGeom>
              <a:solidFill>
                <a:schemeClr val="tx1"/>
              </a:solidFill>
              <a:ln w="19050"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88" name="Cross 187"/>
              <p:cNvSpPr/>
              <p:nvPr/>
            </p:nvSpPr>
            <p:spPr>
              <a:xfrm rot="2734294">
                <a:off x="1262879" y="1954417"/>
                <a:ext cx="223554" cy="223554"/>
              </a:xfrm>
              <a:prstGeom prst="plus">
                <a:avLst>
                  <a:gd name="adj" fmla="val 46579"/>
                </a:avLst>
              </a:prstGeom>
              <a:solidFill>
                <a:schemeClr val="tx1"/>
              </a:solidFill>
              <a:ln w="19050"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89" name="Cross 188"/>
              <p:cNvSpPr/>
              <p:nvPr/>
            </p:nvSpPr>
            <p:spPr>
              <a:xfrm rot="2734294">
                <a:off x="936841" y="1939311"/>
                <a:ext cx="223554" cy="223554"/>
              </a:xfrm>
              <a:prstGeom prst="plus">
                <a:avLst>
                  <a:gd name="adj" fmla="val 46579"/>
                </a:avLst>
              </a:prstGeom>
              <a:solidFill>
                <a:schemeClr val="tx1"/>
              </a:solidFill>
              <a:ln w="19050"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90" name="TextBox 189"/>
              <p:cNvSpPr txBox="1"/>
              <p:nvPr/>
            </p:nvSpPr>
            <p:spPr>
              <a:xfrm>
                <a:off x="1546700" y="2578348"/>
                <a:ext cx="362600" cy="369332"/>
              </a:xfrm>
              <a:prstGeom prst="rect">
                <a:avLst/>
              </a:prstGeom>
              <a:noFill/>
              <a:ln w="19050">
                <a:noFill/>
              </a:ln>
            </p:spPr>
            <p:txBody>
              <a:bodyPr wrap="none" rtlCol="0">
                <a:spAutoFit/>
              </a:bodyPr>
              <a:lstStyle/>
              <a:p>
                <a:r>
                  <a:rPr lang="en-US" dirty="0"/>
                  <a:t>x</a:t>
                </a:r>
                <a:r>
                  <a:rPr lang="en-US" baseline="-25000" dirty="0"/>
                  <a:t>1</a:t>
                </a:r>
              </a:p>
            </p:txBody>
          </p:sp>
          <p:sp>
            <p:nvSpPr>
              <p:cNvPr id="191" name="TextBox 190"/>
              <p:cNvSpPr txBox="1"/>
              <p:nvPr/>
            </p:nvSpPr>
            <p:spPr>
              <a:xfrm>
                <a:off x="306551" y="1202476"/>
                <a:ext cx="362600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/>
                  <a:t>x</a:t>
                </a:r>
                <a:r>
                  <a:rPr lang="en-US" baseline="-25000" dirty="0"/>
                  <a:t>2</a:t>
                </a:r>
              </a:p>
            </p:txBody>
          </p:sp>
          <p:cxnSp>
            <p:nvCxnSpPr>
              <p:cNvPr id="192" name="Straight Arrow Connector 191"/>
              <p:cNvCxnSpPr/>
              <p:nvPr/>
            </p:nvCxnSpPr>
            <p:spPr>
              <a:xfrm flipV="1">
                <a:off x="669151" y="747415"/>
                <a:ext cx="0" cy="1995680"/>
              </a:xfrm>
              <a:prstGeom prst="straightConnector1">
                <a:avLst/>
              </a:prstGeom>
              <a:ln w="19050">
                <a:solidFill>
                  <a:schemeClr val="bg1">
                    <a:lumMod val="50000"/>
                  </a:schemeClr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93" name="Straight Arrow Connector 192"/>
              <p:cNvCxnSpPr/>
              <p:nvPr/>
            </p:nvCxnSpPr>
            <p:spPr>
              <a:xfrm>
                <a:off x="560369" y="2589944"/>
                <a:ext cx="2231769" cy="0"/>
              </a:xfrm>
              <a:prstGeom prst="straightConnector1">
                <a:avLst/>
              </a:prstGeom>
              <a:ln w="19050">
                <a:solidFill>
                  <a:schemeClr val="bg1">
                    <a:lumMod val="50000"/>
                  </a:schemeClr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94" name="Cross 193"/>
              <p:cNvSpPr/>
              <p:nvPr/>
            </p:nvSpPr>
            <p:spPr>
              <a:xfrm rot="2734294">
                <a:off x="1359601" y="2272086"/>
                <a:ext cx="223554" cy="223554"/>
              </a:xfrm>
              <a:prstGeom prst="plus">
                <a:avLst>
                  <a:gd name="adj" fmla="val 46579"/>
                </a:avLst>
              </a:prstGeom>
              <a:solidFill>
                <a:schemeClr val="tx1"/>
              </a:solidFill>
              <a:ln w="19050"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95" name="Cross 194"/>
              <p:cNvSpPr/>
              <p:nvPr/>
            </p:nvSpPr>
            <p:spPr>
              <a:xfrm rot="2734294">
                <a:off x="1732921" y="2058784"/>
                <a:ext cx="223554" cy="223554"/>
              </a:xfrm>
              <a:prstGeom prst="plus">
                <a:avLst>
                  <a:gd name="adj" fmla="val 46579"/>
                </a:avLst>
              </a:prstGeom>
              <a:solidFill>
                <a:schemeClr val="tx1"/>
              </a:solidFill>
              <a:ln w="19050"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96" name="Cross 195"/>
              <p:cNvSpPr/>
              <p:nvPr/>
            </p:nvSpPr>
            <p:spPr>
              <a:xfrm rot="2734294">
                <a:off x="2044914" y="2272086"/>
                <a:ext cx="223554" cy="223554"/>
              </a:xfrm>
              <a:prstGeom prst="plus">
                <a:avLst>
                  <a:gd name="adj" fmla="val 46579"/>
                </a:avLst>
              </a:prstGeom>
              <a:solidFill>
                <a:schemeClr val="tx1"/>
              </a:solidFill>
              <a:ln w="19050"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97" name="Cross 196"/>
              <p:cNvSpPr/>
              <p:nvPr/>
            </p:nvSpPr>
            <p:spPr>
              <a:xfrm rot="2734294">
                <a:off x="2031520" y="1989147"/>
                <a:ext cx="223554" cy="223554"/>
              </a:xfrm>
              <a:prstGeom prst="plus">
                <a:avLst>
                  <a:gd name="adj" fmla="val 46579"/>
                </a:avLst>
              </a:prstGeom>
              <a:solidFill>
                <a:schemeClr val="tx1"/>
              </a:solidFill>
              <a:ln w="19050"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98" name="Cross 197"/>
              <p:cNvSpPr/>
              <p:nvPr/>
            </p:nvSpPr>
            <p:spPr>
              <a:xfrm rot="2734294">
                <a:off x="2366221" y="1985603"/>
                <a:ext cx="223554" cy="223554"/>
              </a:xfrm>
              <a:prstGeom prst="plus">
                <a:avLst>
                  <a:gd name="adj" fmla="val 46579"/>
                </a:avLst>
              </a:prstGeom>
              <a:solidFill>
                <a:schemeClr val="tx1"/>
              </a:solidFill>
              <a:ln w="19050"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99" name="Cross 198"/>
              <p:cNvSpPr/>
              <p:nvPr/>
            </p:nvSpPr>
            <p:spPr>
              <a:xfrm rot="2734294">
                <a:off x="2201001" y="1496815"/>
                <a:ext cx="223554" cy="223554"/>
              </a:xfrm>
              <a:prstGeom prst="plus">
                <a:avLst>
                  <a:gd name="adj" fmla="val 46579"/>
                </a:avLst>
              </a:prstGeom>
              <a:solidFill>
                <a:schemeClr val="tx1"/>
              </a:solidFill>
              <a:ln w="19050"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00" name="Cross 199"/>
              <p:cNvSpPr/>
              <p:nvPr/>
            </p:nvSpPr>
            <p:spPr>
              <a:xfrm rot="2734294">
                <a:off x="1637830" y="1512253"/>
                <a:ext cx="223554" cy="223554"/>
              </a:xfrm>
              <a:prstGeom prst="plus">
                <a:avLst>
                  <a:gd name="adj" fmla="val 46579"/>
                </a:avLst>
              </a:prstGeom>
              <a:solidFill>
                <a:schemeClr val="tx1"/>
              </a:solidFill>
              <a:ln w="19050"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01" name="Cross 200"/>
              <p:cNvSpPr/>
              <p:nvPr/>
            </p:nvSpPr>
            <p:spPr>
              <a:xfrm rot="2734294">
                <a:off x="735109" y="1301962"/>
                <a:ext cx="223554" cy="223554"/>
              </a:xfrm>
              <a:prstGeom prst="plus">
                <a:avLst>
                  <a:gd name="adj" fmla="val 46579"/>
                </a:avLst>
              </a:prstGeom>
              <a:solidFill>
                <a:schemeClr val="tx1"/>
              </a:solidFill>
              <a:ln w="19050"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02" name="Cross 201"/>
              <p:cNvSpPr/>
              <p:nvPr/>
            </p:nvSpPr>
            <p:spPr>
              <a:xfrm rot="2734294">
                <a:off x="714486" y="1698337"/>
                <a:ext cx="223554" cy="223554"/>
              </a:xfrm>
              <a:prstGeom prst="plus">
                <a:avLst>
                  <a:gd name="adj" fmla="val 46579"/>
                </a:avLst>
              </a:prstGeom>
              <a:solidFill>
                <a:schemeClr val="tx1"/>
              </a:solidFill>
              <a:ln w="19050"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03" name="Cross 202"/>
              <p:cNvSpPr/>
              <p:nvPr/>
            </p:nvSpPr>
            <p:spPr>
              <a:xfrm rot="2734294">
                <a:off x="1030623" y="948695"/>
                <a:ext cx="223554" cy="223554"/>
              </a:xfrm>
              <a:prstGeom prst="plus">
                <a:avLst>
                  <a:gd name="adj" fmla="val 46579"/>
                </a:avLst>
              </a:prstGeom>
              <a:solidFill>
                <a:schemeClr val="tx1"/>
              </a:solidFill>
              <a:ln w="12700"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04" name="Oval 203"/>
              <p:cNvSpPr/>
              <p:nvPr/>
            </p:nvSpPr>
            <p:spPr>
              <a:xfrm>
                <a:off x="1544248" y="1737727"/>
                <a:ext cx="170398" cy="170398"/>
              </a:xfrm>
              <a:prstGeom prst="ellipse">
                <a:avLst/>
              </a:prstGeom>
              <a:noFill/>
              <a:ln w="19050">
                <a:solidFill>
                  <a:schemeClr val="tx2">
                    <a:lumMod val="60000"/>
                    <a:lumOff val="4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05" name="Oval 204"/>
              <p:cNvSpPr/>
              <p:nvPr/>
            </p:nvSpPr>
            <p:spPr>
              <a:xfrm>
                <a:off x="1972899" y="1737727"/>
                <a:ext cx="170398" cy="170398"/>
              </a:xfrm>
              <a:prstGeom prst="ellipse">
                <a:avLst/>
              </a:prstGeom>
              <a:noFill/>
              <a:ln w="19050">
                <a:solidFill>
                  <a:schemeClr val="tx2">
                    <a:lumMod val="60000"/>
                    <a:lumOff val="4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06" name="Oval 205"/>
              <p:cNvSpPr/>
              <p:nvPr/>
            </p:nvSpPr>
            <p:spPr>
              <a:xfrm>
                <a:off x="2234730" y="1752661"/>
                <a:ext cx="170398" cy="170398"/>
              </a:xfrm>
              <a:prstGeom prst="ellipse">
                <a:avLst/>
              </a:prstGeom>
              <a:noFill/>
              <a:ln w="19050">
                <a:solidFill>
                  <a:schemeClr val="tx2">
                    <a:lumMod val="60000"/>
                    <a:lumOff val="4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07" name="Oval 206"/>
              <p:cNvSpPr/>
              <p:nvPr/>
            </p:nvSpPr>
            <p:spPr>
              <a:xfrm>
                <a:off x="2477998" y="1456346"/>
                <a:ext cx="170398" cy="170398"/>
              </a:xfrm>
              <a:prstGeom prst="ellipse">
                <a:avLst/>
              </a:prstGeom>
              <a:noFill/>
              <a:ln w="19050">
                <a:solidFill>
                  <a:schemeClr val="tx2">
                    <a:lumMod val="60000"/>
                    <a:lumOff val="4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08" name="Oval 207"/>
              <p:cNvSpPr/>
              <p:nvPr/>
            </p:nvSpPr>
            <p:spPr>
              <a:xfrm>
                <a:off x="1955570" y="1279485"/>
                <a:ext cx="170398" cy="170398"/>
              </a:xfrm>
              <a:prstGeom prst="ellipse">
                <a:avLst/>
              </a:prstGeom>
              <a:noFill/>
              <a:ln w="19050">
                <a:solidFill>
                  <a:schemeClr val="tx2">
                    <a:lumMod val="60000"/>
                    <a:lumOff val="4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09" name="Oval 208"/>
              <p:cNvSpPr/>
              <p:nvPr/>
            </p:nvSpPr>
            <p:spPr>
              <a:xfrm>
                <a:off x="2216167" y="1221210"/>
                <a:ext cx="170398" cy="170398"/>
              </a:xfrm>
              <a:prstGeom prst="ellipse">
                <a:avLst/>
              </a:prstGeom>
              <a:noFill/>
              <a:ln w="19050">
                <a:solidFill>
                  <a:schemeClr val="tx2">
                    <a:lumMod val="60000"/>
                    <a:lumOff val="4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10" name="Oval 209"/>
              <p:cNvSpPr/>
              <p:nvPr/>
            </p:nvSpPr>
            <p:spPr>
              <a:xfrm>
                <a:off x="1459049" y="1059153"/>
                <a:ext cx="170398" cy="170398"/>
              </a:xfrm>
              <a:prstGeom prst="ellipse">
                <a:avLst/>
              </a:prstGeom>
              <a:noFill/>
              <a:ln w="19050">
                <a:solidFill>
                  <a:schemeClr val="tx2">
                    <a:lumMod val="60000"/>
                    <a:lumOff val="4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11" name="Oval 210"/>
              <p:cNvSpPr/>
              <p:nvPr/>
            </p:nvSpPr>
            <p:spPr>
              <a:xfrm>
                <a:off x="1673162" y="1221210"/>
                <a:ext cx="170398" cy="170398"/>
              </a:xfrm>
              <a:prstGeom prst="ellipse">
                <a:avLst/>
              </a:prstGeom>
              <a:noFill/>
              <a:ln w="19050">
                <a:solidFill>
                  <a:schemeClr val="tx2">
                    <a:lumMod val="60000"/>
                    <a:lumOff val="4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12" name="Oval 211"/>
              <p:cNvSpPr/>
              <p:nvPr/>
            </p:nvSpPr>
            <p:spPr>
              <a:xfrm>
                <a:off x="2040344" y="1028951"/>
                <a:ext cx="170398" cy="170398"/>
              </a:xfrm>
              <a:prstGeom prst="ellipse">
                <a:avLst/>
              </a:prstGeom>
              <a:noFill/>
              <a:ln w="19050">
                <a:solidFill>
                  <a:schemeClr val="tx2">
                    <a:lumMod val="60000"/>
                    <a:lumOff val="4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13" name="Oval 212"/>
              <p:cNvSpPr/>
              <p:nvPr/>
            </p:nvSpPr>
            <p:spPr>
              <a:xfrm>
                <a:off x="2385648" y="943752"/>
                <a:ext cx="170398" cy="170398"/>
              </a:xfrm>
              <a:prstGeom prst="ellipse">
                <a:avLst/>
              </a:prstGeom>
              <a:noFill/>
              <a:ln w="19050">
                <a:solidFill>
                  <a:schemeClr val="tx2">
                    <a:lumMod val="60000"/>
                    <a:lumOff val="4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14" name="Oval 213"/>
              <p:cNvSpPr/>
              <p:nvPr/>
            </p:nvSpPr>
            <p:spPr>
              <a:xfrm>
                <a:off x="2030069" y="750774"/>
                <a:ext cx="170398" cy="170398"/>
              </a:xfrm>
              <a:prstGeom prst="ellipse">
                <a:avLst/>
              </a:prstGeom>
              <a:noFill/>
              <a:ln w="19050">
                <a:solidFill>
                  <a:schemeClr val="tx2">
                    <a:lumMod val="60000"/>
                    <a:lumOff val="4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179" name="Cross 178"/>
            <p:cNvSpPr/>
            <p:nvPr/>
          </p:nvSpPr>
          <p:spPr>
            <a:xfrm rot="2734294">
              <a:off x="2625754" y="1997104"/>
              <a:ext cx="223554" cy="223554"/>
            </a:xfrm>
            <a:prstGeom prst="plus">
              <a:avLst>
                <a:gd name="adj" fmla="val 46579"/>
              </a:avLst>
            </a:prstGeom>
            <a:solidFill>
              <a:schemeClr val="tx1"/>
            </a:solidFill>
            <a:ln w="1905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0" name="Cross 179"/>
            <p:cNvSpPr/>
            <p:nvPr/>
          </p:nvSpPr>
          <p:spPr>
            <a:xfrm rot="2734294">
              <a:off x="732092" y="1006504"/>
              <a:ext cx="223554" cy="223554"/>
            </a:xfrm>
            <a:prstGeom prst="plus">
              <a:avLst>
                <a:gd name="adj" fmla="val 46579"/>
              </a:avLst>
            </a:prstGeom>
            <a:solidFill>
              <a:schemeClr val="tx1"/>
            </a:solidFill>
            <a:ln w="1905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1" name="Cross 180"/>
            <p:cNvSpPr/>
            <p:nvPr/>
          </p:nvSpPr>
          <p:spPr>
            <a:xfrm rot="2734294">
              <a:off x="1101754" y="789242"/>
              <a:ext cx="223554" cy="223554"/>
            </a:xfrm>
            <a:prstGeom prst="plus">
              <a:avLst>
                <a:gd name="adj" fmla="val 46579"/>
              </a:avLst>
            </a:prstGeom>
            <a:solidFill>
              <a:schemeClr val="tx1"/>
            </a:solidFill>
            <a:ln w="1905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cxnSp>
        <p:nvCxnSpPr>
          <p:cNvPr id="9" name="Straight Connector 8"/>
          <p:cNvCxnSpPr/>
          <p:nvPr/>
        </p:nvCxnSpPr>
        <p:spPr>
          <a:xfrm>
            <a:off x="709042" y="793350"/>
            <a:ext cx="1715998" cy="1871921"/>
          </a:xfrm>
          <a:prstGeom prst="line">
            <a:avLst/>
          </a:prstGeom>
          <a:ln w="19050"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Freeform 11"/>
          <p:cNvSpPr/>
          <p:nvPr/>
        </p:nvSpPr>
        <p:spPr>
          <a:xfrm>
            <a:off x="3741959" y="674914"/>
            <a:ext cx="2016584" cy="1491343"/>
          </a:xfrm>
          <a:custGeom>
            <a:avLst/>
            <a:gdLst>
              <a:gd name="connsiteX0" fmla="*/ 677641 w 2016584"/>
              <a:gd name="connsiteY0" fmla="*/ 0 h 1491343"/>
              <a:gd name="connsiteX1" fmla="*/ 220441 w 2016584"/>
              <a:gd name="connsiteY1" fmla="*/ 446315 h 1491343"/>
              <a:gd name="connsiteX2" fmla="*/ 57155 w 2016584"/>
              <a:gd name="connsiteY2" fmla="*/ 1066800 h 1491343"/>
              <a:gd name="connsiteX3" fmla="*/ 1189270 w 2016584"/>
              <a:gd name="connsiteY3" fmla="*/ 1491343 h 1491343"/>
              <a:gd name="connsiteX4" fmla="*/ 2016584 w 2016584"/>
              <a:gd name="connsiteY4" fmla="*/ 1066800 h 1491343"/>
              <a:gd name="connsiteX5" fmla="*/ 2016584 w 2016584"/>
              <a:gd name="connsiteY5" fmla="*/ 1066800 h 14913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016584" h="1491343">
                <a:moveTo>
                  <a:pt x="677641" y="0"/>
                </a:moveTo>
                <a:cubicBezTo>
                  <a:pt x="500748" y="134257"/>
                  <a:pt x="323855" y="268515"/>
                  <a:pt x="220441" y="446315"/>
                </a:cubicBezTo>
                <a:cubicBezTo>
                  <a:pt x="117027" y="624115"/>
                  <a:pt x="-104316" y="892629"/>
                  <a:pt x="57155" y="1066800"/>
                </a:cubicBezTo>
                <a:cubicBezTo>
                  <a:pt x="218626" y="1240971"/>
                  <a:pt x="862699" y="1491343"/>
                  <a:pt x="1189270" y="1491343"/>
                </a:cubicBezTo>
                <a:cubicBezTo>
                  <a:pt x="1515841" y="1491343"/>
                  <a:pt x="2016584" y="1066800"/>
                  <a:pt x="2016584" y="1066800"/>
                </a:cubicBezTo>
                <a:lnTo>
                  <a:pt x="2016584" y="1066800"/>
                </a:lnTo>
              </a:path>
            </a:pathLst>
          </a:custGeom>
          <a:noFill/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13" name="Freeform 12"/>
          <p:cNvSpPr/>
          <p:nvPr/>
        </p:nvSpPr>
        <p:spPr>
          <a:xfrm>
            <a:off x="6794795" y="696686"/>
            <a:ext cx="1750491" cy="1427207"/>
          </a:xfrm>
          <a:custGeom>
            <a:avLst/>
            <a:gdLst>
              <a:gd name="connsiteX0" fmla="*/ 433319 w 1750491"/>
              <a:gd name="connsiteY0" fmla="*/ 0 h 1427207"/>
              <a:gd name="connsiteX1" fmla="*/ 19662 w 1750491"/>
              <a:gd name="connsiteY1" fmla="*/ 566057 h 1427207"/>
              <a:gd name="connsiteX2" fmla="*/ 117634 w 1750491"/>
              <a:gd name="connsiteY2" fmla="*/ 1175657 h 1427207"/>
              <a:gd name="connsiteX3" fmla="*/ 563948 w 1750491"/>
              <a:gd name="connsiteY3" fmla="*/ 1426028 h 1427207"/>
              <a:gd name="connsiteX4" fmla="*/ 498634 w 1750491"/>
              <a:gd name="connsiteY4" fmla="*/ 1088571 h 1427207"/>
              <a:gd name="connsiteX5" fmla="*/ 313576 w 1750491"/>
              <a:gd name="connsiteY5" fmla="*/ 925285 h 1427207"/>
              <a:gd name="connsiteX6" fmla="*/ 705462 w 1750491"/>
              <a:gd name="connsiteY6" fmla="*/ 925285 h 1427207"/>
              <a:gd name="connsiteX7" fmla="*/ 716348 w 1750491"/>
              <a:gd name="connsiteY7" fmla="*/ 1273628 h 1427207"/>
              <a:gd name="connsiteX8" fmla="*/ 1249748 w 1750491"/>
              <a:gd name="connsiteY8" fmla="*/ 1415143 h 1427207"/>
              <a:gd name="connsiteX9" fmla="*/ 1249748 w 1750491"/>
              <a:gd name="connsiteY9" fmla="*/ 1121228 h 1427207"/>
              <a:gd name="connsiteX10" fmla="*/ 879634 w 1750491"/>
              <a:gd name="connsiteY10" fmla="*/ 1012371 h 1427207"/>
              <a:gd name="connsiteX11" fmla="*/ 1064691 w 1750491"/>
              <a:gd name="connsiteY11" fmla="*/ 849085 h 1427207"/>
              <a:gd name="connsiteX12" fmla="*/ 1304176 w 1750491"/>
              <a:gd name="connsiteY12" fmla="*/ 1066800 h 1427207"/>
              <a:gd name="connsiteX13" fmla="*/ 1750491 w 1750491"/>
              <a:gd name="connsiteY13" fmla="*/ 1110343 h 1427207"/>
              <a:gd name="connsiteX14" fmla="*/ 1750491 w 1750491"/>
              <a:gd name="connsiteY14" fmla="*/ 1110343 h 14272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1750491" h="1427207">
                <a:moveTo>
                  <a:pt x="433319" y="0"/>
                </a:moveTo>
                <a:cubicBezTo>
                  <a:pt x="252797" y="185057"/>
                  <a:pt x="72276" y="370114"/>
                  <a:pt x="19662" y="566057"/>
                </a:cubicBezTo>
                <a:cubicBezTo>
                  <a:pt x="-32952" y="762000"/>
                  <a:pt x="26920" y="1032329"/>
                  <a:pt x="117634" y="1175657"/>
                </a:cubicBezTo>
                <a:cubicBezTo>
                  <a:pt x="208348" y="1318985"/>
                  <a:pt x="500448" y="1440542"/>
                  <a:pt x="563948" y="1426028"/>
                </a:cubicBezTo>
                <a:cubicBezTo>
                  <a:pt x="627448" y="1411514"/>
                  <a:pt x="540363" y="1172028"/>
                  <a:pt x="498634" y="1088571"/>
                </a:cubicBezTo>
                <a:cubicBezTo>
                  <a:pt x="456905" y="1005114"/>
                  <a:pt x="279105" y="952499"/>
                  <a:pt x="313576" y="925285"/>
                </a:cubicBezTo>
                <a:cubicBezTo>
                  <a:pt x="348047" y="898071"/>
                  <a:pt x="638333" y="867228"/>
                  <a:pt x="705462" y="925285"/>
                </a:cubicBezTo>
                <a:cubicBezTo>
                  <a:pt x="772591" y="983342"/>
                  <a:pt x="625634" y="1191985"/>
                  <a:pt x="716348" y="1273628"/>
                </a:cubicBezTo>
                <a:cubicBezTo>
                  <a:pt x="807062" y="1355271"/>
                  <a:pt x="1160848" y="1440543"/>
                  <a:pt x="1249748" y="1415143"/>
                </a:cubicBezTo>
                <a:cubicBezTo>
                  <a:pt x="1338648" y="1389743"/>
                  <a:pt x="1311434" y="1188357"/>
                  <a:pt x="1249748" y="1121228"/>
                </a:cubicBezTo>
                <a:cubicBezTo>
                  <a:pt x="1188062" y="1054099"/>
                  <a:pt x="910477" y="1057728"/>
                  <a:pt x="879634" y="1012371"/>
                </a:cubicBezTo>
                <a:cubicBezTo>
                  <a:pt x="848791" y="967014"/>
                  <a:pt x="993934" y="840014"/>
                  <a:pt x="1064691" y="849085"/>
                </a:cubicBezTo>
                <a:cubicBezTo>
                  <a:pt x="1135448" y="858156"/>
                  <a:pt x="1189876" y="1023257"/>
                  <a:pt x="1304176" y="1066800"/>
                </a:cubicBezTo>
                <a:cubicBezTo>
                  <a:pt x="1418476" y="1110343"/>
                  <a:pt x="1750491" y="1110343"/>
                  <a:pt x="1750491" y="1110343"/>
                </a:cubicBezTo>
                <a:lnTo>
                  <a:pt x="1750491" y="1110343"/>
                </a:lnTo>
              </a:path>
            </a:pathLst>
          </a:custGeom>
          <a:noFill/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128" name="TextBox 127"/>
          <p:cNvSpPr txBox="1"/>
          <p:nvPr/>
        </p:nvSpPr>
        <p:spPr>
          <a:xfrm>
            <a:off x="750256" y="4373309"/>
            <a:ext cx="25801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 err="1">
                <a:solidFill>
                  <a:srgbClr val="FF0000"/>
                </a:solidFill>
              </a:rPr>
              <a:t>underfit</a:t>
            </a:r>
            <a:r>
              <a:rPr lang="en-GB" dirty="0">
                <a:solidFill>
                  <a:srgbClr val="FF0000"/>
                </a:solidFill>
              </a:rPr>
              <a:t> </a:t>
            </a:r>
            <a:r>
              <a:rPr lang="en-GB" dirty="0">
                <a:solidFill>
                  <a:srgbClr val="FF0000"/>
                </a:solidFill>
                <a:sym typeface="Wingdings" panose="05000000000000000000" pitchFamily="2" charset="2"/>
              </a:rPr>
              <a:t>high bias</a:t>
            </a:r>
            <a:endParaRPr lang="it-IT" dirty="0">
              <a:solidFill>
                <a:srgbClr val="FF0000"/>
              </a:solidFill>
            </a:endParaRPr>
          </a:p>
        </p:txBody>
      </p:sp>
      <p:sp>
        <p:nvSpPr>
          <p:cNvPr id="130" name="TextBox 129"/>
          <p:cNvSpPr txBox="1"/>
          <p:nvPr/>
        </p:nvSpPr>
        <p:spPr>
          <a:xfrm>
            <a:off x="6319109" y="4366415"/>
            <a:ext cx="25801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 err="1">
                <a:solidFill>
                  <a:srgbClr val="FF0000"/>
                </a:solidFill>
              </a:rPr>
              <a:t>overfit</a:t>
            </a:r>
            <a:r>
              <a:rPr lang="en-GB" dirty="0">
                <a:solidFill>
                  <a:srgbClr val="FF0000"/>
                </a:solidFill>
              </a:rPr>
              <a:t> </a:t>
            </a:r>
            <a:r>
              <a:rPr lang="en-GB" dirty="0">
                <a:solidFill>
                  <a:srgbClr val="FF0000"/>
                </a:solidFill>
                <a:sym typeface="Wingdings" panose="05000000000000000000" pitchFamily="2" charset="2"/>
              </a:rPr>
              <a:t>high variance</a:t>
            </a:r>
            <a:endParaRPr lang="it-IT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068662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381000" y="285750"/>
            <a:ext cx="64008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Addressing overfitting:</a:t>
            </a:r>
          </a:p>
        </p:txBody>
      </p:sp>
      <p:pic>
        <p:nvPicPr>
          <p:cNvPr id="2" name="Picture 1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5800" y="1051262"/>
            <a:ext cx="608076" cy="180594"/>
          </a:xfrm>
          <a:prstGeom prst="rect">
            <a:avLst/>
          </a:prstGeom>
        </p:spPr>
      </p:pic>
      <p:graphicFrame>
        <p:nvGraphicFramePr>
          <p:cNvPr id="26" name="Chart 25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342830384"/>
              </p:ext>
            </p:extLst>
          </p:nvPr>
        </p:nvGraphicFramePr>
        <p:xfrm>
          <a:off x="6085375" y="354125"/>
          <a:ext cx="2601425" cy="228403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0"/>
          </a:graphicData>
        </a:graphic>
      </p:graphicFrame>
      <p:sp>
        <p:nvSpPr>
          <p:cNvPr id="27" name="TextBox 26"/>
          <p:cNvSpPr txBox="1"/>
          <p:nvPr/>
        </p:nvSpPr>
        <p:spPr>
          <a:xfrm rot="16200000">
            <a:off x="5442714" y="1182667"/>
            <a:ext cx="128376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/>
              <a:t>Price</a:t>
            </a:r>
          </a:p>
        </p:txBody>
      </p:sp>
      <p:sp>
        <p:nvSpPr>
          <p:cNvPr id="28" name="TextBox 20"/>
          <p:cNvSpPr txBox="1"/>
          <p:nvPr/>
        </p:nvSpPr>
        <p:spPr>
          <a:xfrm>
            <a:off x="7010400" y="2444308"/>
            <a:ext cx="128376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lvl1pPr marL="0" indent="0">
              <a:defRPr sz="1100"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600" dirty="0"/>
              <a:t>Size</a:t>
            </a:r>
          </a:p>
        </p:txBody>
      </p:sp>
      <p:pic>
        <p:nvPicPr>
          <p:cNvPr id="3" name="Picture 2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5800" y="1401023"/>
            <a:ext cx="608076" cy="180594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1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5800" y="1745664"/>
            <a:ext cx="608076" cy="185166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5800" y="2078658"/>
            <a:ext cx="608076" cy="180594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1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5800" y="2428419"/>
            <a:ext cx="608076" cy="185166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>
            <p:custDataLst>
              <p:tags r:id="rId6"/>
            </p:custDataLst>
          </p:nvPr>
        </p:nvPicPr>
        <p:blipFill>
          <a:blip r:embed="rId1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5800" y="2773060"/>
            <a:ext cx="608076" cy="185166"/>
          </a:xfrm>
          <a:prstGeom prst="rect">
            <a:avLst/>
          </a:prstGeom>
        </p:spPr>
      </p:pic>
      <p:pic>
        <p:nvPicPr>
          <p:cNvPr id="36" name="Picture 35"/>
          <p:cNvPicPr>
            <a:picLocks noChangeAspect="1"/>
          </p:cNvPicPr>
          <p:nvPr>
            <p:custDataLst>
              <p:tags r:id="rId7"/>
            </p:custDataLst>
          </p:nvPr>
        </p:nvPicPr>
        <p:blipFill>
          <a:blip r:embed="rId1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5800" y="3181350"/>
            <a:ext cx="518922" cy="692658"/>
          </a:xfrm>
          <a:prstGeom prst="rect">
            <a:avLst/>
          </a:prstGeom>
        </p:spPr>
      </p:pic>
      <p:sp>
        <p:nvSpPr>
          <p:cNvPr id="37" name="TextBox 36"/>
          <p:cNvSpPr txBox="1"/>
          <p:nvPr/>
        </p:nvSpPr>
        <p:spPr>
          <a:xfrm>
            <a:off x="1371600" y="879904"/>
            <a:ext cx="19812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size of house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371600" y="1195685"/>
            <a:ext cx="27051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no. of bedrooms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371600" y="1566411"/>
            <a:ext cx="32766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no. of floors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378449" y="1915041"/>
            <a:ext cx="19812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age of house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371600" y="2262485"/>
            <a:ext cx="54102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average income in neighborhood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371600" y="2612663"/>
            <a:ext cx="35814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kitchen size</a:t>
            </a:r>
          </a:p>
        </p:txBody>
      </p:sp>
      <p:sp>
        <p:nvSpPr>
          <p:cNvPr id="8" name="Freeform 7"/>
          <p:cNvSpPr/>
          <p:nvPr/>
        </p:nvSpPr>
        <p:spPr>
          <a:xfrm>
            <a:off x="6291943" y="597276"/>
            <a:ext cx="2275114" cy="1716174"/>
          </a:xfrm>
          <a:custGeom>
            <a:avLst/>
            <a:gdLst>
              <a:gd name="connsiteX0" fmla="*/ 0 w 2275114"/>
              <a:gd name="connsiteY0" fmla="*/ 1024695 h 1716174"/>
              <a:gd name="connsiteX1" fmla="*/ 54428 w 2275114"/>
              <a:gd name="connsiteY1" fmla="*/ 1634295 h 1716174"/>
              <a:gd name="connsiteX2" fmla="*/ 239486 w 2275114"/>
              <a:gd name="connsiteY2" fmla="*/ 1656067 h 1716174"/>
              <a:gd name="connsiteX3" fmla="*/ 402771 w 2275114"/>
              <a:gd name="connsiteY3" fmla="*/ 1133553 h 1716174"/>
              <a:gd name="connsiteX4" fmla="*/ 489857 w 2275114"/>
              <a:gd name="connsiteY4" fmla="*/ 262695 h 1716174"/>
              <a:gd name="connsiteX5" fmla="*/ 685800 w 2275114"/>
              <a:gd name="connsiteY5" fmla="*/ 578381 h 1716174"/>
              <a:gd name="connsiteX6" fmla="*/ 990600 w 2275114"/>
              <a:gd name="connsiteY6" fmla="*/ 1002924 h 1716174"/>
              <a:gd name="connsiteX7" fmla="*/ 1186543 w 2275114"/>
              <a:gd name="connsiteY7" fmla="*/ 338895 h 1716174"/>
              <a:gd name="connsiteX8" fmla="*/ 1458686 w 2275114"/>
              <a:gd name="connsiteY8" fmla="*/ 1438 h 1716174"/>
              <a:gd name="connsiteX9" fmla="*/ 1959428 w 2275114"/>
              <a:gd name="connsiteY9" fmla="*/ 230038 h 1716174"/>
              <a:gd name="connsiteX10" fmla="*/ 2275114 w 2275114"/>
              <a:gd name="connsiteY10" fmla="*/ 534838 h 171617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2275114" h="1716174">
                <a:moveTo>
                  <a:pt x="0" y="1024695"/>
                </a:moveTo>
                <a:cubicBezTo>
                  <a:pt x="7257" y="1276880"/>
                  <a:pt x="14514" y="1529066"/>
                  <a:pt x="54428" y="1634295"/>
                </a:cubicBezTo>
                <a:cubicBezTo>
                  <a:pt x="94342" y="1739524"/>
                  <a:pt x="181429" y="1739524"/>
                  <a:pt x="239486" y="1656067"/>
                </a:cubicBezTo>
                <a:cubicBezTo>
                  <a:pt x="297543" y="1572610"/>
                  <a:pt x="361043" y="1365782"/>
                  <a:pt x="402771" y="1133553"/>
                </a:cubicBezTo>
                <a:cubicBezTo>
                  <a:pt x="444500" y="901324"/>
                  <a:pt x="442686" y="355224"/>
                  <a:pt x="489857" y="262695"/>
                </a:cubicBezTo>
                <a:cubicBezTo>
                  <a:pt x="537028" y="170166"/>
                  <a:pt x="602343" y="455010"/>
                  <a:pt x="685800" y="578381"/>
                </a:cubicBezTo>
                <a:cubicBezTo>
                  <a:pt x="769257" y="701752"/>
                  <a:pt x="907143" y="1042838"/>
                  <a:pt x="990600" y="1002924"/>
                </a:cubicBezTo>
                <a:cubicBezTo>
                  <a:pt x="1074057" y="963010"/>
                  <a:pt x="1108529" y="505809"/>
                  <a:pt x="1186543" y="338895"/>
                </a:cubicBezTo>
                <a:cubicBezTo>
                  <a:pt x="1264557" y="171981"/>
                  <a:pt x="1329872" y="19581"/>
                  <a:pt x="1458686" y="1438"/>
                </a:cubicBezTo>
                <a:cubicBezTo>
                  <a:pt x="1587500" y="-16705"/>
                  <a:pt x="1823357" y="141138"/>
                  <a:pt x="1959428" y="230038"/>
                </a:cubicBezTo>
                <a:cubicBezTo>
                  <a:pt x="2095499" y="318938"/>
                  <a:pt x="2185306" y="426888"/>
                  <a:pt x="2275114" y="534838"/>
                </a:cubicBezTo>
              </a:path>
            </a:pathLst>
          </a:cu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2701341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7" grpId="0"/>
      <p:bldP spid="38" grpId="0"/>
      <p:bldP spid="39" grpId="0"/>
      <p:bldP spid="40" grpId="0"/>
      <p:bldP spid="41" grpId="0"/>
      <p:bldP spid="42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381000" y="285750"/>
            <a:ext cx="64008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Addressing overfitting: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81000" y="916725"/>
            <a:ext cx="8305800" cy="4154984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en-US" sz="2400" dirty="0"/>
              <a:t>Options:</a:t>
            </a:r>
          </a:p>
          <a:p>
            <a:pPr marL="914400" lvl="1" indent="-457200">
              <a:buAutoNum type="arabicPeriod"/>
            </a:pPr>
            <a:r>
              <a:rPr lang="en-US" sz="2400" dirty="0"/>
              <a:t>Reduce number of features.</a:t>
            </a:r>
          </a:p>
          <a:p>
            <a:pPr marL="1371600" lvl="2" indent="-457200">
              <a:buFont typeface="Calibri" pitchFamily="34" charset="0"/>
              <a:buChar char="―"/>
            </a:pPr>
            <a:r>
              <a:rPr lang="en-US" sz="2400" dirty="0"/>
              <a:t>Manually select which features to keep.</a:t>
            </a:r>
          </a:p>
          <a:p>
            <a:pPr marL="1371600" lvl="2" indent="-457200">
              <a:buFont typeface="Calibri" pitchFamily="34" charset="0"/>
              <a:buChar char="―"/>
            </a:pPr>
            <a:r>
              <a:rPr lang="en-US" sz="2400" dirty="0"/>
              <a:t>Model selection algorithm (later in course).</a:t>
            </a:r>
          </a:p>
          <a:p>
            <a:pPr marL="914400" lvl="1" indent="-457200">
              <a:buAutoNum type="arabicPeriod"/>
            </a:pPr>
            <a:r>
              <a:rPr lang="en-US" sz="2400" dirty="0"/>
              <a:t>Regularization.</a:t>
            </a:r>
          </a:p>
          <a:p>
            <a:pPr marL="1371600" lvl="2" indent="-457200">
              <a:buFont typeface="Calibri" pitchFamily="34" charset="0"/>
              <a:buChar char="―"/>
            </a:pPr>
            <a:r>
              <a:rPr lang="en-US" sz="2400" dirty="0"/>
              <a:t>Keep all the features, but reduce magnitude/values of parameters    .</a:t>
            </a:r>
          </a:p>
          <a:p>
            <a:pPr marL="1371600" lvl="2" indent="-457200">
              <a:buFont typeface="Calibri" pitchFamily="34" charset="0"/>
              <a:buChar char="―"/>
            </a:pPr>
            <a:r>
              <a:rPr lang="en-US" sz="2400" dirty="0"/>
              <a:t>Works well when we have a lot of features, each of which contributes a bit to predicting    .</a:t>
            </a:r>
          </a:p>
          <a:p>
            <a:endParaRPr lang="en-US" sz="2400" dirty="0"/>
          </a:p>
          <a:p>
            <a:endParaRPr lang="en-US" sz="2400" dirty="0"/>
          </a:p>
        </p:txBody>
      </p:sp>
      <p:pic>
        <p:nvPicPr>
          <p:cNvPr id="8" name="Picture 7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28732" y="3237002"/>
            <a:ext cx="224028" cy="306324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41896" y="4025542"/>
            <a:ext cx="144018" cy="1965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6341450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62961784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 txBox="1">
            <a:spLocks/>
          </p:cNvSpPr>
          <p:nvPr/>
        </p:nvSpPr>
        <p:spPr>
          <a:xfrm>
            <a:off x="4191000" y="914400"/>
            <a:ext cx="4953000" cy="142875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sz="5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Regularization</a:t>
            </a:r>
          </a:p>
        </p:txBody>
      </p:sp>
      <p:cxnSp>
        <p:nvCxnSpPr>
          <p:cNvPr id="6" name="Straight Connector 5"/>
          <p:cNvCxnSpPr/>
          <p:nvPr/>
        </p:nvCxnSpPr>
        <p:spPr>
          <a:xfrm>
            <a:off x="4224865" y="2150528"/>
            <a:ext cx="4297680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itle 1"/>
          <p:cNvSpPr>
            <a:spLocks noGrp="1"/>
          </p:cNvSpPr>
          <p:nvPr>
            <p:ph type="ctrTitle" idx="4294967295"/>
          </p:nvPr>
        </p:nvSpPr>
        <p:spPr>
          <a:xfrm>
            <a:off x="4267200" y="1809750"/>
            <a:ext cx="4876800" cy="1676400"/>
          </a:xfrm>
        </p:spPr>
        <p:txBody>
          <a:bodyPr>
            <a:noAutofit/>
          </a:bodyPr>
          <a:lstStyle/>
          <a:p>
            <a:pPr algn="l"/>
            <a:r>
              <a:rPr lang="en-US" sz="5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Cost function</a:t>
            </a:r>
          </a:p>
        </p:txBody>
      </p:sp>
    </p:spTree>
    <p:extLst>
      <p:ext uri="{BB962C8B-B14F-4D97-AF65-F5344CB8AC3E}">
        <p14:creationId xmlns:p14="http://schemas.microsoft.com/office/powerpoint/2010/main" val="9892901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381000" y="285750"/>
            <a:ext cx="64008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Intuition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81000" y="3105150"/>
            <a:ext cx="85344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Suppose we penalize and make     ,      really small.</a:t>
            </a:r>
          </a:p>
        </p:txBody>
      </p:sp>
      <p:pic>
        <p:nvPicPr>
          <p:cNvPr id="18" name="Picture 17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22808" y="2724191"/>
            <a:ext cx="1697355" cy="255083"/>
          </a:xfrm>
          <a:prstGeom prst="rect">
            <a:avLst/>
          </a:prstGeom>
        </p:spPr>
      </p:pic>
      <p:pic>
        <p:nvPicPr>
          <p:cNvPr id="2" name="Picture 1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39353" y="2724150"/>
            <a:ext cx="3382897" cy="262331"/>
          </a:xfrm>
          <a:prstGeom prst="rect">
            <a:avLst/>
          </a:prstGeom>
        </p:spPr>
      </p:pic>
      <p:graphicFrame>
        <p:nvGraphicFramePr>
          <p:cNvPr id="20" name="Chart 19"/>
          <p:cNvGraphicFramePr>
            <a:graphicFrameLocks/>
          </p:cNvGraphicFramePr>
          <p:nvPr>
            <p:extLst/>
          </p:nvPr>
        </p:nvGraphicFramePr>
        <p:xfrm>
          <a:off x="1638626" y="590550"/>
          <a:ext cx="2172176" cy="190715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9"/>
          </a:graphicData>
        </a:graphic>
      </p:graphicFrame>
      <p:sp>
        <p:nvSpPr>
          <p:cNvPr id="21" name="TextBox 20"/>
          <p:cNvSpPr txBox="1"/>
          <p:nvPr/>
        </p:nvSpPr>
        <p:spPr>
          <a:xfrm rot="16200000">
            <a:off x="1066851" y="1456435"/>
            <a:ext cx="107193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/>
              <a:t>Price</a:t>
            </a:r>
          </a:p>
        </p:txBody>
      </p:sp>
      <p:sp>
        <p:nvSpPr>
          <p:cNvPr id="22" name="TextBox 20"/>
          <p:cNvSpPr txBox="1"/>
          <p:nvPr/>
        </p:nvSpPr>
        <p:spPr>
          <a:xfrm>
            <a:off x="1874798" y="2383437"/>
            <a:ext cx="173848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lvl1pPr marL="0" indent="0">
              <a:defRPr sz="1100"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600" dirty="0"/>
              <a:t>Size of house</a:t>
            </a:r>
          </a:p>
        </p:txBody>
      </p:sp>
      <p:graphicFrame>
        <p:nvGraphicFramePr>
          <p:cNvPr id="23" name="Chart 22"/>
          <p:cNvGraphicFramePr>
            <a:graphicFrameLocks/>
          </p:cNvGraphicFramePr>
          <p:nvPr>
            <p:extLst/>
          </p:nvPr>
        </p:nvGraphicFramePr>
        <p:xfrm>
          <a:off x="5087204" y="546592"/>
          <a:ext cx="2172176" cy="190715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0"/>
          </a:graphicData>
        </a:graphic>
      </p:graphicFrame>
      <p:sp>
        <p:nvSpPr>
          <p:cNvPr id="24" name="TextBox 23"/>
          <p:cNvSpPr txBox="1"/>
          <p:nvPr/>
        </p:nvSpPr>
        <p:spPr>
          <a:xfrm rot="16200000">
            <a:off x="4515429" y="1412475"/>
            <a:ext cx="107193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/>
              <a:t>Price</a:t>
            </a:r>
          </a:p>
        </p:txBody>
      </p:sp>
      <p:sp>
        <p:nvSpPr>
          <p:cNvPr id="29" name="TextBox 20"/>
          <p:cNvSpPr txBox="1"/>
          <p:nvPr/>
        </p:nvSpPr>
        <p:spPr>
          <a:xfrm>
            <a:off x="5295900" y="2343150"/>
            <a:ext cx="173848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lvl1pPr marL="0" indent="0">
              <a:defRPr sz="1100"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600" dirty="0"/>
              <a:t>Size of house</a:t>
            </a:r>
          </a:p>
        </p:txBody>
      </p:sp>
      <p:pic>
        <p:nvPicPr>
          <p:cNvPr id="3" name="Picture 2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08170" y="3202251"/>
            <a:ext cx="240030" cy="267462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1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99444" y="3202251"/>
            <a:ext cx="244602" cy="262890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17078" y="3566815"/>
            <a:ext cx="3398901" cy="762762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14">
            <p14:nvContentPartPr>
              <p14:cNvPr id="6" name="Ink 5"/>
              <p14:cNvContentPartPr/>
              <p14:nvPr/>
            </p14:nvContentPartPr>
            <p14:xfrm>
              <a:off x="1914840" y="758160"/>
              <a:ext cx="5438880" cy="1581480"/>
            </p14:xfrm>
          </p:contentPart>
        </mc:Choice>
        <mc:Fallback xmlns="">
          <p:pic>
            <p:nvPicPr>
              <p:cNvPr id="6" name="Ink 5"/>
              <p:cNvPicPr/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1903680" y="744840"/>
                <a:ext cx="5461920" cy="1605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/>
              <p:cNvSpPr txBox="1"/>
              <p:nvPr/>
            </p:nvSpPr>
            <p:spPr>
              <a:xfrm>
                <a:off x="5044046" y="3763530"/>
                <a:ext cx="1723036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4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+ </m:t>
                      </m:r>
                      <m:r>
                        <a:rPr lang="en-GB" sz="24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𝛼</m:t>
                      </m:r>
                      <m:sSub>
                        <m:sSubPr>
                          <m:ctrlPr>
                            <a:rPr lang="en-GB" sz="24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24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lang="en-GB" sz="24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r>
                        <a:rPr lang="en-GB" sz="24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r>
                        <a:rPr lang="en-GB" sz="24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𝛽</m:t>
                      </m:r>
                      <m:sSub>
                        <m:sSubPr>
                          <m:ctrlPr>
                            <a:rPr lang="en-GB" sz="24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24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lang="en-GB" sz="24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4</m:t>
                          </m:r>
                        </m:sub>
                      </m:sSub>
                    </m:oMath>
                  </m:oMathPara>
                </a14:m>
                <a:endParaRPr lang="it-IT" sz="2400" dirty="0"/>
              </a:p>
            </p:txBody>
          </p:sp>
        </mc:Choice>
        <mc:Fallback xmlns="">
          <p:sp>
            <p:nvSpPr>
              <p:cNvPr id="7" name="TextBox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44046" y="3763530"/>
                <a:ext cx="1723036" cy="369332"/>
              </a:xfrm>
              <a:prstGeom prst="rect">
                <a:avLst/>
              </a:prstGeom>
              <a:blipFill rotWithShape="0">
                <a:blip r:embed="rId16"/>
                <a:stretch>
                  <a:fillRect l="-3180" r="-707" b="-34426"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/>
              <p:cNvSpPr txBox="1"/>
              <p:nvPr/>
            </p:nvSpPr>
            <p:spPr>
              <a:xfrm>
                <a:off x="641985" y="4591187"/>
                <a:ext cx="7772400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GB" sz="2000" dirty="0"/>
                  <a:t>If </a:t>
                </a:r>
                <a:r>
                  <a:rPr lang="en-GB" sz="2000" i="1" dirty="0" err="1">
                    <a:latin typeface="Symbol" panose="05050102010706020507" pitchFamily="18" charset="2"/>
                  </a:rPr>
                  <a:t>a,b</a:t>
                </a:r>
                <a:r>
                  <a:rPr lang="en-GB" sz="2000" dirty="0"/>
                  <a:t> are large values, to minimize the function we need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sz="20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20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𝜃</m:t>
                        </m:r>
                      </m:e>
                      <m:sub>
                        <m:r>
                          <a:rPr lang="en-GB" sz="2000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a:rPr lang="en-GB" sz="20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≈</m:t>
                    </m:r>
                    <m:r>
                      <a:rPr lang="en-GB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0, </m:t>
                    </m:r>
                    <m:sSub>
                      <m:sSubPr>
                        <m:ctrlPr>
                          <a:rPr lang="en-GB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𝜃</m:t>
                        </m:r>
                      </m:e>
                      <m:sub>
                        <m:r>
                          <a:rPr lang="en-GB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4</m:t>
                        </m:r>
                      </m:sub>
                    </m:sSub>
                    <m:r>
                      <a:rPr lang="en-GB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≈0</m:t>
                    </m:r>
                  </m:oMath>
                </a14:m>
                <a:r>
                  <a:rPr lang="en-GB" sz="2000" dirty="0"/>
                  <a:t> </a:t>
                </a:r>
                <a:endParaRPr lang="it-IT" sz="2000" dirty="0"/>
              </a:p>
            </p:txBody>
          </p:sp>
        </mc:Choice>
        <mc:Fallback xmlns="">
          <p:sp>
            <p:nvSpPr>
              <p:cNvPr id="10" name="TextBox 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1985" y="4591187"/>
                <a:ext cx="7772400" cy="400110"/>
              </a:xfrm>
              <a:prstGeom prst="rect">
                <a:avLst/>
              </a:prstGeom>
              <a:blipFill rotWithShape="0">
                <a:blip r:embed="rId17"/>
                <a:stretch>
                  <a:fillRect l="-784" t="-10606" b="-25758"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38089858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  <p:bldP spid="10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extBox 16"/>
          <p:cNvSpPr txBox="1"/>
          <p:nvPr/>
        </p:nvSpPr>
        <p:spPr>
          <a:xfrm>
            <a:off x="381000" y="916725"/>
            <a:ext cx="830580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Small values for parameters </a:t>
            </a:r>
          </a:p>
          <a:p>
            <a:pPr marL="914400" lvl="1" indent="-457200">
              <a:buFont typeface="Calibri" pitchFamily="34" charset="0"/>
              <a:buChar char="―"/>
            </a:pPr>
            <a:r>
              <a:rPr lang="en-US" sz="2400" dirty="0"/>
              <a:t>“Simpler” hypothesis</a:t>
            </a:r>
          </a:p>
          <a:p>
            <a:pPr marL="914400" lvl="1" indent="-457200">
              <a:buFont typeface="Calibri" pitchFamily="34" charset="0"/>
              <a:buChar char="―"/>
            </a:pPr>
            <a:r>
              <a:rPr lang="en-US" sz="2400" dirty="0"/>
              <a:t>Less prone to overfitting 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81000" y="285750"/>
            <a:ext cx="64008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Regularization.</a:t>
            </a:r>
          </a:p>
        </p:txBody>
      </p:sp>
      <p:pic>
        <p:nvPicPr>
          <p:cNvPr id="6" name="Picture 5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94299" y="1042956"/>
            <a:ext cx="1639062" cy="276606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381000" y="2133421"/>
            <a:ext cx="830580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Housing:</a:t>
            </a:r>
          </a:p>
          <a:p>
            <a:pPr marL="914400" lvl="1" indent="-457200">
              <a:buFont typeface="Calibri" pitchFamily="34" charset="0"/>
              <a:buChar char="―"/>
            </a:pPr>
            <a:r>
              <a:rPr lang="en-US" sz="2400" dirty="0"/>
              <a:t>Features: </a:t>
            </a:r>
          </a:p>
          <a:p>
            <a:pPr marL="914400" lvl="1" indent="-457200">
              <a:buFont typeface="Calibri" pitchFamily="34" charset="0"/>
              <a:buChar char="―"/>
            </a:pPr>
            <a:r>
              <a:rPr lang="en-US" sz="2400" dirty="0"/>
              <a:t>Parameters:</a:t>
            </a:r>
          </a:p>
        </p:txBody>
      </p:sp>
      <p:pic>
        <p:nvPicPr>
          <p:cNvPr id="7" name="Picture 6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93066" y="3008569"/>
            <a:ext cx="2265426" cy="276606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67000" y="2680346"/>
            <a:ext cx="1949958" cy="194310"/>
          </a:xfrm>
          <a:prstGeom prst="rect">
            <a:avLst/>
          </a:prstGeom>
        </p:spPr>
      </p:pic>
      <p:pic>
        <p:nvPicPr>
          <p:cNvPr id="13" name="Picture 12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5597" y="3673602"/>
            <a:ext cx="1792224" cy="493776"/>
          </a:xfrm>
          <a:prstGeom prst="rect">
            <a:avLst/>
          </a:prstGeom>
        </p:spPr>
      </p:pic>
      <p:pic>
        <p:nvPicPr>
          <p:cNvPr id="2" name="Picture 1"/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10840" y="3486150"/>
            <a:ext cx="3419856" cy="868680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/>
              <p:cNvSpPr txBox="1"/>
              <p:nvPr/>
            </p:nvSpPr>
            <p:spPr>
              <a:xfrm>
                <a:off x="6477000" y="3325586"/>
                <a:ext cx="1303498" cy="105003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4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GB" sz="24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𝜆</m:t>
                      </m:r>
                      <m:nary>
                        <m:naryPr>
                          <m:chr m:val="∑"/>
                          <m:ctrlPr>
                            <a:rPr lang="en-GB" sz="24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GB" sz="24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𝑗</m:t>
                          </m:r>
                          <m:r>
                            <a:rPr lang="en-GB" sz="24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GB" sz="24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𝑛</m:t>
                          </m:r>
                        </m:sup>
                        <m:e>
                          <m:sSubSup>
                            <m:sSubSupPr>
                              <m:ctrlPr>
                                <a:rPr lang="en-GB" sz="24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GB" sz="24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𝜃</m:t>
                              </m:r>
                            </m:e>
                            <m:sub>
                              <m:r>
                                <a:rPr lang="en-GB" sz="24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𝑗</m:t>
                              </m:r>
                            </m:sub>
                            <m:sup>
                              <m:r>
                                <a:rPr lang="en-GB" sz="24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sup>
                          </m:sSubSup>
                        </m:e>
                      </m:nary>
                    </m:oMath>
                  </m:oMathPara>
                </a14:m>
                <a:endParaRPr lang="it-IT" sz="2400" dirty="0"/>
              </a:p>
            </p:txBody>
          </p:sp>
        </mc:Choice>
        <mc:Fallback xmlns="">
          <p:sp>
            <p:nvSpPr>
              <p:cNvPr id="5" name="TextBox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77000" y="3325586"/>
                <a:ext cx="1303498" cy="1050031"/>
              </a:xfrm>
              <a:prstGeom prst="rect">
                <a:avLst/>
              </a:prstGeom>
              <a:blipFill rotWithShape="0"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TextBox 8"/>
          <p:cNvSpPr txBox="1"/>
          <p:nvPr/>
        </p:nvSpPr>
        <p:spPr>
          <a:xfrm>
            <a:off x="3641979" y="4629150"/>
            <a:ext cx="3216021" cy="381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b="1" dirty="0"/>
              <a:t>Regularization Parameter</a:t>
            </a:r>
            <a:endParaRPr lang="it-IT" b="1" dirty="0"/>
          </a:p>
        </p:txBody>
      </p:sp>
      <p:cxnSp>
        <p:nvCxnSpPr>
          <p:cNvPr id="11" name="Straight Arrow Connector 10"/>
          <p:cNvCxnSpPr/>
          <p:nvPr/>
        </p:nvCxnSpPr>
        <p:spPr>
          <a:xfrm flipV="1">
            <a:off x="5547673" y="4000500"/>
            <a:ext cx="1148439" cy="708660"/>
          </a:xfrm>
          <a:prstGeom prst="straightConnector1">
            <a:avLst/>
          </a:prstGeom>
          <a:ln w="158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6696112" y="3541406"/>
            <a:ext cx="314288" cy="618917"/>
          </a:xfrm>
          <a:prstGeom prst="round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14" name="TextBox 13"/>
          <p:cNvSpPr txBox="1"/>
          <p:nvPr/>
        </p:nvSpPr>
        <p:spPr>
          <a:xfrm>
            <a:off x="6330696" y="1733550"/>
            <a:ext cx="250850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NB: by convention we do not regularize </a:t>
            </a:r>
            <a:r>
              <a:rPr lang="en-GB" i="1" dirty="0">
                <a:latin typeface="Symbol" panose="05050102010706020507" pitchFamily="18" charset="2"/>
              </a:rPr>
              <a:t>q</a:t>
            </a:r>
            <a:r>
              <a:rPr lang="en-GB" i="1" baseline="-25000" dirty="0"/>
              <a:t>0</a:t>
            </a:r>
            <a:endParaRPr lang="it-IT" i="1" baseline="-25000" dirty="0"/>
          </a:p>
        </p:txBody>
      </p:sp>
    </p:spTree>
    <p:extLst>
      <p:ext uri="{BB962C8B-B14F-4D97-AF65-F5344CB8AC3E}">
        <p14:creationId xmlns:p14="http://schemas.microsoft.com/office/powerpoint/2010/main" val="186002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5" grpId="0"/>
      <p:bldP spid="9" grpId="0"/>
      <p:bldP spid="12" grpId="0" animBg="1"/>
      <p:bldP spid="14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381000" y="285750"/>
            <a:ext cx="64008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Regularization.</a:t>
            </a:r>
          </a:p>
        </p:txBody>
      </p:sp>
      <p:pic>
        <p:nvPicPr>
          <p:cNvPr id="3" name="Picture 2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3000" y="1927284"/>
            <a:ext cx="1066799" cy="417443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3001" y="770226"/>
            <a:ext cx="5188458" cy="836104"/>
          </a:xfrm>
          <a:prstGeom prst="rect">
            <a:avLst/>
          </a:prstGeom>
        </p:spPr>
      </p:pic>
      <p:graphicFrame>
        <p:nvGraphicFramePr>
          <p:cNvPr id="14" name="Chart 13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631267908"/>
              </p:ext>
            </p:extLst>
          </p:nvPr>
        </p:nvGraphicFramePr>
        <p:xfrm>
          <a:off x="4217094" y="2114551"/>
          <a:ext cx="2731067" cy="239786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6"/>
          </a:graphicData>
        </a:graphic>
      </p:graphicFrame>
      <p:sp>
        <p:nvSpPr>
          <p:cNvPr id="15" name="TextBox 14"/>
          <p:cNvSpPr txBox="1"/>
          <p:nvPr/>
        </p:nvSpPr>
        <p:spPr>
          <a:xfrm rot="16200000">
            <a:off x="3470509" y="3086283"/>
            <a:ext cx="1347743" cy="338554"/>
          </a:xfrm>
          <a:prstGeom prst="rect">
            <a:avLst/>
          </a:prstGeom>
          <a:noFill/>
          <a:ln w="19050"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600" dirty="0"/>
              <a:t>Price</a:t>
            </a:r>
          </a:p>
        </p:txBody>
      </p:sp>
      <p:sp>
        <p:nvSpPr>
          <p:cNvPr id="16" name="TextBox 20"/>
          <p:cNvSpPr txBox="1"/>
          <p:nvPr/>
        </p:nvSpPr>
        <p:spPr>
          <a:xfrm>
            <a:off x="4660902" y="4400550"/>
            <a:ext cx="2185788" cy="338554"/>
          </a:xfrm>
          <a:prstGeom prst="rect">
            <a:avLst/>
          </a:prstGeom>
          <a:noFill/>
          <a:ln w="19050">
            <a:noFill/>
          </a:ln>
        </p:spPr>
        <p:txBody>
          <a:bodyPr wrap="square" rtlCol="0">
            <a:spAutoFit/>
          </a:bodyPr>
          <a:lstStyle>
            <a:lvl1pPr marL="0" indent="0">
              <a:defRPr sz="1100"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600" dirty="0"/>
              <a:t>Size of house</a:t>
            </a:r>
          </a:p>
        </p:txBody>
      </p:sp>
      <p:cxnSp>
        <p:nvCxnSpPr>
          <p:cNvPr id="18" name="Straight Arrow Connector 17"/>
          <p:cNvCxnSpPr/>
          <p:nvPr/>
        </p:nvCxnSpPr>
        <p:spPr>
          <a:xfrm flipV="1">
            <a:off x="4355550" y="2114550"/>
            <a:ext cx="0" cy="2432801"/>
          </a:xfrm>
          <a:prstGeom prst="straightConnector1">
            <a:avLst/>
          </a:prstGeom>
          <a:ln w="19050">
            <a:solidFill>
              <a:schemeClr val="bg1">
                <a:lumMod val="50000"/>
              </a:schemeClr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Arrow Connector 19"/>
          <p:cNvCxnSpPr/>
          <p:nvPr/>
        </p:nvCxnSpPr>
        <p:spPr>
          <a:xfrm>
            <a:off x="4202318" y="4368651"/>
            <a:ext cx="2744584" cy="0"/>
          </a:xfrm>
          <a:prstGeom prst="straightConnector1">
            <a:avLst/>
          </a:prstGeom>
          <a:ln w="19050">
            <a:solidFill>
              <a:schemeClr val="bg1">
                <a:lumMod val="50000"/>
              </a:schemeClr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extBox 1"/>
          <p:cNvSpPr txBox="1"/>
          <p:nvPr/>
        </p:nvSpPr>
        <p:spPr>
          <a:xfrm>
            <a:off x="381000" y="3062931"/>
            <a:ext cx="32004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Regularization term can change a </a:t>
            </a:r>
            <a:r>
              <a:rPr lang="en-GB" dirty="0">
                <a:solidFill>
                  <a:schemeClr val="tx2"/>
                </a:solidFill>
              </a:rPr>
              <a:t>higher-order polynomial </a:t>
            </a:r>
            <a:r>
              <a:rPr lang="en-GB" dirty="0"/>
              <a:t>to a </a:t>
            </a:r>
            <a:r>
              <a:rPr lang="en-GB" dirty="0">
                <a:solidFill>
                  <a:srgbClr val="00B050"/>
                </a:solidFill>
              </a:rPr>
              <a:t>lower-order one</a:t>
            </a:r>
            <a:endParaRPr lang="it-IT" dirty="0">
              <a:solidFill>
                <a:srgbClr val="00B050"/>
              </a:solidFill>
            </a:endParaRPr>
          </a:p>
        </p:txBody>
      </p:sp>
      <p:sp>
        <p:nvSpPr>
          <p:cNvPr id="5" name="Freeform 4"/>
          <p:cNvSpPr/>
          <p:nvPr/>
        </p:nvSpPr>
        <p:spPr>
          <a:xfrm>
            <a:off x="4386943" y="2417874"/>
            <a:ext cx="2612571" cy="1761640"/>
          </a:xfrm>
          <a:custGeom>
            <a:avLst/>
            <a:gdLst>
              <a:gd name="connsiteX0" fmla="*/ 0 w 2612571"/>
              <a:gd name="connsiteY0" fmla="*/ 1109097 h 1761640"/>
              <a:gd name="connsiteX1" fmla="*/ 108857 w 2612571"/>
              <a:gd name="connsiteY1" fmla="*/ 1686040 h 1761640"/>
              <a:gd name="connsiteX2" fmla="*/ 293914 w 2612571"/>
              <a:gd name="connsiteY2" fmla="*/ 1696926 h 1761640"/>
              <a:gd name="connsiteX3" fmla="*/ 489857 w 2612571"/>
              <a:gd name="connsiteY3" fmla="*/ 1152640 h 1761640"/>
              <a:gd name="connsiteX4" fmla="*/ 576943 w 2612571"/>
              <a:gd name="connsiteY4" fmla="*/ 64069 h 1761640"/>
              <a:gd name="connsiteX5" fmla="*/ 762000 w 2612571"/>
              <a:gd name="connsiteY5" fmla="*/ 532155 h 1761640"/>
              <a:gd name="connsiteX6" fmla="*/ 1023257 w 2612571"/>
              <a:gd name="connsiteY6" fmla="*/ 967583 h 1761640"/>
              <a:gd name="connsiteX7" fmla="*/ 1371600 w 2612571"/>
              <a:gd name="connsiteY7" fmla="*/ 314440 h 1761640"/>
              <a:gd name="connsiteX8" fmla="*/ 1774371 w 2612571"/>
              <a:gd name="connsiteY8" fmla="*/ 9640 h 1761640"/>
              <a:gd name="connsiteX9" fmla="*/ 2612571 w 2612571"/>
              <a:gd name="connsiteY9" fmla="*/ 651897 h 17616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2612571" h="1761640">
                <a:moveTo>
                  <a:pt x="0" y="1109097"/>
                </a:moveTo>
                <a:cubicBezTo>
                  <a:pt x="29935" y="1348583"/>
                  <a:pt x="59871" y="1588069"/>
                  <a:pt x="108857" y="1686040"/>
                </a:cubicBezTo>
                <a:cubicBezTo>
                  <a:pt x="157843" y="1784012"/>
                  <a:pt x="230414" y="1785826"/>
                  <a:pt x="293914" y="1696926"/>
                </a:cubicBezTo>
                <a:cubicBezTo>
                  <a:pt x="357414" y="1608026"/>
                  <a:pt x="442686" y="1424783"/>
                  <a:pt x="489857" y="1152640"/>
                </a:cubicBezTo>
                <a:cubicBezTo>
                  <a:pt x="537028" y="880497"/>
                  <a:pt x="531586" y="167483"/>
                  <a:pt x="576943" y="64069"/>
                </a:cubicBezTo>
                <a:cubicBezTo>
                  <a:pt x="622300" y="-39345"/>
                  <a:pt x="687614" y="381569"/>
                  <a:pt x="762000" y="532155"/>
                </a:cubicBezTo>
                <a:cubicBezTo>
                  <a:pt x="836386" y="682741"/>
                  <a:pt x="921657" y="1003869"/>
                  <a:pt x="1023257" y="967583"/>
                </a:cubicBezTo>
                <a:cubicBezTo>
                  <a:pt x="1124857" y="931297"/>
                  <a:pt x="1246414" y="474097"/>
                  <a:pt x="1371600" y="314440"/>
                </a:cubicBezTo>
                <a:cubicBezTo>
                  <a:pt x="1496786" y="154783"/>
                  <a:pt x="1567543" y="-46603"/>
                  <a:pt x="1774371" y="9640"/>
                </a:cubicBezTo>
                <a:cubicBezTo>
                  <a:pt x="1981199" y="65883"/>
                  <a:pt x="2296885" y="358890"/>
                  <a:pt x="2612571" y="651897"/>
                </a:cubicBezTo>
              </a:path>
            </a:pathLst>
          </a:cu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6" name="Freeform 5"/>
          <p:cNvSpPr/>
          <p:nvPr/>
        </p:nvSpPr>
        <p:spPr>
          <a:xfrm>
            <a:off x="4561114" y="2412910"/>
            <a:ext cx="2612572" cy="1854290"/>
          </a:xfrm>
          <a:custGeom>
            <a:avLst/>
            <a:gdLst>
              <a:gd name="connsiteX0" fmla="*/ 0 w 2612572"/>
              <a:gd name="connsiteY0" fmla="*/ 1854290 h 1854290"/>
              <a:gd name="connsiteX1" fmla="*/ 141515 w 2612572"/>
              <a:gd name="connsiteY1" fmla="*/ 1103176 h 1854290"/>
              <a:gd name="connsiteX2" fmla="*/ 653143 w 2612572"/>
              <a:gd name="connsiteY2" fmla="*/ 406490 h 1854290"/>
              <a:gd name="connsiteX3" fmla="*/ 1861457 w 2612572"/>
              <a:gd name="connsiteY3" fmla="*/ 47261 h 1854290"/>
              <a:gd name="connsiteX4" fmla="*/ 2612572 w 2612572"/>
              <a:gd name="connsiteY4" fmla="*/ 14604 h 18542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612572" h="1854290">
                <a:moveTo>
                  <a:pt x="0" y="1854290"/>
                </a:moveTo>
                <a:cubicBezTo>
                  <a:pt x="16329" y="1599383"/>
                  <a:pt x="32658" y="1344476"/>
                  <a:pt x="141515" y="1103176"/>
                </a:cubicBezTo>
                <a:cubicBezTo>
                  <a:pt x="250372" y="861876"/>
                  <a:pt x="366486" y="582476"/>
                  <a:pt x="653143" y="406490"/>
                </a:cubicBezTo>
                <a:cubicBezTo>
                  <a:pt x="939800" y="230504"/>
                  <a:pt x="1534886" y="112575"/>
                  <a:pt x="1861457" y="47261"/>
                </a:cubicBezTo>
                <a:cubicBezTo>
                  <a:pt x="2188029" y="-18053"/>
                  <a:pt x="2400300" y="-1725"/>
                  <a:pt x="2612572" y="14604"/>
                </a:cubicBezTo>
              </a:path>
            </a:pathLst>
          </a:custGeom>
          <a:noFill/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27366343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62815" y="0"/>
            <a:ext cx="6218369" cy="51435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6200" y="819150"/>
            <a:ext cx="1524001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Linear regression with a 15</a:t>
            </a:r>
            <a:r>
              <a:rPr lang="en-GB" baseline="30000" dirty="0"/>
              <a:t>th</a:t>
            </a:r>
            <a:r>
              <a:rPr lang="en-GB" dirty="0"/>
              <a:t> power polynomial</a:t>
            </a:r>
          </a:p>
          <a:p>
            <a:r>
              <a:rPr lang="en-GB" dirty="0"/>
              <a:t>(</a:t>
            </a:r>
            <a:r>
              <a:rPr lang="en-GB" i="1" dirty="0">
                <a:latin typeface="Symbol" panose="05050102010706020507" pitchFamily="18" charset="2"/>
              </a:rPr>
              <a:t>a</a:t>
            </a:r>
            <a:r>
              <a:rPr lang="en-GB" dirty="0"/>
              <a:t> is the regularization or ridge parameter)</a:t>
            </a:r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189023980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sz="3600" dirty="0"/>
              <a:t>Why penalize large coefficients?</a:t>
            </a:r>
            <a:endParaRPr lang="it-IT" sz="36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400" dirty="0"/>
              <a:t>What does a large coefficient signify? It means that we’re putting a lot of emphasis on that feature, i.e. the particular feature is a good predictor for the outcome. When it becomes too large, the algorithm starts modelling intricate relations to estimate the output and ends up overfitting to the particular training data.</a:t>
            </a:r>
          </a:p>
          <a:p>
            <a:r>
              <a:rPr lang="en-US" sz="2400" dirty="0"/>
              <a:t>As </a:t>
            </a:r>
            <a:r>
              <a:rPr lang="en-US" sz="2400" i="1" dirty="0">
                <a:latin typeface="Symbol" panose="05050102010706020507" pitchFamily="18" charset="2"/>
              </a:rPr>
              <a:t>l</a:t>
            </a:r>
            <a:r>
              <a:rPr lang="en-US" sz="2400" dirty="0"/>
              <a:t> increase, the model complexity decrease</a:t>
            </a:r>
          </a:p>
          <a:p>
            <a:r>
              <a:rPr lang="en-US" sz="2400" dirty="0"/>
              <a:t>Regularization with the sum of squares </a:t>
            </a:r>
            <a:r>
              <a:rPr lang="en-US" sz="2400" dirty="0">
                <a:sym typeface="Wingdings" panose="05000000000000000000" pitchFamily="2" charset="2"/>
              </a:rPr>
              <a:t> </a:t>
            </a:r>
            <a:r>
              <a:rPr lang="en-US" sz="2400" dirty="0">
                <a:solidFill>
                  <a:srgbClr val="FF0000"/>
                </a:solidFill>
                <a:sym typeface="Wingdings" panose="05000000000000000000" pitchFamily="2" charset="2"/>
              </a:rPr>
              <a:t>ridge regression</a:t>
            </a:r>
            <a:endParaRPr lang="it-IT" sz="240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5314639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381000" y="285750"/>
            <a:ext cx="84582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In regularized linear regression, we choose      to minimize</a:t>
            </a:r>
          </a:p>
        </p:txBody>
      </p:sp>
      <p:pic>
        <p:nvPicPr>
          <p:cNvPr id="6" name="Picture 5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78033" y="412810"/>
            <a:ext cx="128016" cy="219456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379227" y="1588353"/>
            <a:ext cx="84582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What if      is set to an extremely large value (perhaps for too large for our problem, say                  )?</a:t>
            </a:r>
          </a:p>
        </p:txBody>
      </p:sp>
      <p:pic>
        <p:nvPicPr>
          <p:cNvPr id="7" name="Picture 6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95219" y="1704418"/>
            <a:ext cx="150876" cy="214884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48000" y="2025495"/>
            <a:ext cx="1099566" cy="260604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342900" y="2419350"/>
            <a:ext cx="8458200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Tx/>
              <a:buChar char="-"/>
            </a:pPr>
            <a:r>
              <a:rPr lang="en-US" sz="2400" dirty="0"/>
              <a:t>Algorithm works fine; setting     to be very large can’t hurt it</a:t>
            </a:r>
          </a:p>
          <a:p>
            <a:pPr marL="342900" indent="-342900">
              <a:buFontTx/>
              <a:buChar char="-"/>
            </a:pPr>
            <a:r>
              <a:rPr lang="en-US" sz="2400" dirty="0"/>
              <a:t>Algorithm fails to eliminate overfitting.</a:t>
            </a:r>
          </a:p>
          <a:p>
            <a:pPr marL="342900" indent="-342900">
              <a:buFontTx/>
              <a:buChar char="-"/>
            </a:pPr>
            <a:r>
              <a:rPr lang="en-US" sz="2400" dirty="0">
                <a:solidFill>
                  <a:srgbClr val="FF0000"/>
                </a:solidFill>
                <a:sym typeface="Wingdings" panose="05000000000000000000" pitchFamily="2" charset="2"/>
              </a:rPr>
              <a:t></a:t>
            </a:r>
            <a:r>
              <a:rPr lang="en-US" sz="2400" dirty="0"/>
              <a:t>Algorithm results in </a:t>
            </a:r>
            <a:r>
              <a:rPr lang="en-US" sz="2400" dirty="0" err="1"/>
              <a:t>underfitting</a:t>
            </a:r>
            <a:r>
              <a:rPr lang="en-US" sz="2400" dirty="0"/>
              <a:t>. (Fails to fit even training data well).</a:t>
            </a:r>
          </a:p>
          <a:p>
            <a:pPr marL="342900" indent="-342900">
              <a:buFontTx/>
              <a:buChar char="-"/>
            </a:pPr>
            <a:r>
              <a:rPr lang="en-US" sz="2400" dirty="0"/>
              <a:t>Gradient descent will fail to converge.</a:t>
            </a:r>
          </a:p>
        </p:txBody>
      </p:sp>
      <p:pic>
        <p:nvPicPr>
          <p:cNvPr id="14" name="Picture 13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59224" y="2550484"/>
            <a:ext cx="150876" cy="214884"/>
          </a:xfrm>
          <a:prstGeom prst="rect">
            <a:avLst/>
          </a:prstGeom>
        </p:spPr>
      </p:pic>
      <p:pic>
        <p:nvPicPr>
          <p:cNvPr id="11" name="Picture 10"/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28800" y="770224"/>
            <a:ext cx="5188458" cy="8361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3951235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381000" y="285750"/>
            <a:ext cx="84582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In regularized linear regression, we choose      to minimize</a:t>
            </a:r>
          </a:p>
        </p:txBody>
      </p:sp>
      <p:pic>
        <p:nvPicPr>
          <p:cNvPr id="6" name="Picture 5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78033" y="412810"/>
            <a:ext cx="128016" cy="219456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28800" y="770224"/>
            <a:ext cx="5188458" cy="836104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379227" y="1588353"/>
            <a:ext cx="84582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What if      is set to an extremely large value (perhaps for too large for our problem, say                  )?</a:t>
            </a:r>
          </a:p>
        </p:txBody>
      </p:sp>
      <p:pic>
        <p:nvPicPr>
          <p:cNvPr id="7" name="Picture 6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95219" y="1704418"/>
            <a:ext cx="150876" cy="214884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48000" y="2025495"/>
            <a:ext cx="1099566" cy="260604"/>
          </a:xfrm>
          <a:prstGeom prst="rect">
            <a:avLst/>
          </a:prstGeom>
        </p:spPr>
      </p:pic>
      <p:graphicFrame>
        <p:nvGraphicFramePr>
          <p:cNvPr id="19" name="Chart 18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896343090"/>
              </p:ext>
            </p:extLst>
          </p:nvPr>
        </p:nvGraphicFramePr>
        <p:xfrm>
          <a:off x="1576683" y="2343150"/>
          <a:ext cx="2172176" cy="190715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1"/>
          </a:graphicData>
        </a:graphic>
      </p:graphicFrame>
      <p:sp>
        <p:nvSpPr>
          <p:cNvPr id="21" name="TextBox 20"/>
          <p:cNvSpPr txBox="1"/>
          <p:nvPr/>
        </p:nvSpPr>
        <p:spPr>
          <a:xfrm rot="16200000">
            <a:off x="1004908" y="3209033"/>
            <a:ext cx="107193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/>
              <a:t>Price</a:t>
            </a:r>
          </a:p>
        </p:txBody>
      </p:sp>
      <p:sp>
        <p:nvSpPr>
          <p:cNvPr id="22" name="TextBox 20"/>
          <p:cNvSpPr txBox="1"/>
          <p:nvPr/>
        </p:nvSpPr>
        <p:spPr>
          <a:xfrm>
            <a:off x="1785379" y="4139708"/>
            <a:ext cx="173848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lvl1pPr marL="0" indent="0">
              <a:defRPr sz="1100"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600" dirty="0"/>
              <a:t>Size of house</a:t>
            </a:r>
          </a:p>
        </p:txBody>
      </p:sp>
      <p:pic>
        <p:nvPicPr>
          <p:cNvPr id="9" name="Picture 8"/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1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95400" y="4654495"/>
            <a:ext cx="3603721" cy="279455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/>
              <p:cNvSpPr txBox="1"/>
              <p:nvPr/>
            </p:nvSpPr>
            <p:spPr>
              <a:xfrm>
                <a:off x="5562600" y="2979226"/>
                <a:ext cx="2563842" cy="39908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it-IT" sz="240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∀</m:t>
                      </m:r>
                      <m:r>
                        <a:rPr lang="en-GB" sz="24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1≤</m:t>
                      </m:r>
                      <m:r>
                        <a:rPr lang="en-GB" sz="24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𝑗</m:t>
                      </m:r>
                      <m:r>
                        <a:rPr lang="en-GB" sz="24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≤</m:t>
                      </m:r>
                      <m:r>
                        <a:rPr lang="en-GB" sz="24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𝑛</m:t>
                      </m:r>
                      <m:r>
                        <a:rPr lang="en-GB" sz="24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sSub>
                        <m:sSubPr>
                          <m:ctrlPr>
                            <a:rPr lang="en-GB" sz="24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24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  </m:t>
                          </m:r>
                          <m:r>
                            <a:rPr lang="en-GB" sz="24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lang="en-GB" sz="24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𝑗</m:t>
                          </m:r>
                        </m:sub>
                      </m:sSub>
                      <m:r>
                        <a:rPr lang="en-GB" sz="24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≈0</m:t>
                      </m:r>
                    </m:oMath>
                  </m:oMathPara>
                </a14:m>
                <a:endParaRPr lang="it-IT" sz="24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2" name="TextBox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62600" y="2979226"/>
                <a:ext cx="2563842" cy="399084"/>
              </a:xfrm>
              <a:prstGeom prst="rect">
                <a:avLst/>
              </a:prstGeom>
              <a:blipFill rotWithShape="0">
                <a:blip r:embed="rId13"/>
                <a:stretch>
                  <a:fillRect l="-1905" r="-2381" b="-26154"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TextBox 2"/>
          <p:cNvSpPr txBox="1"/>
          <p:nvPr/>
        </p:nvSpPr>
        <p:spPr>
          <a:xfrm>
            <a:off x="1970571" y="4635774"/>
            <a:ext cx="457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b="1" dirty="0">
                <a:solidFill>
                  <a:srgbClr val="FF0000"/>
                </a:solidFill>
              </a:rPr>
              <a:t>X</a:t>
            </a:r>
            <a:endParaRPr lang="it-IT" b="1" dirty="0">
              <a:solidFill>
                <a:srgbClr val="FF0000"/>
              </a:solidFill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2712473" y="4617799"/>
            <a:ext cx="457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b="1" dirty="0">
                <a:solidFill>
                  <a:srgbClr val="FF0000"/>
                </a:solidFill>
              </a:rPr>
              <a:t>X</a:t>
            </a:r>
            <a:endParaRPr lang="it-IT" b="1" dirty="0">
              <a:solidFill>
                <a:srgbClr val="FF0000"/>
              </a:solidFill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3571984" y="4609556"/>
            <a:ext cx="457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b="1" dirty="0">
                <a:solidFill>
                  <a:srgbClr val="FF0000"/>
                </a:solidFill>
              </a:rPr>
              <a:t>X</a:t>
            </a:r>
            <a:endParaRPr lang="it-IT" b="1" dirty="0">
              <a:solidFill>
                <a:srgbClr val="FF0000"/>
              </a:solidFill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4376607" y="4609556"/>
            <a:ext cx="457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b="1" dirty="0">
                <a:solidFill>
                  <a:srgbClr val="FF0000"/>
                </a:solidFill>
              </a:rPr>
              <a:t>X</a:t>
            </a:r>
            <a:endParaRPr lang="it-IT" b="1" dirty="0">
              <a:solidFill>
                <a:srgbClr val="FF0000"/>
              </a:solidFill>
            </a:endParaRPr>
          </a:p>
        </p:txBody>
      </p:sp>
      <p:cxnSp>
        <p:nvCxnSpPr>
          <p:cNvPr id="13" name="Straight Connector 12"/>
          <p:cNvCxnSpPr/>
          <p:nvPr/>
        </p:nvCxnSpPr>
        <p:spPr>
          <a:xfrm>
            <a:off x="1710155" y="3094863"/>
            <a:ext cx="2123086" cy="0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/>
              <p:cNvSpPr txBox="1"/>
              <p:nvPr/>
            </p:nvSpPr>
            <p:spPr>
              <a:xfrm>
                <a:off x="1458687" y="2808503"/>
                <a:ext cx="281936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it-IT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it-IT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</m:oMath>
                  </m:oMathPara>
                </a14:m>
                <a:endParaRPr lang="it-IT" dirty="0"/>
              </a:p>
            </p:txBody>
          </p:sp>
        </mc:Choice>
        <mc:Fallback xmlns="">
          <p:sp>
            <p:nvSpPr>
              <p:cNvPr id="14" name="TextBox 1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58687" y="2808503"/>
                <a:ext cx="281936" cy="276999"/>
              </a:xfrm>
              <a:prstGeom prst="rect">
                <a:avLst/>
              </a:prstGeom>
              <a:blipFill rotWithShape="0">
                <a:blip r:embed="rId14"/>
                <a:stretch>
                  <a:fillRect l="-19149" r="-6383" b="-15556"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8" name="TextBox 17"/>
          <p:cNvSpPr txBox="1"/>
          <p:nvPr/>
        </p:nvSpPr>
        <p:spPr>
          <a:xfrm>
            <a:off x="2690702" y="3366190"/>
            <a:ext cx="1371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b="1" dirty="0"/>
              <a:t>UNDERFIT</a:t>
            </a:r>
            <a:endParaRPr lang="it-IT" b="1" dirty="0"/>
          </a:p>
        </p:txBody>
      </p:sp>
    </p:spTree>
    <p:extLst>
      <p:ext uri="{BB962C8B-B14F-4D97-AF65-F5344CB8AC3E}">
        <p14:creationId xmlns:p14="http://schemas.microsoft.com/office/powerpoint/2010/main" val="259113681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/>
      <p:bldP spid="15" grpId="0"/>
      <p:bldP spid="16" grpId="0"/>
      <p:bldP spid="17" grpId="0"/>
      <p:bldP spid="14" grpId="0"/>
      <p:bldP spid="18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 txBox="1">
            <a:spLocks/>
          </p:cNvSpPr>
          <p:nvPr/>
        </p:nvSpPr>
        <p:spPr>
          <a:xfrm>
            <a:off x="4191000" y="914400"/>
            <a:ext cx="4953000" cy="142875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sz="5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Regularization</a:t>
            </a:r>
          </a:p>
        </p:txBody>
      </p:sp>
      <p:cxnSp>
        <p:nvCxnSpPr>
          <p:cNvPr id="6" name="Straight Connector 5"/>
          <p:cNvCxnSpPr/>
          <p:nvPr/>
        </p:nvCxnSpPr>
        <p:spPr>
          <a:xfrm>
            <a:off x="4224865" y="2150528"/>
            <a:ext cx="4297680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itle 1"/>
          <p:cNvSpPr>
            <a:spLocks noGrp="1"/>
          </p:cNvSpPr>
          <p:nvPr>
            <p:ph type="ctrTitle" idx="4294967295"/>
          </p:nvPr>
        </p:nvSpPr>
        <p:spPr>
          <a:xfrm>
            <a:off x="4191000" y="2114550"/>
            <a:ext cx="4495800" cy="1676400"/>
          </a:xfrm>
        </p:spPr>
        <p:txBody>
          <a:bodyPr>
            <a:noAutofit/>
          </a:bodyPr>
          <a:lstStyle/>
          <a:p>
            <a:pPr algn="l"/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Regularized linear regression</a:t>
            </a:r>
          </a:p>
        </p:txBody>
      </p:sp>
    </p:spTree>
    <p:extLst>
      <p:ext uri="{BB962C8B-B14F-4D97-AF65-F5344CB8AC3E}">
        <p14:creationId xmlns:p14="http://schemas.microsoft.com/office/powerpoint/2010/main" val="211981113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81000" y="285750"/>
            <a:ext cx="84582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Regularized linear regression</a:t>
            </a:r>
          </a:p>
        </p:txBody>
      </p:sp>
      <p:pic>
        <p:nvPicPr>
          <p:cNvPr id="17" name="Picture 16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28800" y="1165528"/>
            <a:ext cx="5660136" cy="912114"/>
          </a:xfrm>
          <a:prstGeom prst="rect">
            <a:avLst/>
          </a:prstGeom>
        </p:spPr>
      </p:pic>
      <p:pic>
        <p:nvPicPr>
          <p:cNvPr id="11" name="Picture 10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32344" y="2407383"/>
            <a:ext cx="1012126" cy="396049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/>
              <p:cNvSpPr txBox="1"/>
              <p:nvPr/>
            </p:nvSpPr>
            <p:spPr>
              <a:xfrm>
                <a:off x="3907594" y="3028950"/>
                <a:ext cx="4931606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en-GB" b="0" i="0" smtClean="0">
                          <a:latin typeface="Cambria Math" panose="02040503050406030204" pitchFamily="18" charset="0"/>
                        </a:rPr>
                        <m:t>it</m:t>
                      </m:r>
                      <m:r>
                        <m:rPr>
                          <m:nor/>
                        </m:rPr>
                        <a:rPr lang="en-GB" b="0" i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nor/>
                        </m:rPr>
                        <a:rPr lang="en-GB" b="0" i="0" smtClean="0">
                          <a:latin typeface="Cambria Math" panose="02040503050406030204" pitchFamily="18" charset="0"/>
                        </a:rPr>
                        <m:t>is</m:t>
                      </m:r>
                      <m:r>
                        <m:rPr>
                          <m:nor/>
                        </m:rPr>
                        <a:rPr lang="en-GB" b="0" i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nor/>
                        </m:rPr>
                        <a:rPr lang="en-GB" b="0" i="0" smtClean="0">
                          <a:latin typeface="Cambria Math" panose="02040503050406030204" pitchFamily="18" charset="0"/>
                        </a:rPr>
                        <m:t>the</m:t>
                      </m:r>
                      <m:r>
                        <m:rPr>
                          <m:nor/>
                        </m:rPr>
                        <a:rPr lang="en-GB" b="0" i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nor/>
                        </m:rPr>
                        <a:rPr lang="en-GB" b="0" i="0" smtClean="0">
                          <a:latin typeface="Cambria Math" panose="02040503050406030204" pitchFamily="18" charset="0"/>
                        </a:rPr>
                        <m:t>square</m:t>
                      </m:r>
                      <m:r>
                        <m:rPr>
                          <m:nor/>
                        </m:rPr>
                        <a:rPr lang="en-GB" b="0" i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nor/>
                        </m:rPr>
                        <a:rPr lang="en-GB" b="0" i="0" smtClean="0">
                          <a:latin typeface="Cambria Math" panose="02040503050406030204" pitchFamily="18" charset="0"/>
                        </a:rPr>
                        <m:t>of</m:t>
                      </m:r>
                      <m:r>
                        <m:rPr>
                          <m:nor/>
                        </m:rPr>
                        <a:rPr lang="en-GB" b="0" i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nor/>
                        </m:rPr>
                        <a:rPr lang="en-GB" b="0" i="0" smtClean="0">
                          <a:latin typeface="Cambria Math" panose="02040503050406030204" pitchFamily="18" charset="0"/>
                        </a:rPr>
                        <m:t>the</m:t>
                      </m:r>
                      <m:r>
                        <m:rPr>
                          <m:nor/>
                        </m:rPr>
                        <a:rPr lang="en-GB" b="0" i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nor/>
                        </m:rPr>
                        <a:rPr lang="en-GB" b="0" i="0" smtClean="0">
                          <a:latin typeface="Cambria Math" panose="02040503050406030204" pitchFamily="18" charset="0"/>
                        </a:rPr>
                        <m:t>L</m:t>
                      </m:r>
                      <m:r>
                        <m:rPr>
                          <m:nor/>
                        </m:rPr>
                        <a:rPr lang="en-GB" b="0" i="0" smtClean="0">
                          <a:latin typeface="Cambria Math" panose="02040503050406030204" pitchFamily="18" charset="0"/>
                        </a:rPr>
                        <m:t>−2 </m:t>
                      </m:r>
                      <m:r>
                        <m:rPr>
                          <m:nor/>
                        </m:rPr>
                        <a:rPr lang="en-GB" b="0" i="0" smtClean="0">
                          <a:latin typeface="Cambria Math" panose="02040503050406030204" pitchFamily="18" charset="0"/>
                        </a:rPr>
                        <m:t>norm</m:t>
                      </m:r>
                      <m:r>
                        <m:rPr>
                          <m:nor/>
                        </m:rPr>
                        <a:rPr lang="en-GB" b="0" i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nor/>
                        </m:rPr>
                        <a:rPr lang="en-GB" b="0" i="0" smtClean="0">
                          <a:latin typeface="Cambria Math" panose="02040503050406030204" pitchFamily="18" charset="0"/>
                        </a:rPr>
                        <m:t>of</m:t>
                      </m:r>
                      <m:r>
                        <m:rPr>
                          <m:nor/>
                        </m:rPr>
                        <a:rPr lang="en-GB" b="0" i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nor/>
                        </m:rPr>
                        <a:rPr lang="en-GB" b="0" i="0" smtClean="0">
                          <a:latin typeface="Cambria Math" panose="02040503050406030204" pitchFamily="18" charset="0"/>
                        </a:rPr>
                        <m:t>vector</m:t>
                      </m:r>
                      <m:r>
                        <m:rPr>
                          <m:nor/>
                        </m:rPr>
                        <a:rPr lang="en-GB" b="0" i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l-GR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θ</m:t>
                      </m:r>
                      <m:r>
                        <m:rPr>
                          <m:nor/>
                        </m:rPr>
                        <a:rPr lang="en-GB" b="0" i="0" smtClean="0">
                          <a:latin typeface="Cambria Math" panose="02040503050406030204" pitchFamily="18" charset="0"/>
                        </a:rPr>
                        <m:t> (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 </m:t>
                      </m:r>
                      <m:sSub>
                        <m:sSub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d>
                            <m:dPr>
                              <m:begChr m:val="‖"/>
                              <m:endChr m:val="‖"/>
                              <m:ctrlPr>
                                <a:rPr lang="en-GB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GB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𝜃</m:t>
                              </m:r>
                            </m:e>
                          </m:d>
                        </m:e>
                        <m:sub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it-IT" dirty="0"/>
              </a:p>
            </p:txBody>
          </p:sp>
        </mc:Choice>
        <mc:Fallback xmlns="">
          <p:sp>
            <p:nvSpPr>
              <p:cNvPr id="3" name="TextBox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07594" y="3028950"/>
                <a:ext cx="4931606" cy="276999"/>
              </a:xfrm>
              <a:prstGeom prst="rect">
                <a:avLst/>
              </a:prstGeom>
              <a:blipFill rotWithShape="0">
                <a:blip r:embed="rId6"/>
                <a:stretch>
                  <a:fillRect l="-989" t="-2222" r="-1731" b="-35556"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Rounded Rectangle 3"/>
          <p:cNvSpPr/>
          <p:nvPr/>
        </p:nvSpPr>
        <p:spPr>
          <a:xfrm>
            <a:off x="6629400" y="1165528"/>
            <a:ext cx="859536" cy="912114"/>
          </a:xfrm>
          <a:prstGeom prst="round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cxnSp>
        <p:nvCxnSpPr>
          <p:cNvPr id="6" name="Straight Arrow Connector 5"/>
          <p:cNvCxnSpPr/>
          <p:nvPr/>
        </p:nvCxnSpPr>
        <p:spPr>
          <a:xfrm flipV="1">
            <a:off x="6629400" y="2077642"/>
            <a:ext cx="228600" cy="87510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981200" y="3638550"/>
            <a:ext cx="5715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This kind of regularization is called ridge regression or </a:t>
            </a:r>
            <a:r>
              <a:rPr lang="it-IT" b="1" dirty="0"/>
              <a:t>Tichonov regularization</a:t>
            </a:r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257299642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4" grpId="0" animBg="1"/>
      <p:bldP spid="7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81000" y="285750"/>
            <a:ext cx="84582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Gradient descent</a:t>
            </a:r>
          </a:p>
        </p:txBody>
      </p:sp>
      <p:pic>
        <p:nvPicPr>
          <p:cNvPr id="16" name="Picture 15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13687" y="2800350"/>
            <a:ext cx="2110913" cy="248999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09600" y="742950"/>
            <a:ext cx="26670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Repeat</a:t>
            </a:r>
            <a:endParaRPr lang="en-US" sz="2400" dirty="0"/>
          </a:p>
        </p:txBody>
      </p:sp>
      <p:pic>
        <p:nvPicPr>
          <p:cNvPr id="6" name="Picture 5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70863" y="799117"/>
            <a:ext cx="109728" cy="304038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3272" y="3105912"/>
            <a:ext cx="109728" cy="304038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1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64331" y="1291492"/>
            <a:ext cx="4834890" cy="651510"/>
          </a:xfrm>
          <a:prstGeom prst="rect">
            <a:avLst/>
          </a:prstGeom>
        </p:spPr>
      </p:pic>
      <p:pic>
        <p:nvPicPr>
          <p:cNvPr id="14" name="Picture 13"/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64331" y="2265426"/>
            <a:ext cx="1572768" cy="306324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>
            <p:custDataLst>
              <p:tags r:id="rId6"/>
            </p:custDataLst>
          </p:nvPr>
        </p:nvPicPr>
        <p:blipFill>
          <a:blip r:embed="rId1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52844" y="2074513"/>
            <a:ext cx="3195828" cy="651510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>
            <p:custDataLst>
              <p:tags r:id="rId7"/>
            </p:custDataLst>
          </p:nvPr>
        </p:nvPicPr>
        <p:blipFill>
          <a:blip r:embed="rId1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2000" y="3562350"/>
            <a:ext cx="6062472" cy="651510"/>
          </a:xfrm>
          <a:prstGeom prst="rect">
            <a:avLst/>
          </a:prstGeom>
        </p:spPr>
      </p:pic>
      <p:sp>
        <p:nvSpPr>
          <p:cNvPr id="22" name="Cross 21"/>
          <p:cNvSpPr/>
          <p:nvPr/>
        </p:nvSpPr>
        <p:spPr>
          <a:xfrm rot="2734294">
            <a:off x="4667025" y="2791805"/>
            <a:ext cx="223554" cy="223554"/>
          </a:xfrm>
          <a:prstGeom prst="plus">
            <a:avLst>
              <a:gd name="adj" fmla="val 46579"/>
            </a:avLst>
          </a:prstGeom>
          <a:solidFill>
            <a:schemeClr val="tx1"/>
          </a:solidFill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/>
              <p:cNvSpPr txBox="1"/>
              <p:nvPr/>
            </p:nvSpPr>
            <p:spPr>
              <a:xfrm>
                <a:off x="7768483" y="1270383"/>
                <a:ext cx="876073" cy="57374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it-IT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it-IT" i="1" smtClean="0">
                              <a:latin typeface="Cambria Math" panose="02040503050406030204" pitchFamily="18" charset="0"/>
                            </a:rPr>
                            <m:t>𝜕</m:t>
                          </m:r>
                        </m:num>
                        <m:den>
                          <m:r>
                            <a:rPr lang="it-IT" i="1" smtClean="0">
                              <a:latin typeface="Cambria Math" panose="02040503050406030204" pitchFamily="18" charset="0"/>
                            </a:rPr>
                            <m:t>𝜕</m:t>
                          </m:r>
                          <m:sSub>
                            <m:sSubPr>
                              <m:ctrlPr>
                                <a:rPr lang="it-IT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it-IT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𝜃</m:t>
                              </m:r>
                            </m:e>
                            <m:sub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</m:den>
                      </m:f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𝐽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GB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𝜃</m:t>
                      </m:r>
                      <m:r>
                        <a:rPr lang="en-GB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it-IT" dirty="0"/>
              </a:p>
            </p:txBody>
          </p:sp>
        </mc:Choice>
        <mc:Fallback xmlns="">
          <p:sp>
            <p:nvSpPr>
              <p:cNvPr id="10" name="TextBox 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768483" y="1270383"/>
                <a:ext cx="876073" cy="573747"/>
              </a:xfrm>
              <a:prstGeom prst="rect">
                <a:avLst/>
              </a:prstGeom>
              <a:blipFill rotWithShape="0">
                <a:blip r:embed="rId1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/>
              <p:cNvSpPr txBox="1"/>
              <p:nvPr/>
            </p:nvSpPr>
            <p:spPr>
              <a:xfrm>
                <a:off x="8051421" y="2097845"/>
                <a:ext cx="842090" cy="60484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it-IT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it-IT" i="1" smtClean="0">
                              <a:latin typeface="Cambria Math" panose="02040503050406030204" pitchFamily="18" charset="0"/>
                            </a:rPr>
                            <m:t>𝜕</m:t>
                          </m:r>
                        </m:num>
                        <m:den>
                          <m:r>
                            <a:rPr lang="it-IT" i="1" smtClean="0">
                              <a:latin typeface="Cambria Math" panose="02040503050406030204" pitchFamily="18" charset="0"/>
                            </a:rPr>
                            <m:t>𝜕</m:t>
                          </m:r>
                          <m:sSub>
                            <m:sSubPr>
                              <m:ctrlPr>
                                <a:rPr lang="it-IT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it-IT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𝜃</m:t>
                              </m:r>
                            </m:e>
                            <m:sub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sub>
                          </m:sSub>
                        </m:den>
                      </m:f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𝐽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GB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𝜃</m:t>
                      </m:r>
                      <m:r>
                        <a:rPr lang="en-GB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it-IT" dirty="0"/>
              </a:p>
            </p:txBody>
          </p:sp>
        </mc:Choice>
        <mc:Fallback xmlns="">
          <p:sp>
            <p:nvSpPr>
              <p:cNvPr id="15" name="TextBox 1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051421" y="2097845"/>
                <a:ext cx="842090" cy="604846"/>
              </a:xfrm>
              <a:prstGeom prst="rect">
                <a:avLst/>
              </a:prstGeom>
              <a:blipFill rotWithShape="0">
                <a:blip r:embed="rId1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/>
              <p:cNvSpPr txBox="1"/>
              <p:nvPr/>
            </p:nvSpPr>
            <p:spPr>
              <a:xfrm>
                <a:off x="6216434" y="2014457"/>
                <a:ext cx="925253" cy="701410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4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f>
                        <m:fPr>
                          <m:ctrlPr>
                            <a:rPr lang="en-GB" sz="24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24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𝜆</m:t>
                          </m:r>
                        </m:num>
                        <m:den>
                          <m:r>
                            <a:rPr lang="en-GB" sz="24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𝑚</m:t>
                          </m:r>
                        </m:den>
                      </m:f>
                      <m:sSub>
                        <m:sSubPr>
                          <m:ctrlPr>
                            <a:rPr lang="en-GB" sz="24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24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lang="en-GB" sz="24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𝑗</m:t>
                          </m:r>
                        </m:sub>
                      </m:sSub>
                    </m:oMath>
                  </m:oMathPara>
                </a14:m>
                <a:endParaRPr lang="it-IT" sz="2400" dirty="0"/>
              </a:p>
            </p:txBody>
          </p:sp>
        </mc:Choice>
        <mc:Fallback xmlns="">
          <p:sp>
            <p:nvSpPr>
              <p:cNvPr id="11" name="TextBox 1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16434" y="2014457"/>
                <a:ext cx="925253" cy="701410"/>
              </a:xfrm>
              <a:prstGeom prst="rect">
                <a:avLst/>
              </a:prstGeom>
              <a:blipFill rotWithShape="0">
                <a:blip r:embed="rId1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Rounded Rectangle 11"/>
          <p:cNvSpPr/>
          <p:nvPr/>
        </p:nvSpPr>
        <p:spPr>
          <a:xfrm>
            <a:off x="2912052" y="1100057"/>
            <a:ext cx="3304381" cy="914400"/>
          </a:xfrm>
          <a:prstGeom prst="round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cxnSp>
        <p:nvCxnSpPr>
          <p:cNvPr id="17" name="Straight Arrow Connector 16"/>
          <p:cNvCxnSpPr/>
          <p:nvPr/>
        </p:nvCxnSpPr>
        <p:spPr>
          <a:xfrm>
            <a:off x="6324600" y="1617247"/>
            <a:ext cx="1295400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2944291" y="2027485"/>
            <a:ext cx="4197396" cy="751844"/>
          </a:xfrm>
          <a:prstGeom prst="round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cxnSp>
        <p:nvCxnSpPr>
          <p:cNvPr id="20" name="Straight Arrow Connector 19"/>
          <p:cNvCxnSpPr/>
          <p:nvPr/>
        </p:nvCxnSpPr>
        <p:spPr>
          <a:xfrm>
            <a:off x="7239000" y="2419350"/>
            <a:ext cx="685800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1" name="TextBox 20"/>
              <p:cNvSpPr txBox="1"/>
              <p:nvPr/>
            </p:nvSpPr>
            <p:spPr>
              <a:xfrm>
                <a:off x="1264331" y="4335215"/>
                <a:ext cx="6123023" cy="622350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GB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1−</m:t>
                          </m:r>
                          <m:r>
                            <a:rPr lang="en-GB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𝛼</m:t>
                          </m:r>
                          <m:f>
                            <m:fPr>
                              <m:ctrlPr>
                                <a:rPr lang="en-GB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GB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𝜆</m:t>
                              </m:r>
                            </m:num>
                            <m:den>
                              <m:r>
                                <a:rPr lang="en-GB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𝑚</m:t>
                              </m:r>
                            </m:den>
                          </m:f>
                        </m:e>
                      </m:d>
                      <m:r>
                        <a:rPr lang="en-GB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&lt;1  ⟹</m:t>
                      </m:r>
                      <m:r>
                        <m:rPr>
                          <m:nor/>
                        </m:rPr>
                        <a:rPr lang="en-GB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it</m:t>
                      </m:r>
                      <m:r>
                        <m:rPr>
                          <m:nor/>
                        </m:rPr>
                        <a:rPr lang="en-GB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r>
                        <m:rPr>
                          <m:nor/>
                        </m:rPr>
                        <a:rPr lang="en-GB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shrinks</m:t>
                      </m:r>
                      <m:r>
                        <m:rPr>
                          <m:nor/>
                        </m:rPr>
                        <a:rPr lang="en-GB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sSub>
                        <m:sSubPr>
                          <m:ctrlPr>
                            <a:rPr lang="en-GB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lang="en-GB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𝑗</m:t>
                          </m:r>
                        </m:sub>
                      </m:sSub>
                      <m:r>
                        <a:rPr lang="en-GB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r>
                        <m:rPr>
                          <m:nor/>
                        </m:rPr>
                        <a:rPr lang="en-GB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at</m:t>
                      </m:r>
                      <m:r>
                        <m:rPr>
                          <m:nor/>
                        </m:rPr>
                        <a:rPr lang="en-GB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r>
                        <m:rPr>
                          <m:nor/>
                        </m:rPr>
                        <a:rPr lang="en-GB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each</m:t>
                      </m:r>
                      <m:r>
                        <m:rPr>
                          <m:nor/>
                        </m:rPr>
                        <a:rPr lang="en-GB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r>
                        <m:rPr>
                          <m:nor/>
                        </m:rPr>
                        <a:rPr lang="en-GB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gradient</m:t>
                      </m:r>
                      <m:r>
                        <m:rPr>
                          <m:nor/>
                        </m:rPr>
                        <a:rPr lang="en-GB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r>
                        <m:rPr>
                          <m:nor/>
                        </m:rPr>
                        <a:rPr lang="en-GB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descent</m:t>
                      </m:r>
                      <m:r>
                        <m:rPr>
                          <m:nor/>
                        </m:rPr>
                        <a:rPr lang="en-GB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r>
                        <m:rPr>
                          <m:nor/>
                        </m:rPr>
                        <a:rPr lang="en-GB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step</m:t>
                      </m:r>
                    </m:oMath>
                  </m:oMathPara>
                </a14:m>
                <a:endParaRPr lang="it-IT" dirty="0"/>
              </a:p>
            </p:txBody>
          </p:sp>
        </mc:Choice>
        <mc:Fallback xmlns="">
          <p:sp>
            <p:nvSpPr>
              <p:cNvPr id="21" name="TextBox 2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64331" y="4335215"/>
                <a:ext cx="6123023" cy="622350"/>
              </a:xfrm>
              <a:prstGeom prst="rect">
                <a:avLst/>
              </a:prstGeom>
              <a:blipFill rotWithShape="0">
                <a:blip r:embed="rId1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8720698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  <p:bldP spid="10" grpId="0"/>
      <p:bldP spid="15" grpId="0"/>
      <p:bldP spid="11" grpId="0"/>
      <p:bldP spid="12" grpId="0" animBg="1"/>
      <p:bldP spid="19" grpId="0" animBg="1"/>
      <p:bldP spid="21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extBox 19"/>
          <p:cNvSpPr txBox="1"/>
          <p:nvPr/>
        </p:nvSpPr>
        <p:spPr>
          <a:xfrm>
            <a:off x="381000" y="285750"/>
            <a:ext cx="54102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Normal equation</a:t>
            </a:r>
          </a:p>
        </p:txBody>
      </p:sp>
      <p:pic>
        <p:nvPicPr>
          <p:cNvPr id="4" name="Picture 3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2000" y="889365"/>
            <a:ext cx="1905000" cy="1241730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38700" y="859684"/>
            <a:ext cx="1409464" cy="1271412"/>
          </a:xfrm>
          <a:prstGeom prst="rect">
            <a:avLst/>
          </a:prstGeom>
        </p:spPr>
      </p:pic>
      <p:pic>
        <p:nvPicPr>
          <p:cNvPr id="16" name="Picture 15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19200" y="2591628"/>
            <a:ext cx="1219200" cy="477078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2" name="Ink 1"/>
              <p14:cNvContentPartPr/>
              <p14:nvPr/>
            </p14:nvContentPartPr>
            <p14:xfrm>
              <a:off x="320760" y="1022760"/>
              <a:ext cx="7083000" cy="3942000"/>
            </p14:xfrm>
          </p:contentPart>
        </mc:Choice>
        <mc:Fallback xmlns="">
          <p:pic>
            <p:nvPicPr>
              <p:cNvPr id="2" name="Ink 1"/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309600" y="1015200"/>
                <a:ext cx="7106760" cy="39618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19568160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/>
          <p:cNvSpPr txBox="1"/>
          <p:nvPr/>
        </p:nvSpPr>
        <p:spPr>
          <a:xfrm>
            <a:off x="381000" y="738485"/>
            <a:ext cx="54102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Suppose                 ,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81000" y="285750"/>
            <a:ext cx="54102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Non-</a:t>
            </a:r>
            <a:r>
              <a:rPr lang="en-US" sz="2400" b="1" dirty="0" err="1"/>
              <a:t>invertibility</a:t>
            </a:r>
            <a:r>
              <a:rPr lang="en-US" sz="2400" b="1" dirty="0"/>
              <a:t>  (optional/advanced).</a:t>
            </a:r>
          </a:p>
        </p:txBody>
      </p:sp>
      <p:pic>
        <p:nvPicPr>
          <p:cNvPr id="4" name="Picture 3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95401" y="1591814"/>
            <a:ext cx="2133599" cy="284744"/>
          </a:xfrm>
          <a:prstGeom prst="rect">
            <a:avLst/>
          </a:prstGeom>
        </p:spPr>
      </p:pic>
      <p:pic>
        <p:nvPicPr>
          <p:cNvPr id="2" name="Picture 1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28800" y="861591"/>
            <a:ext cx="838200" cy="237528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990364" y="1099119"/>
            <a:ext cx="259103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/>
              <a:t>    (#examples)  (#features)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1000" y="2419350"/>
            <a:ext cx="54102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If             ,</a:t>
            </a:r>
          </a:p>
        </p:txBody>
      </p:sp>
      <p:pic>
        <p:nvPicPr>
          <p:cNvPr id="7" name="Picture 6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4100" y="2537972"/>
            <a:ext cx="709900" cy="224420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82996" y="2791189"/>
            <a:ext cx="5541334" cy="1372235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10">
            <p14:nvContentPartPr>
              <p14:cNvPr id="9" name="Ink 8"/>
              <p14:cNvContentPartPr/>
              <p14:nvPr/>
            </p14:nvContentPartPr>
            <p14:xfrm>
              <a:off x="778680" y="872640"/>
              <a:ext cx="6539400" cy="3749040"/>
            </p14:xfrm>
          </p:contentPart>
        </mc:Choice>
        <mc:Fallback xmlns="">
          <p:pic>
            <p:nvPicPr>
              <p:cNvPr id="9" name="Ink 8"/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771480" y="864720"/>
                <a:ext cx="6553440" cy="37674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409194206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 txBox="1">
            <a:spLocks/>
          </p:cNvSpPr>
          <p:nvPr/>
        </p:nvSpPr>
        <p:spPr>
          <a:xfrm>
            <a:off x="4191000" y="914400"/>
            <a:ext cx="4953000" cy="142875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sz="5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Regularization</a:t>
            </a:r>
          </a:p>
        </p:txBody>
      </p:sp>
      <p:cxnSp>
        <p:nvCxnSpPr>
          <p:cNvPr id="6" name="Straight Connector 5"/>
          <p:cNvCxnSpPr/>
          <p:nvPr/>
        </p:nvCxnSpPr>
        <p:spPr>
          <a:xfrm>
            <a:off x="4224865" y="2150528"/>
            <a:ext cx="4297680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itle 1"/>
          <p:cNvSpPr>
            <a:spLocks noGrp="1"/>
          </p:cNvSpPr>
          <p:nvPr>
            <p:ph type="ctrTitle" idx="4294967295"/>
          </p:nvPr>
        </p:nvSpPr>
        <p:spPr>
          <a:xfrm>
            <a:off x="4191000" y="2114550"/>
            <a:ext cx="4495800" cy="1676400"/>
          </a:xfrm>
        </p:spPr>
        <p:txBody>
          <a:bodyPr>
            <a:noAutofit/>
          </a:bodyPr>
          <a:lstStyle/>
          <a:p>
            <a:pPr algn="l"/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Regularized logistic regression</a:t>
            </a:r>
          </a:p>
        </p:txBody>
      </p:sp>
    </p:spTree>
    <p:extLst>
      <p:ext uri="{BB962C8B-B14F-4D97-AF65-F5344CB8AC3E}">
        <p14:creationId xmlns:p14="http://schemas.microsoft.com/office/powerpoint/2010/main" val="153001884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TextBox 35"/>
          <p:cNvSpPr txBox="1"/>
          <p:nvPr/>
        </p:nvSpPr>
        <p:spPr>
          <a:xfrm>
            <a:off x="381000" y="285750"/>
            <a:ext cx="54102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/>
              <a:t>Regularized logistic regression.</a:t>
            </a:r>
          </a:p>
        </p:txBody>
      </p:sp>
      <p:grpSp>
        <p:nvGrpSpPr>
          <p:cNvPr id="41" name="Group 40"/>
          <p:cNvGrpSpPr/>
          <p:nvPr/>
        </p:nvGrpSpPr>
        <p:grpSpPr>
          <a:xfrm>
            <a:off x="3730752" y="1384656"/>
            <a:ext cx="4041648" cy="1263294"/>
            <a:chOff x="3730752" y="1589532"/>
            <a:chExt cx="3584448" cy="1058418"/>
          </a:xfrm>
        </p:grpSpPr>
        <p:pic>
          <p:nvPicPr>
            <p:cNvPr id="39" name="Picture 38"/>
            <p:cNvPicPr>
              <a:picLocks noChangeAspect="1"/>
            </p:cNvPicPr>
            <p:nvPr>
              <p:custDataLst>
                <p:tags r:id="rId1"/>
              </p:custDataLst>
            </p:nvPr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873752" y="1589532"/>
              <a:ext cx="2441448" cy="1058418"/>
            </a:xfrm>
            <a:prstGeom prst="rect">
              <a:avLst/>
            </a:prstGeom>
          </p:spPr>
        </p:pic>
        <p:pic>
          <p:nvPicPr>
            <p:cNvPr id="40" name="Picture 39"/>
            <p:cNvPicPr>
              <a:picLocks noChangeAspect="1"/>
            </p:cNvPicPr>
            <p:nvPr>
              <p:custDataLst>
                <p:tags r:id="rId2"/>
              </p:custDataLst>
            </p:nvPr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730752" y="1619188"/>
              <a:ext cx="1010412" cy="306324"/>
            </a:xfrm>
            <a:prstGeom prst="rect">
              <a:avLst/>
            </a:prstGeom>
          </p:spPr>
        </p:pic>
      </p:grpSp>
      <p:sp>
        <p:nvSpPr>
          <p:cNvPr id="42" name="TextBox 41"/>
          <p:cNvSpPr txBox="1"/>
          <p:nvPr/>
        </p:nvSpPr>
        <p:spPr>
          <a:xfrm>
            <a:off x="381000" y="3028950"/>
            <a:ext cx="54102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Cost function:</a:t>
            </a:r>
          </a:p>
        </p:txBody>
      </p:sp>
      <p:grpSp>
        <p:nvGrpSpPr>
          <p:cNvPr id="43" name="Group 42"/>
          <p:cNvGrpSpPr/>
          <p:nvPr/>
        </p:nvGrpSpPr>
        <p:grpSpPr>
          <a:xfrm>
            <a:off x="533400" y="796115"/>
            <a:ext cx="2542757" cy="2287424"/>
            <a:chOff x="306551" y="789242"/>
            <a:chExt cx="2542757" cy="2287424"/>
          </a:xfrm>
        </p:grpSpPr>
        <p:grpSp>
          <p:nvGrpSpPr>
            <p:cNvPr id="44" name="Group 43"/>
            <p:cNvGrpSpPr/>
            <p:nvPr/>
          </p:nvGrpSpPr>
          <p:grpSpPr>
            <a:xfrm>
              <a:off x="306551" y="876401"/>
              <a:ext cx="2485587" cy="2200265"/>
              <a:chOff x="306551" y="747415"/>
              <a:chExt cx="2485587" cy="2200265"/>
            </a:xfrm>
          </p:grpSpPr>
          <p:sp>
            <p:nvSpPr>
              <p:cNvPr id="48" name="Oval 47"/>
              <p:cNvSpPr/>
              <p:nvPr/>
            </p:nvSpPr>
            <p:spPr>
              <a:xfrm>
                <a:off x="1204258" y="1221210"/>
                <a:ext cx="170398" cy="170398"/>
              </a:xfrm>
              <a:prstGeom prst="ellipse">
                <a:avLst/>
              </a:prstGeom>
              <a:noFill/>
              <a:ln w="19050">
                <a:solidFill>
                  <a:schemeClr val="tx2">
                    <a:lumMod val="60000"/>
                    <a:lumOff val="4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9" name="Oval 48"/>
              <p:cNvSpPr/>
              <p:nvPr/>
            </p:nvSpPr>
            <p:spPr>
              <a:xfrm>
                <a:off x="1750444" y="947671"/>
                <a:ext cx="170398" cy="170398"/>
              </a:xfrm>
              <a:prstGeom prst="ellipse">
                <a:avLst/>
              </a:prstGeom>
              <a:noFill/>
              <a:ln w="19050">
                <a:solidFill>
                  <a:schemeClr val="tx2">
                    <a:lumMod val="60000"/>
                    <a:lumOff val="4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0" name="Oval 49"/>
              <p:cNvSpPr/>
              <p:nvPr/>
            </p:nvSpPr>
            <p:spPr>
              <a:xfrm>
                <a:off x="1359948" y="1523393"/>
                <a:ext cx="170398" cy="170398"/>
              </a:xfrm>
              <a:prstGeom prst="ellipse">
                <a:avLst/>
              </a:prstGeom>
              <a:noFill/>
              <a:ln w="19050">
                <a:solidFill>
                  <a:schemeClr val="tx2">
                    <a:lumMod val="60000"/>
                    <a:lumOff val="4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1" name="Oval 50"/>
              <p:cNvSpPr/>
              <p:nvPr/>
            </p:nvSpPr>
            <p:spPr>
              <a:xfrm>
                <a:off x="1530346" y="773723"/>
                <a:ext cx="170398" cy="170398"/>
              </a:xfrm>
              <a:prstGeom prst="ellipse">
                <a:avLst/>
              </a:prstGeom>
              <a:noFill/>
              <a:ln w="19050">
                <a:solidFill>
                  <a:schemeClr val="tx2">
                    <a:lumMod val="60000"/>
                    <a:lumOff val="4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2" name="Cross 51"/>
              <p:cNvSpPr/>
              <p:nvPr/>
            </p:nvSpPr>
            <p:spPr>
              <a:xfrm rot="2734294">
                <a:off x="1032913" y="2222912"/>
                <a:ext cx="223554" cy="223554"/>
              </a:xfrm>
              <a:prstGeom prst="plus">
                <a:avLst>
                  <a:gd name="adj" fmla="val 46579"/>
                </a:avLst>
              </a:prstGeom>
              <a:solidFill>
                <a:schemeClr val="tx1"/>
              </a:solidFill>
              <a:ln w="19050"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3" name="Cross 52"/>
              <p:cNvSpPr/>
              <p:nvPr/>
            </p:nvSpPr>
            <p:spPr>
              <a:xfrm rot="2734294">
                <a:off x="1032913" y="1531448"/>
                <a:ext cx="223554" cy="223554"/>
              </a:xfrm>
              <a:prstGeom prst="plus">
                <a:avLst>
                  <a:gd name="adj" fmla="val 46579"/>
                </a:avLst>
              </a:prstGeom>
              <a:solidFill>
                <a:schemeClr val="tx1"/>
              </a:solidFill>
              <a:ln w="19050"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4" name="Cross 53"/>
              <p:cNvSpPr/>
              <p:nvPr/>
            </p:nvSpPr>
            <p:spPr>
              <a:xfrm rot="2734294">
                <a:off x="1262879" y="1954417"/>
                <a:ext cx="223554" cy="223554"/>
              </a:xfrm>
              <a:prstGeom prst="plus">
                <a:avLst>
                  <a:gd name="adj" fmla="val 46579"/>
                </a:avLst>
              </a:prstGeom>
              <a:solidFill>
                <a:schemeClr val="tx1"/>
              </a:solidFill>
              <a:ln w="19050"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5" name="Cross 54"/>
              <p:cNvSpPr/>
              <p:nvPr/>
            </p:nvSpPr>
            <p:spPr>
              <a:xfrm rot="2734294">
                <a:off x="936841" y="1939311"/>
                <a:ext cx="223554" cy="223554"/>
              </a:xfrm>
              <a:prstGeom prst="plus">
                <a:avLst>
                  <a:gd name="adj" fmla="val 46579"/>
                </a:avLst>
              </a:prstGeom>
              <a:solidFill>
                <a:schemeClr val="tx1"/>
              </a:solidFill>
              <a:ln w="19050"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6" name="TextBox 55"/>
              <p:cNvSpPr txBox="1"/>
              <p:nvPr/>
            </p:nvSpPr>
            <p:spPr>
              <a:xfrm>
                <a:off x="1546700" y="2578348"/>
                <a:ext cx="362600" cy="369332"/>
              </a:xfrm>
              <a:prstGeom prst="rect">
                <a:avLst/>
              </a:prstGeom>
              <a:noFill/>
              <a:ln w="19050">
                <a:noFill/>
              </a:ln>
            </p:spPr>
            <p:txBody>
              <a:bodyPr wrap="none" rtlCol="0">
                <a:spAutoFit/>
              </a:bodyPr>
              <a:lstStyle/>
              <a:p>
                <a:r>
                  <a:rPr lang="en-US" dirty="0"/>
                  <a:t>x</a:t>
                </a:r>
                <a:r>
                  <a:rPr lang="en-US" baseline="-25000" dirty="0"/>
                  <a:t>1</a:t>
                </a:r>
              </a:p>
            </p:txBody>
          </p:sp>
          <p:sp>
            <p:nvSpPr>
              <p:cNvPr id="57" name="TextBox 56"/>
              <p:cNvSpPr txBox="1"/>
              <p:nvPr/>
            </p:nvSpPr>
            <p:spPr>
              <a:xfrm>
                <a:off x="306551" y="1202476"/>
                <a:ext cx="362600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/>
                  <a:t>x</a:t>
                </a:r>
                <a:r>
                  <a:rPr lang="en-US" baseline="-25000" dirty="0"/>
                  <a:t>2</a:t>
                </a:r>
              </a:p>
            </p:txBody>
          </p:sp>
          <p:cxnSp>
            <p:nvCxnSpPr>
              <p:cNvPr id="58" name="Straight Arrow Connector 57"/>
              <p:cNvCxnSpPr/>
              <p:nvPr/>
            </p:nvCxnSpPr>
            <p:spPr>
              <a:xfrm flipV="1">
                <a:off x="669151" y="747415"/>
                <a:ext cx="0" cy="1995680"/>
              </a:xfrm>
              <a:prstGeom prst="straightConnector1">
                <a:avLst/>
              </a:prstGeom>
              <a:ln w="19050">
                <a:solidFill>
                  <a:schemeClr val="bg1">
                    <a:lumMod val="50000"/>
                  </a:schemeClr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9" name="Straight Arrow Connector 58"/>
              <p:cNvCxnSpPr/>
              <p:nvPr/>
            </p:nvCxnSpPr>
            <p:spPr>
              <a:xfrm>
                <a:off x="560369" y="2589944"/>
                <a:ext cx="2231769" cy="0"/>
              </a:xfrm>
              <a:prstGeom prst="straightConnector1">
                <a:avLst/>
              </a:prstGeom>
              <a:ln w="19050">
                <a:solidFill>
                  <a:schemeClr val="bg1">
                    <a:lumMod val="50000"/>
                  </a:schemeClr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60" name="Cross 59"/>
              <p:cNvSpPr/>
              <p:nvPr/>
            </p:nvSpPr>
            <p:spPr>
              <a:xfrm rot="2734294">
                <a:off x="1359601" y="2272086"/>
                <a:ext cx="223554" cy="223554"/>
              </a:xfrm>
              <a:prstGeom prst="plus">
                <a:avLst>
                  <a:gd name="adj" fmla="val 46579"/>
                </a:avLst>
              </a:prstGeom>
              <a:solidFill>
                <a:schemeClr val="tx1"/>
              </a:solidFill>
              <a:ln w="19050"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61" name="Cross 60"/>
              <p:cNvSpPr/>
              <p:nvPr/>
            </p:nvSpPr>
            <p:spPr>
              <a:xfrm rot="2734294">
                <a:off x="1732921" y="2058784"/>
                <a:ext cx="223554" cy="223554"/>
              </a:xfrm>
              <a:prstGeom prst="plus">
                <a:avLst>
                  <a:gd name="adj" fmla="val 46579"/>
                </a:avLst>
              </a:prstGeom>
              <a:solidFill>
                <a:schemeClr val="tx1"/>
              </a:solidFill>
              <a:ln w="19050"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62" name="Cross 61"/>
              <p:cNvSpPr/>
              <p:nvPr/>
            </p:nvSpPr>
            <p:spPr>
              <a:xfrm rot="2734294">
                <a:off x="2044914" y="2272086"/>
                <a:ext cx="223554" cy="223554"/>
              </a:xfrm>
              <a:prstGeom prst="plus">
                <a:avLst>
                  <a:gd name="adj" fmla="val 46579"/>
                </a:avLst>
              </a:prstGeom>
              <a:solidFill>
                <a:schemeClr val="tx1"/>
              </a:solidFill>
              <a:ln w="19050"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63" name="Cross 62"/>
              <p:cNvSpPr/>
              <p:nvPr/>
            </p:nvSpPr>
            <p:spPr>
              <a:xfrm rot="2734294">
                <a:off x="2031520" y="1989147"/>
                <a:ext cx="223554" cy="223554"/>
              </a:xfrm>
              <a:prstGeom prst="plus">
                <a:avLst>
                  <a:gd name="adj" fmla="val 46579"/>
                </a:avLst>
              </a:prstGeom>
              <a:solidFill>
                <a:schemeClr val="tx1"/>
              </a:solidFill>
              <a:ln w="19050"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64" name="Cross 63"/>
              <p:cNvSpPr/>
              <p:nvPr/>
            </p:nvSpPr>
            <p:spPr>
              <a:xfrm rot="2734294">
                <a:off x="2366221" y="1985603"/>
                <a:ext cx="223554" cy="223554"/>
              </a:xfrm>
              <a:prstGeom prst="plus">
                <a:avLst>
                  <a:gd name="adj" fmla="val 46579"/>
                </a:avLst>
              </a:prstGeom>
              <a:solidFill>
                <a:schemeClr val="tx1"/>
              </a:solidFill>
              <a:ln w="19050"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65" name="Cross 64"/>
              <p:cNvSpPr/>
              <p:nvPr/>
            </p:nvSpPr>
            <p:spPr>
              <a:xfrm rot="2734294">
                <a:off x="2201001" y="1496815"/>
                <a:ext cx="223554" cy="223554"/>
              </a:xfrm>
              <a:prstGeom prst="plus">
                <a:avLst>
                  <a:gd name="adj" fmla="val 46579"/>
                </a:avLst>
              </a:prstGeom>
              <a:solidFill>
                <a:schemeClr val="tx1"/>
              </a:solidFill>
              <a:ln w="19050"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66" name="Cross 65"/>
              <p:cNvSpPr/>
              <p:nvPr/>
            </p:nvSpPr>
            <p:spPr>
              <a:xfrm rot="2734294">
                <a:off x="1637830" y="1512253"/>
                <a:ext cx="223554" cy="223554"/>
              </a:xfrm>
              <a:prstGeom prst="plus">
                <a:avLst>
                  <a:gd name="adj" fmla="val 46579"/>
                </a:avLst>
              </a:prstGeom>
              <a:solidFill>
                <a:schemeClr val="tx1"/>
              </a:solidFill>
              <a:ln w="19050"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67" name="Cross 66"/>
              <p:cNvSpPr/>
              <p:nvPr/>
            </p:nvSpPr>
            <p:spPr>
              <a:xfrm rot="2734294">
                <a:off x="735109" y="1301962"/>
                <a:ext cx="223554" cy="223554"/>
              </a:xfrm>
              <a:prstGeom prst="plus">
                <a:avLst>
                  <a:gd name="adj" fmla="val 46579"/>
                </a:avLst>
              </a:prstGeom>
              <a:solidFill>
                <a:schemeClr val="tx1"/>
              </a:solidFill>
              <a:ln w="19050"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68" name="Cross 67"/>
              <p:cNvSpPr/>
              <p:nvPr/>
            </p:nvSpPr>
            <p:spPr>
              <a:xfrm rot="2734294">
                <a:off x="714486" y="1698337"/>
                <a:ext cx="223554" cy="223554"/>
              </a:xfrm>
              <a:prstGeom prst="plus">
                <a:avLst>
                  <a:gd name="adj" fmla="val 46579"/>
                </a:avLst>
              </a:prstGeom>
              <a:solidFill>
                <a:schemeClr val="tx1"/>
              </a:solidFill>
              <a:ln w="19050"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69" name="Cross 68"/>
              <p:cNvSpPr/>
              <p:nvPr/>
            </p:nvSpPr>
            <p:spPr>
              <a:xfrm rot="2734294">
                <a:off x="1030623" y="948695"/>
                <a:ext cx="223554" cy="223554"/>
              </a:xfrm>
              <a:prstGeom prst="plus">
                <a:avLst>
                  <a:gd name="adj" fmla="val 46579"/>
                </a:avLst>
              </a:prstGeom>
              <a:solidFill>
                <a:schemeClr val="tx1"/>
              </a:solidFill>
              <a:ln w="12700"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70" name="Oval 69"/>
              <p:cNvSpPr/>
              <p:nvPr/>
            </p:nvSpPr>
            <p:spPr>
              <a:xfrm>
                <a:off x="1544248" y="1737727"/>
                <a:ext cx="170398" cy="170398"/>
              </a:xfrm>
              <a:prstGeom prst="ellipse">
                <a:avLst/>
              </a:prstGeom>
              <a:noFill/>
              <a:ln w="19050">
                <a:solidFill>
                  <a:schemeClr val="tx2">
                    <a:lumMod val="60000"/>
                    <a:lumOff val="4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71" name="Oval 70"/>
              <p:cNvSpPr/>
              <p:nvPr/>
            </p:nvSpPr>
            <p:spPr>
              <a:xfrm>
                <a:off x="1972899" y="1737727"/>
                <a:ext cx="170398" cy="170398"/>
              </a:xfrm>
              <a:prstGeom prst="ellipse">
                <a:avLst/>
              </a:prstGeom>
              <a:noFill/>
              <a:ln w="19050">
                <a:solidFill>
                  <a:schemeClr val="tx2">
                    <a:lumMod val="60000"/>
                    <a:lumOff val="4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72" name="Oval 71"/>
              <p:cNvSpPr/>
              <p:nvPr/>
            </p:nvSpPr>
            <p:spPr>
              <a:xfrm>
                <a:off x="2234730" y="1752661"/>
                <a:ext cx="170398" cy="170398"/>
              </a:xfrm>
              <a:prstGeom prst="ellipse">
                <a:avLst/>
              </a:prstGeom>
              <a:noFill/>
              <a:ln w="19050">
                <a:solidFill>
                  <a:schemeClr val="tx2">
                    <a:lumMod val="60000"/>
                    <a:lumOff val="4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73" name="Oval 72"/>
              <p:cNvSpPr/>
              <p:nvPr/>
            </p:nvSpPr>
            <p:spPr>
              <a:xfrm>
                <a:off x="2477998" y="1456346"/>
                <a:ext cx="170398" cy="170398"/>
              </a:xfrm>
              <a:prstGeom prst="ellipse">
                <a:avLst/>
              </a:prstGeom>
              <a:noFill/>
              <a:ln w="19050">
                <a:solidFill>
                  <a:schemeClr val="tx2">
                    <a:lumMod val="60000"/>
                    <a:lumOff val="4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74" name="Oval 73"/>
              <p:cNvSpPr/>
              <p:nvPr/>
            </p:nvSpPr>
            <p:spPr>
              <a:xfrm>
                <a:off x="1955570" y="1279485"/>
                <a:ext cx="170398" cy="170398"/>
              </a:xfrm>
              <a:prstGeom prst="ellipse">
                <a:avLst/>
              </a:prstGeom>
              <a:noFill/>
              <a:ln w="19050">
                <a:solidFill>
                  <a:schemeClr val="tx2">
                    <a:lumMod val="60000"/>
                    <a:lumOff val="4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75" name="Oval 74"/>
              <p:cNvSpPr/>
              <p:nvPr/>
            </p:nvSpPr>
            <p:spPr>
              <a:xfrm>
                <a:off x="2216167" y="1221210"/>
                <a:ext cx="170398" cy="170398"/>
              </a:xfrm>
              <a:prstGeom prst="ellipse">
                <a:avLst/>
              </a:prstGeom>
              <a:noFill/>
              <a:ln w="19050">
                <a:solidFill>
                  <a:schemeClr val="tx2">
                    <a:lumMod val="60000"/>
                    <a:lumOff val="4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76" name="Oval 75"/>
              <p:cNvSpPr/>
              <p:nvPr/>
            </p:nvSpPr>
            <p:spPr>
              <a:xfrm>
                <a:off x="1459049" y="1059153"/>
                <a:ext cx="170398" cy="170398"/>
              </a:xfrm>
              <a:prstGeom prst="ellipse">
                <a:avLst/>
              </a:prstGeom>
              <a:noFill/>
              <a:ln w="19050">
                <a:solidFill>
                  <a:schemeClr val="tx2">
                    <a:lumMod val="60000"/>
                    <a:lumOff val="4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77" name="Oval 76"/>
              <p:cNvSpPr/>
              <p:nvPr/>
            </p:nvSpPr>
            <p:spPr>
              <a:xfrm>
                <a:off x="1673162" y="1221210"/>
                <a:ext cx="170398" cy="170398"/>
              </a:xfrm>
              <a:prstGeom prst="ellipse">
                <a:avLst/>
              </a:prstGeom>
              <a:noFill/>
              <a:ln w="19050">
                <a:solidFill>
                  <a:schemeClr val="tx2">
                    <a:lumMod val="60000"/>
                    <a:lumOff val="4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78" name="Oval 77"/>
              <p:cNvSpPr/>
              <p:nvPr/>
            </p:nvSpPr>
            <p:spPr>
              <a:xfrm>
                <a:off x="2040344" y="1028951"/>
                <a:ext cx="170398" cy="170398"/>
              </a:xfrm>
              <a:prstGeom prst="ellipse">
                <a:avLst/>
              </a:prstGeom>
              <a:noFill/>
              <a:ln w="19050">
                <a:solidFill>
                  <a:schemeClr val="tx2">
                    <a:lumMod val="60000"/>
                    <a:lumOff val="4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79" name="Oval 78"/>
              <p:cNvSpPr/>
              <p:nvPr/>
            </p:nvSpPr>
            <p:spPr>
              <a:xfrm>
                <a:off x="2385648" y="943752"/>
                <a:ext cx="170398" cy="170398"/>
              </a:xfrm>
              <a:prstGeom prst="ellipse">
                <a:avLst/>
              </a:prstGeom>
              <a:noFill/>
              <a:ln w="19050">
                <a:solidFill>
                  <a:schemeClr val="tx2">
                    <a:lumMod val="60000"/>
                    <a:lumOff val="4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80" name="Oval 79"/>
              <p:cNvSpPr/>
              <p:nvPr/>
            </p:nvSpPr>
            <p:spPr>
              <a:xfrm>
                <a:off x="2030069" y="750774"/>
                <a:ext cx="170398" cy="170398"/>
              </a:xfrm>
              <a:prstGeom prst="ellipse">
                <a:avLst/>
              </a:prstGeom>
              <a:noFill/>
              <a:ln w="19050">
                <a:solidFill>
                  <a:schemeClr val="tx2">
                    <a:lumMod val="60000"/>
                    <a:lumOff val="4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45" name="Cross 44"/>
            <p:cNvSpPr/>
            <p:nvPr/>
          </p:nvSpPr>
          <p:spPr>
            <a:xfrm rot="2734294">
              <a:off x="2625754" y="1997104"/>
              <a:ext cx="223554" cy="223554"/>
            </a:xfrm>
            <a:prstGeom prst="plus">
              <a:avLst>
                <a:gd name="adj" fmla="val 46579"/>
              </a:avLst>
            </a:prstGeom>
            <a:solidFill>
              <a:schemeClr val="tx1"/>
            </a:solidFill>
            <a:ln w="1905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6" name="Cross 45"/>
            <p:cNvSpPr/>
            <p:nvPr/>
          </p:nvSpPr>
          <p:spPr>
            <a:xfrm rot="2734294">
              <a:off x="732092" y="1006504"/>
              <a:ext cx="223554" cy="223554"/>
            </a:xfrm>
            <a:prstGeom prst="plus">
              <a:avLst>
                <a:gd name="adj" fmla="val 46579"/>
              </a:avLst>
            </a:prstGeom>
            <a:solidFill>
              <a:schemeClr val="tx1"/>
            </a:solidFill>
            <a:ln w="1905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7" name="Cross 46"/>
            <p:cNvSpPr/>
            <p:nvPr/>
          </p:nvSpPr>
          <p:spPr>
            <a:xfrm rot="2734294">
              <a:off x="1101754" y="789242"/>
              <a:ext cx="223554" cy="223554"/>
            </a:xfrm>
            <a:prstGeom prst="plus">
              <a:avLst>
                <a:gd name="adj" fmla="val 46579"/>
              </a:avLst>
            </a:prstGeom>
            <a:solidFill>
              <a:schemeClr val="tx1"/>
            </a:solidFill>
            <a:ln w="1905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pic>
        <p:nvPicPr>
          <p:cNvPr id="2" name="Picture 1"/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2276" y="3410186"/>
            <a:ext cx="8229600" cy="990364"/>
          </a:xfrm>
          <a:prstGeom prst="rect">
            <a:avLst/>
          </a:prstGeom>
        </p:spPr>
      </p:pic>
      <p:sp>
        <p:nvSpPr>
          <p:cNvPr id="4" name="Freeform 3"/>
          <p:cNvSpPr/>
          <p:nvPr/>
        </p:nvSpPr>
        <p:spPr>
          <a:xfrm>
            <a:off x="1293375" y="800100"/>
            <a:ext cx="1739971" cy="1352883"/>
          </a:xfrm>
          <a:custGeom>
            <a:avLst/>
            <a:gdLst>
              <a:gd name="connsiteX0" fmla="*/ 473879 w 1739971"/>
              <a:gd name="connsiteY0" fmla="*/ 0 h 1352883"/>
              <a:gd name="connsiteX1" fmla="*/ 245279 w 1739971"/>
              <a:gd name="connsiteY1" fmla="*/ 325315 h 1352883"/>
              <a:gd name="connsiteX2" fmla="*/ 7887 w 1739971"/>
              <a:gd name="connsiteY2" fmla="*/ 641838 h 1352883"/>
              <a:gd name="connsiteX3" fmla="*/ 104602 w 1739971"/>
              <a:gd name="connsiteY3" fmla="*/ 817685 h 1352883"/>
              <a:gd name="connsiteX4" fmla="*/ 561802 w 1739971"/>
              <a:gd name="connsiteY4" fmla="*/ 1336431 h 1352883"/>
              <a:gd name="connsiteX5" fmla="*/ 772817 w 1739971"/>
              <a:gd name="connsiteY5" fmla="*/ 1204546 h 1352883"/>
              <a:gd name="connsiteX6" fmla="*/ 632140 w 1739971"/>
              <a:gd name="connsiteY6" fmla="*/ 1011115 h 1352883"/>
              <a:gd name="connsiteX7" fmla="*/ 544217 w 1739971"/>
              <a:gd name="connsiteY7" fmla="*/ 808892 h 1352883"/>
              <a:gd name="connsiteX8" fmla="*/ 772817 w 1739971"/>
              <a:gd name="connsiteY8" fmla="*/ 782515 h 1352883"/>
              <a:gd name="connsiteX9" fmla="*/ 843156 w 1739971"/>
              <a:gd name="connsiteY9" fmla="*/ 1248508 h 1352883"/>
              <a:gd name="connsiteX10" fmla="*/ 1326733 w 1739971"/>
              <a:gd name="connsiteY10" fmla="*/ 1310054 h 1352883"/>
              <a:gd name="connsiteX11" fmla="*/ 1441033 w 1739971"/>
              <a:gd name="connsiteY11" fmla="*/ 1107831 h 1352883"/>
              <a:gd name="connsiteX12" fmla="*/ 1177263 w 1739971"/>
              <a:gd name="connsiteY12" fmla="*/ 1046285 h 1352883"/>
              <a:gd name="connsiteX13" fmla="*/ 1071756 w 1739971"/>
              <a:gd name="connsiteY13" fmla="*/ 852854 h 1352883"/>
              <a:gd name="connsiteX14" fmla="*/ 1194848 w 1739971"/>
              <a:gd name="connsiteY14" fmla="*/ 773723 h 1352883"/>
              <a:gd name="connsiteX15" fmla="*/ 1361902 w 1739971"/>
              <a:gd name="connsiteY15" fmla="*/ 888023 h 1352883"/>
              <a:gd name="connsiteX16" fmla="*/ 1537748 w 1739971"/>
              <a:gd name="connsiteY16" fmla="*/ 1090246 h 1352883"/>
              <a:gd name="connsiteX17" fmla="*/ 1739971 w 1739971"/>
              <a:gd name="connsiteY17" fmla="*/ 1072662 h 135288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</a:cxnLst>
            <a:rect l="l" t="t" r="r" b="b"/>
            <a:pathLst>
              <a:path w="1739971" h="1352883">
                <a:moveTo>
                  <a:pt x="473879" y="0"/>
                </a:moveTo>
                <a:cubicBezTo>
                  <a:pt x="398411" y="109171"/>
                  <a:pt x="322944" y="218342"/>
                  <a:pt x="245279" y="325315"/>
                </a:cubicBezTo>
                <a:cubicBezTo>
                  <a:pt x="167614" y="432288"/>
                  <a:pt x="31333" y="559776"/>
                  <a:pt x="7887" y="641838"/>
                </a:cubicBezTo>
                <a:cubicBezTo>
                  <a:pt x="-15559" y="723900"/>
                  <a:pt x="12283" y="701920"/>
                  <a:pt x="104602" y="817685"/>
                </a:cubicBezTo>
                <a:cubicBezTo>
                  <a:pt x="196921" y="933450"/>
                  <a:pt x="450433" y="1271954"/>
                  <a:pt x="561802" y="1336431"/>
                </a:cubicBezTo>
                <a:cubicBezTo>
                  <a:pt x="673171" y="1400908"/>
                  <a:pt x="761094" y="1258765"/>
                  <a:pt x="772817" y="1204546"/>
                </a:cubicBezTo>
                <a:cubicBezTo>
                  <a:pt x="784540" y="1150327"/>
                  <a:pt x="670240" y="1077057"/>
                  <a:pt x="632140" y="1011115"/>
                </a:cubicBezTo>
                <a:cubicBezTo>
                  <a:pt x="594040" y="945173"/>
                  <a:pt x="520771" y="846992"/>
                  <a:pt x="544217" y="808892"/>
                </a:cubicBezTo>
                <a:cubicBezTo>
                  <a:pt x="567663" y="770792"/>
                  <a:pt x="722994" y="709246"/>
                  <a:pt x="772817" y="782515"/>
                </a:cubicBezTo>
                <a:cubicBezTo>
                  <a:pt x="822640" y="855784"/>
                  <a:pt x="750837" y="1160585"/>
                  <a:pt x="843156" y="1248508"/>
                </a:cubicBezTo>
                <a:cubicBezTo>
                  <a:pt x="935475" y="1336431"/>
                  <a:pt x="1227087" y="1333500"/>
                  <a:pt x="1326733" y="1310054"/>
                </a:cubicBezTo>
                <a:cubicBezTo>
                  <a:pt x="1426379" y="1286608"/>
                  <a:pt x="1465945" y="1151792"/>
                  <a:pt x="1441033" y="1107831"/>
                </a:cubicBezTo>
                <a:cubicBezTo>
                  <a:pt x="1416121" y="1063870"/>
                  <a:pt x="1238809" y="1088781"/>
                  <a:pt x="1177263" y="1046285"/>
                </a:cubicBezTo>
                <a:cubicBezTo>
                  <a:pt x="1115717" y="1003789"/>
                  <a:pt x="1068825" y="898281"/>
                  <a:pt x="1071756" y="852854"/>
                </a:cubicBezTo>
                <a:cubicBezTo>
                  <a:pt x="1074687" y="807427"/>
                  <a:pt x="1146490" y="767862"/>
                  <a:pt x="1194848" y="773723"/>
                </a:cubicBezTo>
                <a:cubicBezTo>
                  <a:pt x="1243206" y="779584"/>
                  <a:pt x="1304752" y="835269"/>
                  <a:pt x="1361902" y="888023"/>
                </a:cubicBezTo>
                <a:cubicBezTo>
                  <a:pt x="1419052" y="940777"/>
                  <a:pt x="1474737" y="1059473"/>
                  <a:pt x="1537748" y="1090246"/>
                </a:cubicBezTo>
                <a:cubicBezTo>
                  <a:pt x="1600760" y="1121019"/>
                  <a:pt x="1670365" y="1096840"/>
                  <a:pt x="1739971" y="1072662"/>
                </a:cubicBezTo>
              </a:path>
            </a:pathLst>
          </a:cu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5" name="TextBox 4"/>
          <p:cNvSpPr txBox="1"/>
          <p:nvPr/>
        </p:nvSpPr>
        <p:spPr>
          <a:xfrm>
            <a:off x="4038600" y="909582"/>
            <a:ext cx="2819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>
                <a:solidFill>
                  <a:srgbClr val="0070C0"/>
                </a:solidFill>
              </a:rPr>
              <a:t>Potential overfitting!</a:t>
            </a:r>
            <a:endParaRPr lang="it-IT" dirty="0">
              <a:solidFill>
                <a:srgbClr val="0070C0"/>
              </a:solidFill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4114800" y="2113280"/>
            <a:ext cx="65" cy="2769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endParaRPr lang="it-IT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Rectangle 6"/>
              <p:cNvSpPr/>
              <p:nvPr/>
            </p:nvSpPr>
            <p:spPr>
              <a:xfrm>
                <a:off x="3210417" y="4053442"/>
                <a:ext cx="1808765" cy="1142364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4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en-GB" sz="24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24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𝜆</m:t>
                          </m:r>
                        </m:num>
                        <m:den>
                          <m:r>
                            <a:rPr lang="en-GB" sz="24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en-GB" sz="24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𝑚</m:t>
                          </m:r>
                        </m:den>
                      </m:f>
                      <m:nary>
                        <m:naryPr>
                          <m:chr m:val="∑"/>
                          <m:ctrlPr>
                            <a:rPr lang="en-GB" sz="24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GB" sz="24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𝑗</m:t>
                          </m:r>
                          <m:r>
                            <a:rPr lang="en-GB" sz="24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GB" sz="24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sup>
                        <m:e>
                          <m:sSubSup>
                            <m:sSubSupPr>
                              <m:ctrlPr>
                                <a:rPr lang="en-GB" sz="24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GB" sz="24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𝜃</m:t>
                              </m:r>
                            </m:e>
                            <m:sub>
                              <m:r>
                                <a:rPr lang="en-GB" sz="24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sub>
                            <m:sup>
                              <m:r>
                                <a:rPr lang="en-GB" sz="24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bSup>
                        </m:e>
                      </m:nary>
                    </m:oMath>
                  </m:oMathPara>
                </a14:m>
                <a:endParaRPr lang="it-IT" sz="2400" dirty="0"/>
              </a:p>
            </p:txBody>
          </p:sp>
        </mc:Choice>
        <mc:Fallback xmlns="">
          <p:sp>
            <p:nvSpPr>
              <p:cNvPr id="7" name="Rectangle 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10417" y="4053442"/>
                <a:ext cx="1808765" cy="1142364"/>
              </a:xfrm>
              <a:prstGeom prst="rect">
                <a:avLst/>
              </a:prstGeom>
              <a:blipFill rotWithShape="0"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76366276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/>
      <p:bldP spid="7" grpId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81000" y="285750"/>
            <a:ext cx="84582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Gradient descent</a:t>
            </a:r>
          </a:p>
        </p:txBody>
      </p:sp>
      <p:pic>
        <p:nvPicPr>
          <p:cNvPr id="16" name="Picture 15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13687" y="2800350"/>
            <a:ext cx="2110913" cy="248999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09600" y="742950"/>
            <a:ext cx="26670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Repeat</a:t>
            </a:r>
            <a:endParaRPr lang="en-US" sz="2400" dirty="0"/>
          </a:p>
        </p:txBody>
      </p:sp>
      <p:pic>
        <p:nvPicPr>
          <p:cNvPr id="6" name="Picture 5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70863" y="799117"/>
            <a:ext cx="109728" cy="304038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3272" y="3105912"/>
            <a:ext cx="109728" cy="304038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1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64331" y="1291492"/>
            <a:ext cx="4834890" cy="651510"/>
          </a:xfrm>
          <a:prstGeom prst="rect">
            <a:avLst/>
          </a:prstGeom>
        </p:spPr>
      </p:pic>
      <p:pic>
        <p:nvPicPr>
          <p:cNvPr id="14" name="Picture 13"/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64331" y="2265426"/>
            <a:ext cx="1572768" cy="306324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>
            <p:custDataLst>
              <p:tags r:id="rId6"/>
            </p:custDataLst>
          </p:nvPr>
        </p:nvPicPr>
        <p:blipFill>
          <a:blip r:embed="rId1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08498" y="2092833"/>
            <a:ext cx="3195828" cy="651510"/>
          </a:xfrm>
          <a:prstGeom prst="rect">
            <a:avLst/>
          </a:prstGeom>
        </p:spPr>
      </p:pic>
      <p:sp>
        <p:nvSpPr>
          <p:cNvPr id="22" name="Cross 21"/>
          <p:cNvSpPr/>
          <p:nvPr/>
        </p:nvSpPr>
        <p:spPr>
          <a:xfrm rot="2734294">
            <a:off x="4667025" y="2791805"/>
            <a:ext cx="223554" cy="223554"/>
          </a:xfrm>
          <a:prstGeom prst="plus">
            <a:avLst>
              <a:gd name="adj" fmla="val 46579"/>
            </a:avLst>
          </a:prstGeom>
          <a:solidFill>
            <a:schemeClr val="tx1"/>
          </a:solidFill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/>
              <p:cNvSpPr txBox="1"/>
              <p:nvPr/>
            </p:nvSpPr>
            <p:spPr>
              <a:xfrm>
                <a:off x="6489086" y="2027809"/>
                <a:ext cx="925253" cy="701410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4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f>
                        <m:fPr>
                          <m:ctrlPr>
                            <a:rPr lang="en-GB" sz="24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24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𝜆</m:t>
                          </m:r>
                        </m:num>
                        <m:den>
                          <m:r>
                            <a:rPr lang="en-GB" sz="24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𝑚</m:t>
                          </m:r>
                        </m:den>
                      </m:f>
                      <m:sSub>
                        <m:sSubPr>
                          <m:ctrlPr>
                            <a:rPr lang="en-GB" sz="24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24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lang="en-GB" sz="24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𝑗</m:t>
                          </m:r>
                        </m:sub>
                      </m:sSub>
                    </m:oMath>
                  </m:oMathPara>
                </a14:m>
                <a:endParaRPr lang="it-IT" sz="2400" dirty="0"/>
              </a:p>
            </p:txBody>
          </p:sp>
        </mc:Choice>
        <mc:Fallback xmlns="">
          <p:sp>
            <p:nvSpPr>
              <p:cNvPr id="12" name="TextBox 1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89086" y="2027809"/>
                <a:ext cx="925253" cy="701410"/>
              </a:xfrm>
              <a:prstGeom prst="rect">
                <a:avLst/>
              </a:prstGeom>
              <a:blipFill rotWithShape="0">
                <a:blip r:embed="rId1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3" name="Picture 12"/>
          <p:cNvPicPr>
            <a:picLocks noChangeAspect="1"/>
          </p:cNvPicPr>
          <p:nvPr>
            <p:custDataLst>
              <p:tags r:id="rId7"/>
            </p:custDataLst>
          </p:nvPr>
        </p:nvPicPr>
        <p:blipFill>
          <a:blip r:embed="rId1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2000" y="3562350"/>
            <a:ext cx="6062472" cy="65151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1264331" y="4401324"/>
            <a:ext cx="666046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000" dirty="0">
                <a:solidFill>
                  <a:srgbClr val="FF0000"/>
                </a:solidFill>
              </a:rPr>
              <a:t>Logistic ridge regression:</a:t>
            </a:r>
          </a:p>
          <a:p>
            <a:r>
              <a:rPr lang="en-GB" sz="2000" dirty="0"/>
              <a:t>Same form as linear ridge regression but with different </a:t>
            </a:r>
            <a:r>
              <a:rPr lang="en-GB" sz="20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</a:t>
            </a:r>
            <a:r>
              <a:rPr lang="en-GB" sz="2000" i="1" baseline="-25000" dirty="0" err="1">
                <a:latin typeface="Symbol" panose="05050102010706020507" pitchFamily="18" charset="2"/>
                <a:cs typeface="Times New Roman" panose="02020603050405020304" pitchFamily="18" charset="0"/>
              </a:rPr>
              <a:t>q</a:t>
            </a:r>
            <a:r>
              <a:rPr lang="en-GB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(x)</a:t>
            </a:r>
            <a:endParaRPr lang="it-IT" sz="2000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540803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  <p:bldP spid="12" grpId="0"/>
      <p:bldP spid="8" grpId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extBox 16"/>
          <p:cNvSpPr txBox="1"/>
          <p:nvPr/>
        </p:nvSpPr>
        <p:spPr>
          <a:xfrm>
            <a:off x="1402736" y="1866086"/>
            <a:ext cx="6764169" cy="3847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900" b="1" dirty="0">
                <a:solidFill>
                  <a:srgbClr val="002060"/>
                </a:solidFill>
                <a:latin typeface="Courier New" pitchFamily="49" charset="0"/>
                <a:cs typeface="Courier New" pitchFamily="49" charset="0"/>
              </a:rPr>
              <a:t>gradient(1) = [                   ];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17698" y="666750"/>
            <a:ext cx="8121502" cy="3847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900" b="1" dirty="0">
                <a:solidFill>
                  <a:srgbClr val="002060"/>
                </a:solidFill>
                <a:latin typeface="Courier New" pitchFamily="49" charset="0"/>
                <a:cs typeface="Courier New" pitchFamily="49" charset="0"/>
              </a:rPr>
              <a:t>function [</a:t>
            </a:r>
            <a:r>
              <a:rPr lang="en-US" sz="1900" b="1" dirty="0" err="1">
                <a:solidFill>
                  <a:srgbClr val="002060"/>
                </a:solidFill>
                <a:latin typeface="Courier New" pitchFamily="49" charset="0"/>
                <a:cs typeface="Courier New" pitchFamily="49" charset="0"/>
              </a:rPr>
              <a:t>jVal</a:t>
            </a:r>
            <a:r>
              <a:rPr lang="en-US" sz="1900" b="1" dirty="0">
                <a:solidFill>
                  <a:srgbClr val="002060"/>
                </a:solidFill>
                <a:latin typeface="Courier New" pitchFamily="49" charset="0"/>
                <a:cs typeface="Courier New" pitchFamily="49" charset="0"/>
              </a:rPr>
              <a:t>, gradient] = </a:t>
            </a:r>
            <a:r>
              <a:rPr lang="en-US" sz="1900" b="1" dirty="0" err="1">
                <a:solidFill>
                  <a:srgbClr val="002060"/>
                </a:solidFill>
                <a:latin typeface="Courier New" pitchFamily="49" charset="0"/>
                <a:cs typeface="Courier New" pitchFamily="49" charset="0"/>
              </a:rPr>
              <a:t>costFunction</a:t>
            </a:r>
            <a:r>
              <a:rPr lang="en-US" sz="1900" b="1" dirty="0">
                <a:solidFill>
                  <a:srgbClr val="002060"/>
                </a:solidFill>
                <a:latin typeface="Courier New" pitchFamily="49" charset="0"/>
                <a:cs typeface="Courier New" pitchFamily="49" charset="0"/>
              </a:rPr>
              <a:t>(theta)</a:t>
            </a:r>
          </a:p>
        </p:txBody>
      </p:sp>
      <p:pic>
        <p:nvPicPr>
          <p:cNvPr id="6" name="Picture 5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1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60054" y="1883147"/>
            <a:ext cx="778598" cy="328701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1399101" y="1070715"/>
            <a:ext cx="6611769" cy="3847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900" b="1" dirty="0" err="1">
                <a:solidFill>
                  <a:srgbClr val="002060"/>
                </a:solidFill>
                <a:latin typeface="Courier New" pitchFamily="49" charset="0"/>
                <a:cs typeface="Courier New" pitchFamily="49" charset="0"/>
              </a:rPr>
              <a:t>jVal</a:t>
            </a:r>
            <a:r>
              <a:rPr lang="en-US" sz="1900" b="1" dirty="0">
                <a:solidFill>
                  <a:srgbClr val="002060"/>
                </a:solidFill>
                <a:latin typeface="Courier New" pitchFamily="49" charset="0"/>
                <a:cs typeface="Courier New" pitchFamily="49" charset="0"/>
              </a:rPr>
              <a:t> = [                ];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02736" y="2710125"/>
            <a:ext cx="6764169" cy="3847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900" b="1" dirty="0">
                <a:solidFill>
                  <a:srgbClr val="002060"/>
                </a:solidFill>
                <a:latin typeface="Courier New" pitchFamily="49" charset="0"/>
                <a:cs typeface="Courier New" pitchFamily="49" charset="0"/>
              </a:rPr>
              <a:t>gradient(2) = [                   ];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403498" y="4451213"/>
            <a:ext cx="6764169" cy="3847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900" b="1" dirty="0">
                <a:solidFill>
                  <a:srgbClr val="002060"/>
                </a:solidFill>
                <a:latin typeface="Courier New" pitchFamily="49" charset="0"/>
                <a:cs typeface="Courier New" pitchFamily="49" charset="0"/>
              </a:rPr>
              <a:t>gradient(n+1) = [                   ];</a:t>
            </a:r>
          </a:p>
        </p:txBody>
      </p:sp>
      <p:pic>
        <p:nvPicPr>
          <p:cNvPr id="7" name="Picture 6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49421" y="2701369"/>
            <a:ext cx="778598" cy="328701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1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25094" y="4452850"/>
            <a:ext cx="804306" cy="328700"/>
          </a:xfrm>
          <a:prstGeom prst="rect">
            <a:avLst/>
          </a:prstGeom>
        </p:spPr>
      </p:pic>
      <p:pic>
        <p:nvPicPr>
          <p:cNvPr id="15" name="Picture 14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1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41060" y="1113247"/>
            <a:ext cx="429698" cy="246066"/>
          </a:xfrm>
          <a:prstGeom prst="rect">
            <a:avLst/>
          </a:prstGeom>
        </p:spPr>
      </p:pic>
      <p:sp>
        <p:nvSpPr>
          <p:cNvPr id="26" name="TextBox 25"/>
          <p:cNvSpPr txBox="1"/>
          <p:nvPr/>
        </p:nvSpPr>
        <p:spPr>
          <a:xfrm>
            <a:off x="2598901" y="1047750"/>
            <a:ext cx="210608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latin typeface="+mj-lt"/>
                <a:cs typeface="Courier New" pitchFamily="49" charset="0"/>
              </a:rPr>
              <a:t>code to compute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580256" y="1854051"/>
            <a:ext cx="210608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latin typeface="+mj-lt"/>
                <a:cs typeface="Courier New" pitchFamily="49" charset="0"/>
              </a:rPr>
              <a:t>code to compute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558990" y="2690482"/>
            <a:ext cx="210608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latin typeface="+mj-lt"/>
                <a:cs typeface="Courier New" pitchFamily="49" charset="0"/>
              </a:rPr>
              <a:t>code to compute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874804" y="4435824"/>
            <a:ext cx="210608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latin typeface="+mj-lt"/>
                <a:cs typeface="Courier New" pitchFamily="49" charset="0"/>
              </a:rPr>
              <a:t>code to compute</a:t>
            </a:r>
          </a:p>
        </p:txBody>
      </p:sp>
      <p:pic>
        <p:nvPicPr>
          <p:cNvPr id="31" name="Picture 30"/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1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94510" y="4123944"/>
            <a:ext cx="34290" cy="276606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381000" y="285750"/>
            <a:ext cx="84582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Advanced optimization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10497" y="3545198"/>
            <a:ext cx="6764169" cy="3847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900" b="1" dirty="0">
                <a:solidFill>
                  <a:srgbClr val="002060"/>
                </a:solidFill>
                <a:latin typeface="Courier New" pitchFamily="49" charset="0"/>
                <a:cs typeface="Courier New" pitchFamily="49" charset="0"/>
              </a:rPr>
              <a:t>gradient(3) = [                   ];</a:t>
            </a:r>
          </a:p>
        </p:txBody>
      </p:sp>
      <p:pic>
        <p:nvPicPr>
          <p:cNvPr id="23" name="Picture 22"/>
          <p:cNvPicPr>
            <a:picLocks noChangeAspect="1"/>
          </p:cNvPicPr>
          <p:nvPr>
            <p:custDataLst>
              <p:tags r:id="rId6"/>
            </p:custDataLst>
          </p:nvPr>
        </p:nvPicPr>
        <p:blipFill>
          <a:blip r:embed="rId1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57182" y="3536442"/>
            <a:ext cx="778598" cy="326864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3566751" y="3525555"/>
            <a:ext cx="210608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latin typeface="+mj-lt"/>
                <a:cs typeface="Courier New" pitchFamily="49" charset="0"/>
              </a:rPr>
              <a:t>code to compute</a:t>
            </a:r>
          </a:p>
        </p:txBody>
      </p:sp>
      <p:pic>
        <p:nvPicPr>
          <p:cNvPr id="5" name="Picture 4"/>
          <p:cNvPicPr>
            <a:picLocks noChangeAspect="1"/>
          </p:cNvPicPr>
          <p:nvPr>
            <p:custDataLst>
              <p:tags r:id="rId7"/>
            </p:custDataLst>
          </p:nvPr>
        </p:nvPicPr>
        <p:blipFill>
          <a:blip r:embed="rId1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14600" y="1402077"/>
            <a:ext cx="6371844" cy="501396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>
            <p:custDataLst>
              <p:tags r:id="rId8"/>
            </p:custDataLst>
          </p:nvPr>
        </p:nvPicPr>
        <p:blipFill>
          <a:blip r:embed="rId1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79929" y="2246283"/>
            <a:ext cx="2396871" cy="488633"/>
          </a:xfrm>
          <a:prstGeom prst="rect">
            <a:avLst/>
          </a:prstGeom>
        </p:spPr>
      </p:pic>
      <p:pic>
        <p:nvPicPr>
          <p:cNvPr id="11" name="Picture 10"/>
          <p:cNvPicPr>
            <a:picLocks noChangeAspect="1"/>
          </p:cNvPicPr>
          <p:nvPr>
            <p:custDataLst>
              <p:tags r:id="rId9"/>
            </p:custDataLst>
          </p:nvPr>
        </p:nvPicPr>
        <p:blipFill>
          <a:blip r:embed="rId2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17427" y="3075020"/>
            <a:ext cx="3101531" cy="488633"/>
          </a:xfrm>
          <a:prstGeom prst="rect">
            <a:avLst/>
          </a:prstGeom>
        </p:spPr>
      </p:pic>
      <p:pic>
        <p:nvPicPr>
          <p:cNvPr id="34" name="Picture 33"/>
          <p:cNvPicPr>
            <a:picLocks noChangeAspect="1"/>
          </p:cNvPicPr>
          <p:nvPr>
            <p:custDataLst>
              <p:tags r:id="rId10"/>
            </p:custDataLst>
          </p:nvPr>
        </p:nvPicPr>
        <p:blipFill>
          <a:blip r:embed="rId2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37269" y="3911918"/>
            <a:ext cx="3106674" cy="488633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22">
            <p14:nvContentPartPr>
              <p14:cNvPr id="2" name="Ink 1"/>
              <p14:cNvContentPartPr/>
              <p14:nvPr/>
            </p14:nvContentPartPr>
            <p14:xfrm>
              <a:off x="307080" y="0"/>
              <a:ext cx="8783280" cy="4485600"/>
            </p14:xfrm>
          </p:contentPart>
        </mc:Choice>
        <mc:Fallback xmlns="">
          <p:pic>
            <p:nvPicPr>
              <p:cNvPr id="2" name="Ink 1"/>
              <p:cNvPicPr/>
              <p:nvPr/>
            </p:nvPicPr>
            <p:blipFill>
              <a:blip r:embed="rId23"/>
              <a:stretch>
                <a:fillRect/>
              </a:stretch>
            </p:blipFill>
            <p:spPr>
              <a:xfrm>
                <a:off x="295920" y="-11520"/>
                <a:ext cx="8800920" cy="45057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76320814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VIOUS_ACTIVE_SLIDE" val="418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&#10;J(\theta) = \frac{1}{2m} \sum\limits^{m}_{i=1} (h_\theta(x^{(i)})-y^{(i)})^2 \approx 0&#10;$&#10;&#10;\end{document}"/>
  <p:tag name="IGUANATEXSIZE" val="16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&#10;\theta_0 + \theta_1 x&#10;$&#10;&#10;\end{document}"/>
  <p:tag name="IGUANATEXSIZE" val="24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&#10;\theta_0 + \theta_1 x + \theta_2 x^2&#10;$&#10;&#10;\end{document}"/>
  <p:tag name="IGUANATEXSIZE" val="24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&#10;\theta_0 + \theta_1 x + \theta_2 x^2 + \theta_3 x^3 + \theta_4 x^4&#10;$&#10;&#10;\end{document}"/>
  <p:tag name="IGUANATEXSIZE" val="24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&#10;h_\theta(x) = g(\theta_0 + \theta_1 x_1 + \theta_2 x_2)&#10;$&#10;&#10;\end{document}"/>
  <p:tag name="IGUANATEXSIZE" val="24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g$&#10;&#10;\end{document}"/>
  <p:tag name="IGUANATEXSIZE" val="24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&#10;g(\theta_0 + \theta_1 x_1 + \theta_2 x_2$&#10;&#10;$+ \theta_3 x_1^2 + \theta_4 x_2^2$&#10;&#10;$+ \theta_5 x_1 x_2)&#10;$&#10;&#10;\end{document}"/>
  <p:tag name="IGUANATEXSIZE" val="24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&#10;g(\theta_0 + \theta_1 x_1 + \theta_2 x_1^2$&#10;&#10;$+ \theta_3 x_1^2 x_2 + \theta_4 x_1^2 x_2^2 $&#10;&#10;$+ \theta_5 x_1^2 x_2^3 + \theta_6 x_1^3 x_2 + \dots)&#10;$&#10;&#10;\end{document}"/>
  <p:tag name="IGUANATEXSIZE" val="24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&#10;x_1 =&#10;$&#10;&#10;\end{document}"/>
  <p:tag name="IGUANATEXSIZE" val="24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&#10;x_2 =&#10;$&#10;&#10;\end{document}"/>
  <p:tag name="IGUANATEXSIZE" val="24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&#10;x_3 =&#10;$&#10;&#10;\end{document}"/>
  <p:tag name="IGUANATEXSIZE" val="24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&#10;x_4 =&#10;$&#10;&#10;\end{document}"/>
  <p:tag name="IGUANATEXSIZE" val="24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&#10;x_5 =&#10;$&#10;&#10;\end{document}"/>
  <p:tag name="IGUANATEXSIZE" val="24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&#10;x_6 =&#10;$&#10;&#10;\end{document}"/>
  <p:tag name="IGUANATEXSIZE" val="24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&#10;\vdots&#10;$&#10;&#10;$&#10;x_{100}&#10;$&#10;\end{document}"/>
  <p:tag name="IGUANATEXSIZE" val="24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&#10;\theta_j&#10;$&#10;&#10;\end{document}"/>
  <p:tag name="IGUANATEXSIZE" val="24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&#10;y&#10;$&#10;&#10;\end{document}"/>
  <p:tag name="IGUANATEXSIZE" val="24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&#10;\theta_0 + \theta_1 x + \theta_2 x^2&#10;$&#10;&#10;\end{document}"/>
  <p:tag name="IGUANATEXSIZE" val="24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&#10;\theta_0 + \theta_1 x + \theta_2 x^2 + \theta_3 x^3 + \theta_4 x^4&#10;$&#10;&#10;\end{document}"/>
  <p:tag name="IGUANATEXSIZE" val="24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&#10;\theta_3&#10;$&#10;&#10;\end{document}"/>
  <p:tag name="IGUANATEXSIZE" val="24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&#10;\theta_4&#10;$&#10;&#10;\end{document}"/>
  <p:tag name="IGUANATEXSIZE" val="24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 \displaystyle&#10;\min_\theta \frac{1}{2m} \sum_{i=1}^m (h_\theta (x^{(i)}) - y^{(i)})^2 &#10;$&#10;&#10;\end{document}"/>
  <p:tag name="IGUANATEXSIZE" val="22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&#10;\theta_0, \theta_1, \dots, \theta_n&#10;$&#10;&#10;\end{document}"/>
  <p:tag name="IGUANATEXSIZE" val="24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&#10;\theta_0, \theta_1, \theta_2, \dots, \theta_{100}&#10;$&#10;&#10;\end{document}"/>
  <p:tag name="IGUANATEXSIZE" val="24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&#10;x_1, x_2, \dots, x_{100}&#10;$&#10;&#10;\end{document}"/>
  <p:tag name="IGUANATEXSIZE" val="24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&#10;J(\theta) = \frac{1}{2m} &#10;$&#10;&#10;\end{document}"/>
  <p:tag name="IGUANATEXSIZE" val="32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&#10;\sum\limits^{m}_{i=1} (h_\theta(x^{(i)})-y^{(i)})^2 &#10;$&#10;&#10;\end{document}"/>
  <p:tag name="IGUANATEXSIZE" val="32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\displaystyle&#10;\min_\theta J(\theta)&#10;$&#10;&#10;\end{document}"/>
  <p:tag name="IGUANATEXSIZE" val="32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&#10;J(\theta) = \frac{1}{2m} \left[ \sum\limits^{m}_{i=1} (h_\theta(x^{(i)})-y^{(i)})^2  + \lambda \sum\limits^n_{j=1} \theta_j^2 \right]&#10;$&#10;&#10;\end{document}"/>
  <p:tag name="IGUANATEXSIZE" val="22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\theta&#10;$&#10;&#10;\end{document}"/>
  <p:tag name="IGUANATEXSIZE" val="24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\lambda&#10;$&#10;&#10;\end{document}"/>
  <p:tag name="IGUANATEXSIZE" val="24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\lambda = 10^{10}&#10;$&#10;&#10;\end{document}"/>
  <p:tag name="IGUANATEXSIZE" val="24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\lambda&#10;$&#10;&#10;\end{document}"/>
  <p:tag name="IGUANATEXSIZE" val="24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&#10;J(\theta) = \frac{1}{2m} \left[ \sum\limits^{m}_{i=1} (h_\theta(x^{(i)})-y^{(i)})^2  + \lambda \sum\limits^n_{j=1} \theta_j^2 \right]&#10;$&#10;&#10;\end{document}"/>
  <p:tag name="IGUANATEXSIZE" val="22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\theta&#10;$&#10;&#10;\end{document}"/>
  <p:tag name="IGUANATEXSIZE" val="24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&#10;J(\theta) = \frac{1}{2m} \left[ \sum\limits^{m}_{i=1} (h_\theta(x^{(i)})-y^{(i)})^2  + \lambda \sum\limits^n_{j=1} \theta_j^2 \right]&#10;$&#10;&#10;\end{document}"/>
  <p:tag name="IGUANATEXSIZE" val="22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\lambda&#10;$&#10;&#10;\end{document}"/>
  <p:tag name="IGUANATEXSIZE" val="24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\lambda = 10^{10}&#10;$&#10;&#10;\end{document}"/>
  <p:tag name="IGUANATEXSIZE" val="24"/>
</p:tagLst>
</file>

<file path=ppt/tags/tag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\theta_0 + \theta_1 x + \theta_2 x^2 + \theta_3 x^3 + \theta_4 x^4&#10;$&#10;&#10;\end{document}"/>
  <p:tag name="IGUANATEXSIZE" val="24"/>
</p:tagLst>
</file>

<file path=ppt/tags/tag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&#10;J(\theta) = \frac{1}{2m} \left[ \sum\limits^{m}_{i=1} (h_\theta(x^{(i)})-y^{(i)})^2  + \lambda \sum\limits^n_{j=1} \theta_j^2 \right]&#10;$&#10;&#10;\end{document}"/>
  <p:tag name="IGUANATEXSIZE" val="24"/>
</p:tagLst>
</file>

<file path=ppt/tags/tag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\displaystyle&#10;\min_\theta J(\theta)&#10;$&#10;&#10;\end{document}"/>
  <p:tag name="IGUANATEXSIZE" val="22"/>
</p:tagLst>
</file>

<file path=ppt/tags/tag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&#10;(j = 0, 1, 2, 3, \dots, n)&#10;$&#10;&#10;\end{document}"/>
  <p:tag name="IGUANATEXSIZE" val="24"/>
</p:tagLst>
</file>

<file path=ppt/tags/tag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pagestyle{empty}&#10;\begin{document}&#10;&#10;&#10;$\{$&#10;&#10;\end{document}"/>
  <p:tag name="IGUANATEXSIZE" val="24"/>
</p:tagLst>
</file>

<file path=ppt/tags/tag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pagestyle{empty}&#10;\begin{document}&#10;&#10;&#10;$\}$&#10;&#10;\end{document}"/>
  <p:tag name="IGUANATEXSIZE" val="24"/>
</p:tagLst>
</file>

<file path=ppt/tags/tag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pagestyle{empty}&#10;\begin{document}&#10;&#10;&#10;$ &#10;\theta_0 := \theta_0 - \alpha \frac{1}{m} \sum\limits^{m}_{i=1} (h_\theta(x^{(i)})-y^{(i)}) x_0^{(i)}&#10;$&#10;&#10;\end{document}"/>
  <p:tag name="IGUANATEXSIZE" val="24"/>
</p:tagLst>
</file>

<file path=ppt/tags/tag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pagestyle{empty}&#10;\begin{document}&#10;&#10;&#10;$ &#10;\theta_j := \theta_j - \alpha &#10;$&#10;&#10;\end{document}"/>
  <p:tag name="IGUANATEXSIZE" val="24"/>
</p:tagLst>
</file>

<file path=ppt/tags/tag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pagestyle{empty}&#10;\begin{document}&#10;&#10;&#10;$ &#10;\frac{1}{m} \sum\limits^{m}_{i=1} (h_\theta(x^{(i)})-y^{(i)}) x_j^{(i)}&#10;$&#10;&#10;\end{document}"/>
  <p:tag name="IGUANATEXSIZE" val="24"/>
</p:tagLst>
</file>

<file path=ppt/tags/tag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pagestyle{empty}&#10;\begin{document}&#10;&#10;&#10;$ &#10;\theta_j := \theta_j (1 - \alpha \frac{\lambda}{m}) - \alpha \frac{1}{m} \sum\limits^{m}_{i=1} (h_\theta(x^{(i)})-y^{(i)}) x_j^{(i)}&#10;$&#10;&#10;\end{document}"/>
  <p:tag name="IGUANATEXSIZE" val="24"/>
</p:tagLst>
</file>

<file path=ppt/tags/tag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pagestyle{empty}&#10;\begin{document}&#10;&#10;&#10;$&#10;X = \begin{bmatrix} (x^{(1)})^T \\&#10;\vdots\\&#10;(x^{(m)})^T&#10;\end{bmatrix}&#10;$&#10;&#10;\end{document}"/>
  <p:tag name="IGUANATEXSIZE" val="30"/>
</p:tagLst>
</file>

<file path=ppt/tags/tag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pagestyle{empty}&#10;\begin{document}&#10;&#10;&#10;$&#10;y = \begin{bmatrix} y^{(1)} \\&#10;\vdots\\&#10;y^{(m)}&#10;\end{bmatrix}&#10;$&#10;&#10;\end{document}"/>
  <p:tag name="IGUANATEXSIZE" val="30"/>
</p:tagLst>
</file>

<file path=ppt/tags/tag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\displaystyle&#10;\min_\theta J(\theta)&#10;$&#10;&#10;\end{document}"/>
  <p:tag name="IGUANATEXSIZE" val="32"/>
</p:tagLst>
</file>

<file path=ppt/tags/tag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pagestyle{empty}&#10;\begin{document}&#10;&#10;$&#10;\theta = (X^TX)^{-1}X^Ty&#10;$&#10;&#10;\end{document}"/>
  <p:tag name="IGUANATEXSIZE" val="30"/>
</p:tagLst>
</file>

<file path=ppt/tags/tag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&#10;m \leq n&#10;$&#10;&#10;\end{document}"/>
  <p:tag name="IGUANATEXSIZE" val="32"/>
</p:tagLst>
</file>

<file path=ppt/tags/tag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&#10;\lambda &gt; 0&#10;$&#10;&#10;\end{document}"/>
  <p:tag name="IGUANATEXSIZE" val="32"/>
</p:tagLst>
</file>

<file path=ppt/tags/tag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pagestyle{empty}&#10;\begin{document}&#10;&#10;$&#10;\theta = \left(X^TX + \lambda \left[\begin{smallmatrix}&#10;0 &amp; &amp; &amp; &amp;\\&#10;&amp; 1 &amp; &amp;  &amp;\\&#10;&amp; &amp; 1 &amp; &amp;\\&#10;&amp; &amp; &amp; \ddots &amp;\\&#10;&amp; &amp; &amp; &amp; 1&#10;\end{smallmatrix}\right]&#10;\right)^{-1} X^T y&#10;$&#10;&#10;\end{document}"/>
  <p:tag name="IGUANATEXSIZE" val="30"/>
</p:tagLst>
</file>

<file path=ppt/tags/tag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&#10;g(\theta_0 + \theta_1 x_1 + \theta_2 x_1^2$&#10;&#10;$+ \theta_3 x_1^2 x_2 + \theta_4 x_1^2 x_2^2 $&#10;&#10;$+ \theta_5 x_1^2 x_2^3 + \dots)&#10;$&#10;&#10;\end{document}"/>
  <p:tag name="IGUANATEXSIZE" val="24"/>
</p:tagLst>
</file>

<file path=ppt/tags/tag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&#10;h_\theta (x) = $&#10;&#10;\end{document}"/>
  <p:tag name="IGUANATEXSIZE" val="24"/>
</p:tagLst>
</file>

<file path=ppt/tags/tag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&#10;(j = 0, 1, 2, 3, \dots, n)&#10;$&#10;&#10;\end{document}"/>
  <p:tag name="IGUANATEXSIZE" val="24"/>
</p:tagLst>
</file>

<file path=ppt/tags/tag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pagestyle{empty}&#10;\begin{document}&#10;&#10;&#10;$\{$&#10;&#10;\end{document}"/>
  <p:tag name="IGUANATEXSIZE" val="24"/>
</p:tagLst>
</file>

<file path=ppt/tags/tag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pagestyle{empty}&#10;\begin{document}&#10;&#10;&#10;$\}$&#10;&#10;\end{document}"/>
  <p:tag name="IGUANATEXSIZE" val="24"/>
</p:tagLst>
</file>

<file path=ppt/tags/tag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pagestyle{empty}&#10;\begin{document}&#10;&#10;&#10;$ &#10;\theta_0 := \theta_0 - \alpha \frac{1}{m} \sum\limits^{m}_{i=1} (h_\theta(x^{(i)})-y^{(i)}) x_0^{(i)}&#10;$&#10;&#10;\end{document}"/>
  <p:tag name="IGUANATEXSIZE" val="24"/>
</p:tagLst>
</file>

<file path=ppt/tags/tag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pagestyle{empty}&#10;\begin{document}&#10;&#10;&#10;$ &#10;\theta_j := \theta_j - \alpha &#10;$&#10;&#10;\end{document}"/>
  <p:tag name="IGUANATEXSIZE" val="24"/>
</p:tagLst>
</file>

<file path=ppt/tags/tag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pagestyle{empty}&#10;\begin{document}&#10;&#10;&#10;$ &#10;\frac{1}{m} \sum\limits^{m}_{i=1} (h_\theta(x^{(i)})-y^{(i)}) x_j^{(i)}&#10;$&#10;&#10;\end{document}"/>
  <p:tag name="IGUANATEXSIZE" val="24"/>
</p:tagLst>
</file>

<file path=ppt/tags/tag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pagestyle{empty}&#10;\begin{document}&#10;&#10;&#10;$ &#10;\theta_j := \theta_j (1 - \alpha \frac{\lambda}{m}) - \alpha \frac{1}{m} \sum\limits^{m}_{i=1} (h_\theta(x^{(i)})-y^{(i)}) x_j^{(i)}&#10;$&#10;&#10;\end{document}"/>
  <p:tag name="IGUANATEXSIZE" val="24"/>
</p:tagLst>
</file>

<file path=ppt/tags/tag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&#10;\frac{\partial}{\partial\theta_0} J(\theta)$&#10;&#10;&#10;&#10;\end{document}"/>
  <p:tag name="IGUANATEXSIZE" val="24"/>
</p:tagLst>
</file>

<file path=ppt/tags/tag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&#10;\frac{\partial}{\partial\theta_1} J(\theta)$&#10;&#10;&#10;&#10;\end{document}"/>
  <p:tag name="IGUANATEXSIZE" val="24"/>
</p:tagLst>
</file>

<file path=ppt/tags/tag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&#10;\frac{\partial}{\partial\theta_{n}} J(\theta)$&#10;&#10;&#10;&#10;\end{document}"/>
  <p:tag name="IGUANATEXSIZE" val="24"/>
</p:tagLst>
</file>

<file path=ppt/tags/tag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&#10;J(\theta)$&#10;&#10;&#10;&#10;\end{document}"/>
  <p:tag name="IGUANATEXSIZE" val="24"/>
</p:tagLst>
</file>

<file path=ppt/tags/tag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&#10;\vdots&#10;$&#10;&#10;&#10;&#10;\end{document}"/>
  <p:tag name="IGUANATEXSIZE" val="24"/>
</p:tagLst>
</file>

<file path=ppt/tags/tag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&#10;\frac{\partial}{\partial\theta_2} J(\theta)$&#10;&#10;&#10;&#10;\end{document}"/>
  <p:tag name="IGUANATEXSIZE" val="24"/>
</p:tagLst>
</file>

<file path=ppt/tags/tag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&#10;J(\theta) = \left[ -\frac{1}{m} \sum\limits^m_{i=1} y^{(i)} \log{(h_\theta(x^{(i)})} + (1-y^{(i)})\log{1 - h_\theta (x^{(i)})}\right]&#10;+ \frac{\lambda}{2m} \sum\limits^n_{j=1} \theta_j^2 $&#10;&#10;&#10;&#10;\end{document}"/>
  <p:tag name="IGUANATEXSIZE" val="16"/>
</p:tagLst>
</file>

<file path=ppt/tags/tag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&#10;\frac{1}{m} \sum\limits^m_{i=1} (h_\theta(x^{(i)}) - y^{(i)}) x_0^{(i)}&#10;$&#10;&#10;\end{document}"/>
  <p:tag name="IGUANATEXSIZE" val="18"/>
</p:tagLst>
</file>

<file path=ppt/tags/tag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&#10;\frac{1}{m} \sum\limits^m_{i=1} (h_\theta(x^{(i)}) - y^{(i)}) x_1^{(i)} - \frac{\lambda}{m}\theta_1&#10;$&#10;&#10;\end{document}"/>
  <p:tag name="IGUANATEXSIZE" val="18"/>
</p:tagLst>
</file>

<file path=ppt/tags/tag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&#10;\frac{1}{m} \sum\limits^m_{i=1} (h_\theta(x^{(i)}) - y^{(i)}) x_2^{(i)} - \frac{\lambda}{m}\theta_2&#10;$&#10;&#10;\end{document}"/>
  <p:tag name="IGUANATEXSIZE" val="18"/>
</p:tagLst>
</file>

<file path=ppt/theme/theme1.xml><?xml version="1.0" encoding="utf-8"?>
<a:theme xmlns:a="http://schemas.openxmlformats.org/drawingml/2006/main" name="1_Lectur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2_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3_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2_Lectur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5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Lecture</Template>
  <TotalTime>2640</TotalTime>
  <Words>746</Words>
  <Application>Microsoft Office PowerPoint</Application>
  <PresentationFormat>On-screen Show (16:9)</PresentationFormat>
  <Paragraphs>135</Paragraphs>
  <Slides>24</Slides>
  <Notes>4</Notes>
  <HiddenSlides>5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4</vt:i4>
      </vt:variant>
      <vt:variant>
        <vt:lpstr>Slide Titles</vt:lpstr>
      </vt:variant>
      <vt:variant>
        <vt:i4>24</vt:i4>
      </vt:variant>
    </vt:vector>
  </HeadingPairs>
  <TitlesOfParts>
    <vt:vector size="34" baseType="lpstr">
      <vt:lpstr>Arial</vt:lpstr>
      <vt:lpstr>Calibri</vt:lpstr>
      <vt:lpstr>Cambria Math</vt:lpstr>
      <vt:lpstr>Courier New</vt:lpstr>
      <vt:lpstr>Symbol</vt:lpstr>
      <vt:lpstr>Times New Roman</vt:lpstr>
      <vt:lpstr>1_Lecture</vt:lpstr>
      <vt:lpstr>2_Office Theme</vt:lpstr>
      <vt:lpstr>3_Office Theme</vt:lpstr>
      <vt:lpstr>2_Lecture</vt:lpstr>
      <vt:lpstr>The problem of overfitting</vt:lpstr>
      <vt:lpstr>Bias and Variance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Cost function</vt:lpstr>
      <vt:lpstr>PowerPoint Presentation</vt:lpstr>
      <vt:lpstr>PowerPoint Presentation</vt:lpstr>
      <vt:lpstr>PowerPoint Presentation</vt:lpstr>
      <vt:lpstr>PowerPoint Presentation</vt:lpstr>
      <vt:lpstr>Why penalize large coefficients?</vt:lpstr>
      <vt:lpstr>PowerPoint Presentation</vt:lpstr>
      <vt:lpstr>PowerPoint Presentation</vt:lpstr>
      <vt:lpstr>Regularized linear regression</vt:lpstr>
      <vt:lpstr>PowerPoint Presentation</vt:lpstr>
      <vt:lpstr>PowerPoint Presentation</vt:lpstr>
      <vt:lpstr>PowerPoint Presentation</vt:lpstr>
      <vt:lpstr>PowerPoint Presentation</vt:lpstr>
      <vt:lpstr>Regularized logistic regression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Introduction to  Programming</dc:title>
  <dc:creator>OpenClassroom</dc:creator>
  <cp:lastModifiedBy>Luigi Portinale</cp:lastModifiedBy>
  <cp:revision>278</cp:revision>
  <dcterms:created xsi:type="dcterms:W3CDTF">2010-07-08T21:59:02Z</dcterms:created>
  <dcterms:modified xsi:type="dcterms:W3CDTF">2019-01-07T08:51:56Z</dcterms:modified>
</cp:coreProperties>
</file>