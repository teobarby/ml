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4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7.xml" ContentType="application/vnd.openxmlformats-officedocument.presentationml.notesSlide+xml"/>
  <Override PartName="/ppt/ink/ink2.xml" ContentType="application/inkml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ink/ink3.xml" ContentType="application/inkml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8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9.xml" ContentType="application/vnd.openxmlformats-officedocument.presentationml.notesSlid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41"/>
  </p:notesMasterIdLst>
  <p:sldIdLst>
    <p:sldId id="460" r:id="rId5"/>
    <p:sldId id="502" r:id="rId6"/>
    <p:sldId id="462" r:id="rId7"/>
    <p:sldId id="463" r:id="rId8"/>
    <p:sldId id="464" r:id="rId9"/>
    <p:sldId id="465" r:id="rId10"/>
    <p:sldId id="466" r:id="rId11"/>
    <p:sldId id="467" r:id="rId12"/>
    <p:sldId id="468" r:id="rId13"/>
    <p:sldId id="469" r:id="rId14"/>
    <p:sldId id="474" r:id="rId15"/>
    <p:sldId id="475" r:id="rId16"/>
    <p:sldId id="476" r:id="rId17"/>
    <p:sldId id="509" r:id="rId18"/>
    <p:sldId id="477" r:id="rId19"/>
    <p:sldId id="504" r:id="rId20"/>
    <p:sldId id="503" r:id="rId21"/>
    <p:sldId id="510" r:id="rId22"/>
    <p:sldId id="505" r:id="rId23"/>
    <p:sldId id="478" r:id="rId24"/>
    <p:sldId id="507" r:id="rId25"/>
    <p:sldId id="438" r:id="rId26"/>
    <p:sldId id="481" r:id="rId27"/>
    <p:sldId id="483" r:id="rId28"/>
    <p:sldId id="482" r:id="rId29"/>
    <p:sldId id="484" r:id="rId30"/>
    <p:sldId id="486" r:id="rId31"/>
    <p:sldId id="487" r:id="rId32"/>
    <p:sldId id="488" r:id="rId33"/>
    <p:sldId id="489" r:id="rId34"/>
    <p:sldId id="492" r:id="rId35"/>
    <p:sldId id="493" r:id="rId36"/>
    <p:sldId id="498" r:id="rId37"/>
    <p:sldId id="499" r:id="rId38"/>
    <p:sldId id="500" r:id="rId39"/>
    <p:sldId id="501" r:id="rId40"/>
  </p:sldIdLst>
  <p:sldSz cx="9144000" cy="5143500" type="screen16x9"/>
  <p:notesSz cx="6858000" cy="9144000"/>
  <p:custDataLst>
    <p:tags r:id="rId4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13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FF00"/>
    <a:srgbClr val="00FFCC"/>
    <a:srgbClr val="00CC00"/>
    <a:srgbClr val="DBEEF4"/>
    <a:srgbClr val="99FF66"/>
    <a:srgbClr val="993366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09" autoAdjust="0"/>
    <p:restoredTop sz="58970" autoAdjust="0"/>
  </p:normalViewPr>
  <p:slideViewPr>
    <p:cSldViewPr>
      <p:cViewPr varScale="1">
        <p:scale>
          <a:sx n="86" d="100"/>
          <a:sy n="86" d="100"/>
        </p:scale>
        <p:origin x="650" y="41"/>
      </p:cViewPr>
      <p:guideLst>
        <p:guide orient="horz" pos="1620"/>
        <p:guide pos="13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gs" Target="tags/tag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0:22:39.776"/>
    </inkml:context>
    <inkml:brush xml:id="br0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6550 5941 7847,'0'0'-128,"0"0"32,0 0 352,0 0 449,19 0 640,-19 0-128,20 0-512,-20 0-33,20 0 97,-20 0-160,0 0-193,20 20-192,-20-20 0,20 20-63,-20-20-33,0 20-32,19 0 0,-19 19 128,0-19-64,0 20 0,0 0-63,0 0-33,0-1-32,0 1-32,0 0 64,0-21-64,0 22 32,-19-2 0,19 1-32,0 0 32,-20-1 32,20 1-64,-20 1 32,0-3 0,0 2 0,1 0-32,-1 0 32,0 0 32,0-20 32,0 19 0,1 1-32,-1 0-32,0-1-32,0 1 64,-1 0-64,3 0 32,-2 0-32,-1-1 0,1 1 129,0-1-1,2 1-64,-3 20-64,1-21 32,0 1-32,0 0 32,0-1-32,20 1 0,-19 0 32,19-21 0,0 22 0,-20-21-32,0 20 0,20-1 32,-20-19-64,20 20 64,-20-1-32,1-19 0,19 20 32,-20 0-32,0 0 32,20-20-32,-21 19 32,1-19-64,20 20 32,-18 0 0,18-21 32,-20 21-32,20 0 0,-21 0 64,1-20-96,20 19 0,-20 1 32,1 0 32,19 0-32,-20-20-32,20 19-32,-20-19 160,20 20-96,-20-21-32,20 21 96,0-19-128,0-2 64,-20 1 0,20 20 32,0-20-32,0 19 0,0-19 0,0 0 32,-19 20-32,19-20 0,0-1 0,0 21 0,0-20-32,0 0 32,0 20 0,0-20 32,0-1-96,0 2 96,0 18-64,0-19 32,0 0 32,19 20 0,-19-20 0,0-1 0,0 21 0,20-20-32,-20 20 0,20-21 0,0 1 64,-20 1-128,20-2 64,-1 21 96,-19-21-64,20 2 32,0-1-64,1 0 64,-1 0 64,-2-1-224,23 2 96,-21-2 64,0 1-64,-1 0 0,1-20 65,0 20-162,0 0 161,0 0-96,-1-1 64,21 1-32,-20-20 97,0 20-97,1 0-97,17-20 162,-18 20-97,21-20-1,-23 20 130,23-20-129,-21 19 0,19-19 128,1 0-128,-20 0 32,19 21 32,-19-21-64,20 0 64,-1 0-32,1 0 0,-20 0 0,19 0 0,2 19 64,-1-19-160,-1 0 32,1 0 128,-1 20-64,1-20 0,-20 0 0,20 20-32,-1-20 96,2 0-128,-3 20 128,3-20-32,-1 0-64,-1 0 0,1 20 32,19-20 64,-19 20-96,-1-20 64,1 0-64,1 20 128,-3-20-224,3 19-97,18-19 450,-19 20-161,-1-20-64,21 0 32,-20 21 0,19-21-32,-18 19 0,-3-19 32,23 0-32,-22 20-32,1 0 96,19-20-64,-19 0 32,19 19 32,-19-19-96,19 21 256,-18-21-64,-3 0-160,3 20 0,-1-20 64,19 0-64,-19 0-32,-1 19 64,1-19 0,1 0 0,-23 0 32,22 20-64,1-20 32,-2 0-64,1 20 128,-20-20-160,19 0 128,1 0-64,-1 20 65,-19-20-162,20 0 129,-1 20-32,1-20 65,1 0-65,18 0-65,-19 0 130,-1 20-33,1-20 0,0 0-64,-1 0 64,1 0-64,19 0 160,-18 0-160,17-20 32,3 20-64,-22 0 128,21 0-64,-1 0 0,0-20 96,1 20-192,-1 0 96,2 0 0,-2 0-32,0 0 64,1-20-32,-1 20 0,1 0 64,-1 0 0,2 0 128,-22 0-160,1 0-96,-1 0 0,1 0-449,0 0-255,-21-20 31,1 20-192,-20 0-1377,0 0-8873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1-10-16T21:27:41.049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21114 10656,'0'0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1:43:08.688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15741 3894 8488,'0'0'1153,"0"0"-192,-21 0 672,21 0-224,0 0 97,0 0-129,0 20-544,-18-20-449,18 20 129,0 0-1,0 0-191,0 0-33,-20 19 32,20 1-128,-20 19-96,-1 21 161,1-1-193,-19 21-192,-1-20 32,1-1 128,-1-20 0,20-19-32,-19 0 0,19-21 32,20 22-32,-20-41-32,20 19 32,0-19-257,0 0-63,0 0-289,0 0-127,0 0-129,0 0-673,0 0-1312,0 0-3268</inkml:trace>
  <inkml:trace contextRef="#ctx0" brushRef="#br0" timeOffset="403.022">15224 4530 11594,'0'-20'897,"0"20"-576,0 20 736,0-20 416,0 20-128,0 0-416,0 19-320,20 1-161,-20 0 129,21 20-1,-21-20-352,20 0-95,0-1-65,-20-19-32,19 0 160,1-20 96,20 0 64,-20 0-63,19 0-289,1-20 448,-1 0-448,1-19 0,1 18-32,-3 2 64,3-2-96,-3 21 0,-17-19-224,-1 19-65,0 0-351,0 0-834,-20 0-1408,0 0-3909</inkml:trace>
  <inkml:trace contextRef="#ctx0" brushRef="#br0" timeOffset="7668.436">18699 6796 6566,'-20'0'2690,"20"0"-1697,0 0 64,0 0 256,20 0 385,-20 0-513,20 0-608,20 0-225,-1 0 0,1 0 33,19 0-161,20 0-192,20 0 0,1 0-64,39 0-32,1 0-128,18 0-161,20 0 65,2 0 192,-22 0 128,2 0 32,-22-20 0,1 20 32,-19 0 96,-41-20-31,0 20-97,-39 0-64,-1 0-353,-39 0-1152,-20 0-4805</inkml:trace>
  <inkml:trace contextRef="#ctx0" brushRef="#br0" timeOffset="9355.534">12744 8266 10089,'0'0'256,"0"20"-416,18-20 256,-18 40 513,0-1 384,21 21-128,-21 20-417,20 19-256,-20 0-64,0 1-96,-20-1 32,20 0 65,0-39 63,0-21-64,0-18 0,0-2 352,0-19 449,20-19-256,-20-2-673,0-18-192,20-1-65,0-19-95,0 19 128,-20 0-160,19 0-193,1 20 417,0 1 416,0 19 417,0 19 320,-1 21-161,-19 0-191,0-1-321,20 1-127,-20 0-129,0 0-353,20-1-768,-20-18-1665,20-2-4165</inkml:trace>
  <inkml:trace contextRef="#ctx0" brushRef="#br0" timeOffset="9946.568">13299 8882 9577,'0'-20'416,"-20"20"-320,20 0 641,-19 0-33,19 20 65,-20 0-128,0 0-385,0 20 192,20-1 641,-21 1-192,42 0-384,-21 19-257,40-19 32,-1 0-160,1-20-64,0 0-160,19-20 64,0 0 64,2 0-64,-23-20 160,3 0-95,-1 0 63,-20-20 0,-1 20 0,-19-20 64,0 21 192,-19-21-128,-21 20-31,-1-20 31,3 21 64,-23-2-32,23 2-192,-23 19-224,22 0-512,19 0-289,-20 0 128,20 19 64,20-19-928,0 21-2211</inkml:trace>
  <inkml:trace contextRef="#ctx0" brushRef="#br0" timeOffset="10200.583">13260 9021 9609,'-20'0'3107,"20"0"-3107,0 20 960,0-20 226,0 20-226,0-20-159,0 20-256,0-1-193,0 2 64,0-2-31,20-19-225,-1 20-32,-19-20-128,40 0-192,-20 0-192,0 0-545,19 0-545,-19 0-576,0-20-1057,1 20-1441</inkml:trace>
  <inkml:trace contextRef="#ctx0" brushRef="#br0" timeOffset="10359.592">13459 9100 6630,'-21'-19'3459,"21"19"-3395,0 0 2082,0 0-160,-20 0-1217,20 19-193,0 2-159,0-2-321,0 21-64,20-20-96,-20 0-961,21 0-2146,-21 0-5189</inkml:trace>
  <inkml:trace contextRef="#ctx0" brushRef="#br0" timeOffset="10669.61">13815 8425 9801,'-20'-20'-929,"1"20"737,19 0 1377,-20 40 961,0 0-384,20-1-577,-20 21-321,20 19 65,0-19 32,20 0-544,-20-21-289,40 1-352,-21-20-65,21 0-95,-20 0-321,19-20-704,-19 0-1602,0 0-2786</inkml:trace>
  <inkml:trace contextRef="#ctx0" brushRef="#br0" timeOffset="10841.62">13955 8684 13708,'20'0'609,"-20"19"-161,18 1 834,3-20-353,-1 20-545,0 0-352,19 0-1121,-19-20-2787,0 20-4676</inkml:trace>
  <inkml:trace contextRef="#ctx0" brushRef="#br0" timeOffset="11000.629">14153 8644 12043,'-40'19'3171,"20"2"-3139,1 18 865,-1-19 768,0 20-704,0-1-833,20-19-96,0 0-1409,0 0-1634,20 0-3459</inkml:trace>
  <inkml:trace contextRef="#ctx0" brushRef="#br0" timeOffset="11238.642">14173 8405 17008,'59'40'480,"-39"0"-384,0-1 993,19 1 96,-19 0-192,1 19-512,-21 1-481,0 0-192,0-1-257,0 1-31,-41-21-65,21 1-736,1 0 160,-21-20 96,20-20-1570,0 0-10377</inkml:trace>
  <inkml:trace contextRef="#ctx0" brushRef="#br0" timeOffset="11801.674">14868 8644 12427,'0'0'1922,"-20"0"-1634,20 0 1570,0 0-384,20 0-546,0 0-63,19 0-352,-19 0-257,20 0-192,-1 0-96,1 19-481,-1-19-928,-19 0-1474,0 0-3875</inkml:trace>
  <inkml:trace contextRef="#ctx0" brushRef="#br0" timeOffset="11937.682">14907 8783 16367,'20'20'865,"0"-1"-577,0-19 417,39 0-513,-19 20-352,19-20-1666,-19 0-13933</inkml:trace>
  <inkml:trace contextRef="#ctx0" brushRef="#br0" timeOffset="13582.776">16000 8684 10537,'0'-21'1186,"0"2"-770,-21 19 1025,1-21-352,0 21-352,0 0-417,-19 0-320,-1 21 0,20-2 0,-19 2 129,19 18-129,0-19-33,20 20 1,0-1-32,20-19-64,0 0-32,19 0-64,1-20 256,0 0 160,-1-20-96,1 0 192,-1 0 1,-19 1-97,-20-21-96,20 20-160,-20 0-96,0 0-32,-20 20-161,20 0 65,0 20 128,0 20 64,0 19 64,20-19 32,1 20 0,-1-20-32,0 19 64,-2-19 96,3 20 416,-21-21 257,0-19 128,-21 20-160,-17-20 288,-3 0-353,1-20-223,-19 0-225,19 0-224,-19 0-32,0-20-192,19 20-385,-1-20-319,23 0-578,-2 0-1473,40 0-2626</inkml:trace>
  <inkml:trace contextRef="#ctx0" brushRef="#br0" timeOffset="13935.797">16475 8365 11242,'0'-79'288,"0"59"-159,0 0 1504,-20 20-63,20 0-577,-20 20-225,2 20-223,-3-1-1,1 21 193,0-1-32,20 21-321,0-20-32,0 20 33,20-21-65,0 20-256,1-39 32,17 20-96,-18-20-32,21-21-128,-2 21-865,-19-20-993,0-20-3299</inkml:trace>
  <inkml:trace contextRef="#ctx0" brushRef="#br0" timeOffset="16004.914">17190 8386 7591,'20'-21'3843,"-20"1"-2337,0 1 384,0 19-513,-20 0-416,0-20-545,0 20-384,1 20-128,-21-1-32,0 22 96,-19 18-32,18 1 0,23-1-64,-2 21-32,0-21 95,40 21 1,0-1 0,19-19 64,21-20-64,-1-1 0,20-19 64,0 0 96,2-20 193,-2-40-33,0 20-96,0-39-128,-19-1 32,-21 20 64,1-39 257,-40 20 159,0 19-256,-20-20-63,-20 0 63,1 0 64,-1 21-256,-19 0-64,-1 18-96,1 21-64,18 0-288,-18 0-417,39 21-1409,-19 18-4741</inkml:trace>
  <inkml:trace contextRef="#ctx0" brushRef="#br0" timeOffset="16402.938">17091 8584 3363,'0'0'6182,"0"0"-6150,0 20 448,0-20 1090,0 0 576,0 19-1057,0 2-705,0-2-64,0 2 193,-20-2 159,20 1-255,0-20-289,0 20 32,0-20-96,20 0 128,-20 0 129,20 0-225,0 0 0,-1 0-192,1 0 96,0 0-417,20 20-127,-21-20-33,21 0-256,-19 0-832,17 0-1058,-18 0-63,1 0 31,-21 0-2818</inkml:trace>
  <inkml:trace contextRef="#ctx0" brushRef="#br0" timeOffset="16590.948">17488 8644 4612,'0'-21'7431,"-20"21"-6086,20 0-96,0 21 65,-20-21-65,20 40-416,0-21-385,0 21-448,0 0 96,0-1-352,20-19-833,-20 20-3492</inkml:trace>
  <inkml:trace contextRef="#ctx0" brushRef="#br0" timeOffset="17556.004">18460 8902 7078,'0'0'160,"-19"0"1282,19 0 832,-20 0-1377,20 0-545,-20 20 161,20-20 223,-20 19 1,20 2-161,0-2-95,0 21-257,0-40-96,20 20-96,0 0-32,19-20 0,-19 0 0,20 0 0,-19 0 32,-3-20 32,2 0 32,-20 0 129,0 0 127,0 1 321,0-2 127,-20 2-319,-19 19-321,19-20-288,0 20-288,0 0-770,1 0-1632,19 0-3364</inkml:trace>
  <inkml:trace contextRef="#ctx0" brushRef="#br0" timeOffset="20095.148">19116 8544 5445,'0'-20'2114,"0"20"-641,0-19 1218,0 19-481,0 0-1089,-20-20-705,-1 20-320,3 0-96,-2 0-32,-1 20 32,-19-20 0,22 19 0,-3 1 96,1 20 0,0-1 97,20-18 63,0 19-160,0-1-96,20-19 32,21 20-128,-23-20 0,22-20 32,1 0 64,-2 0 64,-19 0-64,20-20 0,-40 0 0,19 0 32,-19 0-32,20-19 64,-20 18 0,-20 2-32,20-21 0,-19 20 0,19 0 288,-20 20 129,0 0-225,0 0-128,20 20 64,0 0 160,0 20-63,0 0-161,20-21 288,0 21-320,0 0-32,-1-20-128,21-1-384,-20 1-385,0 0-1313,-1-20-3427</inkml:trace>
  <inkml:trace contextRef="#ctx0" brushRef="#br0" timeOffset="20427.168">19454 8822 7879,'0'0'4708,"0"0"-4644,0 0 833,0 20 609,0 0-1122,-20 0-288,20-20-64,0 20-64,0 0-32,20-1-32,-20-19-64,20 21 96,-2-21 128,23-21 64,-21 21 0,0-19-32,-1-1 0,-19 0 161,0 0-1,0 0 96,-19 0 385,-1 1-417,-20 19-160,1 0-160,19 0-672,-21 0-2179,21 19-9096</inkml:trace>
  <inkml:trace contextRef="#ctx0" brushRef="#br0" timeOffset="21250.215">20685 8684 14477,'0'0'1506,"0"0"-1667,0 0 258,18 0 319,2 0 321,21 0-225,18 0-352,-19 0-192,-1 0-608,1 0-770,0-21-2209,-21 21-4453</inkml:trace>
  <inkml:trace contextRef="#ctx0" brushRef="#br0" timeOffset="21423.225">20823 8505 12427,'-21'39'2915,"21"1"-2531,0-20 289,0 39 544,21-19-512,-21 0-513,20 0-224,0-1-929,0 1-1505,19-20-5830</inkml:trace>
  <inkml:trace contextRef="#ctx0" brushRef="#br0" timeOffset="22230.271">21756 8286 10505,'-20'0'801,"20"-20"-577,-20 20 129,1 0 287,-1 0 225,0 0-288,-21 0-385,23 20 192,-23 20 161,21-1-289,0 21-160,2 0-64,-3-1 0,42 1-64,-3-1-192,22 1-289,19 0-255,22-21 95,-2 1 193,0-20 416,20 0 256,1-20 160,-21-20 321,1-20 256,-21 20-321,-19-39-288,-1 19 353,-39-20 640,0-19-640,-20 19-481,-39-19-192,0 20 160,-1 18 97,-19 2-257,0 39-129,0 0-63,18 0-352,2 20-1026,39 19-2177,-20-18-5510</inkml:trace>
  <inkml:trace contextRef="#ctx0" brushRef="#br0" timeOffset="22800.304">21657 8485 10698,'0'20'2050,"0"-20"-1986,0 19 736,-20 21 353,20-20-480,0 19-321,0-18-255,20-2-129,0 2-65,-20-2 65,20-19-64,-1 0-288,1 0-321,0 0-704,0 0-1089,-20-19-673,20-2-1410,-20 2 2916,0-2 3138,0 21 1186,0 0 351,0-19-575,0 19-1154,0 0-769,0 0 674,39 19-258,-19-19-607,20 0-257,-1 0-96,22 0-257,-23 0-191,3 0-193,-1 0-191,-21 0 63,1-19 160,0 19-31,-20-20-97,0 0 256,-20 20 97,20-20 0,-20 20-33,20 0 353,0 0 320,-19 0 1057,19 20 513,0 0-513,0 0 129,19-1-417,-19 21-705,20-19-192,-20-2-128,20 1-705,0 0-2049,0 0-9000</inkml:trace>
  <inkml:trace contextRef="#ctx0" brushRef="#br0" timeOffset="24064.376">23046 8822 8199,'0'0'2851,"20"20"-2274,-20 0 1857,0-20-160,0 40-1057,20-20-608,-20-1-385,0 2-192,0 18-96,20-19-609,-20-20-1473,0 20-3779</inkml:trace>
  <inkml:trace contextRef="#ctx0" brushRef="#br0" timeOffset="24863.422">23582 8584 11947,'0'-20'961,"0"20"-769,0-20 1890,0 0-673,0 20-960,-20-19-225,20 19-224,-19 0-32,-1 0-32,0 0 64,0 19-64,0-19-32,0 20 64,1 0 64,-1 20-32,20-21 32,-20 21 0,20-19 0,0 18-32,20 1-32,19-20-64,1 0 64,0-1 0,19 1 32,-18-20 32,-3-20 0,3 20 64,-21-19 0,0-21-64,-20 20 32,0-20 32,0 21 0,-20-21 0,20 19-32,-41-18 192,41 19 129,-20 20-289,20 0 224,0 0 65,0 20-129,0 19-128,20 1 32,1 0-128,19-20-224,-1 20-192,1 0-257,-1-21-512,-19 1-2018,20 0-8969</inkml:trace>
  <inkml:trace contextRef="#ctx0" brushRef="#br0" timeOffset="25116.436">24157 8803 16912,'21'0'-129,"-21"19"322,0-19 1472,20 20-960,-20 0-417,0 0 0,0 0-224,0 0 0,20-1-224,-20 2-384,0-2-737,0 1-1218,20 0-3106</inkml:trace>
  <inkml:trace contextRef="#ctx0" brushRef="#br0" timeOffset="39761.274">16516 10273 9641,'-20'0'2786,"-1"0"-992,21 0 704,0 0-864,0 0-193,0 0-480,0-20-544,41 20-129,-2 0-96,1 0-128,19 0-32,-19 0-448,19 0-353,-39 0-576,20 0-737,-21 0-1442,-19-19-1825</inkml:trace>
  <inkml:trace contextRef="#ctx0" brushRef="#br0" timeOffset="39920.282">16694 9995 11466,'0'0'2499,"0"40"-1282,0-1 865,0 2-481,0 18-448,20 1-576,-20-21-481,19 1-192,1 0-641,0 0-1473,0-21-4228</inkml:trace>
  <inkml:trace contextRef="#ctx0" brushRef="#br0" timeOffset="40539.318">17409 9955 8872,'0'-39'1826,"-20"39"-897,-21 0 448,23 0-480,-23 19-65,1 21-511,1 0-161,19 19-160,0 1 32,20-1-32,20 1 0,0 0-128,19-1 32,1-19-64,19-20-65,22 20 129,-22-40 128,20 20 160,0-40 161,2 20-129,-22-40 64,-19 20 161,-1-20 159,-19 1 161,-20-21-289,0 1-191,-20-1-129,1 0 32,-21 1 321,-1 19-385,-18 20-96,-1 0 32,-19 20-224,20 0-513,19 20-1473,1 0-3619</inkml:trace>
  <inkml:trace contextRef="#ctx0" brushRef="#br0" timeOffset="40879.338">17289 10134 12940,'0'0'1249,"0"0"-576,0 20 960,0-20-800,0 20-417,-20-1 33,20 2-193,0-1-192,0-1 64,20-19-128,-20 20 128,0-20-64,0 0-32,0 0-352,0 0-289,0 0-832,21 0-705,-21 0-1441,0-20-1762</inkml:trace>
  <inkml:trace contextRef="#ctx0" brushRef="#br0" timeOffset="41059.348">17348 10253 1921,'0'0'32,"0"0"96,20 0 1378,-20 0 768,0 0-704,21 0-994,-21 0-320,0 0 353,0 0 128,0 0-257,0 0-288,0 0 129,0 0-418,0 0-1056,0 0-480,0 20-321,0-20-256,-21 0-961</inkml:trace>
  <inkml:trace contextRef="#ctx0" brushRef="#br0" timeOffset="41246.359">17348 10253 2914,'-18'20'3203,"-2"-40"-1153,20 20 417,0 0-97,0 0-641,0 0-640,20 0-320,-2 0-96,2 0-225,1 0-95,19 0-33,-21 0-192,21 20-96,0-20-96,-1 0-288,-19 0-257,20 0-256,-40 0-416,19 0-865,-19 0-545,0-20 353,0 20-1698</inkml:trace>
  <inkml:trace contextRef="#ctx0" brushRef="#br0" timeOffset="41405.368">17587 10193 7751,'0'0'0,"20"-19"-320,-20 19 864,20 0 737,-20 19 1057,0 2-544,19-1-256,-19-1-161,0 1-640,0 0-481,0 20-192,20-20-224,-20-1-1378,20-19-4451</inkml:trace>
  <inkml:trace contextRef="#ctx0" brushRef="#br0" timeOffset="42360.422">18759 10333 14862,'-20'0'1185,"20"0"-1313,0 0 800,20 0 193,-1 0-641,1 0-32,20 0-224,-20 20-128,-1-1 64,-19 2 96,0-2-64,0 1 0,-19 0 128,-1 0 64,20 0 321,-20-20-97,0 19 96,20-19-287,0 0-129,0 0-96,20 0-449,20 21-320,-1-21-800,1 0-2307,-1 0-7399</inkml:trace>
  <inkml:trace contextRef="#ctx0" brushRef="#br0" timeOffset="42768.446">19393 10234 13484,'-20'-20'1281,"1"-1"-1985,-21 21 1088,0 0 321,1 0-385,-1 21-192,1-1-96,19-1-32,0 1 64,20 20 64,0 0-31,20-21 31,0 21-256,19-20-129,1-20 97,-1 0 96,1 0 32,0-20 0,-1 20 96,-19-40 0,-20 21 96,0-1 161,0 0-97,0-20-64,-20 20 32,20 1 128,-20 19-127,20 0-193,0 0 0,-19 19 256,19 1 32,0 20 32,19-20-127,1 19-33,0 1-192,1-20-385,19 0-736,-22 0-961,3-20-2338</inkml:trace>
  <inkml:trace contextRef="#ctx0" brushRef="#br0" timeOffset="43035.46">19592 10372 6886,'20'0'2851,"0"0"-2819,0 21 224,19-21 1217,-19 19 513,-20-19-1762,20 20-191,-20 0 351,-20 0 32,0 0 65,20-1 63,-19 2 161,19-21-64,0 19-289,0-19-96,19 0 193,1 0-193,20 0-96,-1 0-320,1 0-161,-19 0-319,-1 0-1282,-2 0-4644</inkml:trace>
  <inkml:trace contextRef="#ctx0" brushRef="#br0" timeOffset="44355.536">20624 10273 13004,'-20'0'1729,"40"0"-2049,-20 0 1249,20 0 608,21 0-768,-23 20-384,23-20-417,-1 0-513,-1 0-864,-19 0-2723</inkml:trace>
  <inkml:trace contextRef="#ctx0" brushRef="#br0" timeOffset="44521.546">20764 10193 15086,'0'41'833,"0"-2"352,0 1 480,0 0-896,20-21-641,-2 21-1025,3 0-1633,19-20-4485</inkml:trace>
  <inkml:trace contextRef="#ctx0" brushRef="#br0" timeOffset="45105.579">21657 10015 1249,'0'-40'9961,"0"20"-9064,0 0-192,-20 20-129,-1 0 129,3 0-65,-2 20-255,-21 20-289,3-20-96,-3 39 96,21-18-64,-19 18-32,39 20 32,0-19-64,19 20-160,1-21-289,41 0-95,-3-19-225,22 1 513,19-22 448,0 1 545,20-20 384,-19-20-225,-1-20-255,-20 1-353,-19-1 33,-21 0 415,-19-19 1,-20-1-257,-20 0-416,-19-20-96,-21 21-64,1-20-416,-20 39 223,-20 20 193,20 0 0,-2 40-384,22 0-1186,-1 0-1569,21 19-3588</inkml:trace>
  <inkml:trace contextRef="#ctx0" brushRef="#br0" timeOffset="45461.6">21616 10174 640,'0'19'7591,"0"-19"-7366,0 21 1120,0-21 1249,0 0-544,0 20-769,21-1-416,-21 1-352,-21 0-161,21 0-160,-18 20-128,18-21-96,-20 2-96,20-2-64,0-19-417,20 20-416,-20-20-1089,0 0-1697,18-20-4901</inkml:trace>
  <inkml:trace contextRef="#ctx0" brushRef="#br0" timeOffset="45632.61">21716 10313 3555,'20'0'9801,"0"20"-9609,0-20-64,0 0 641,19 0-192,1 0-385,1 0-160,18-20-32,-19 20 0,-1 0-96,1 0-513,-20-20-1473,-1 20-1153,-19 0-512,0 0-1474</inkml:trace>
  <inkml:trace contextRef="#ctx0" brushRef="#br0" timeOffset="45762.617">22074 10273 544,'-20'0'3171,"20"0"-2306,-21-20 1281,21 20 288,0 20-96,0-20-640,21 20-865,-21 0 320,0 20-64,0-21-545,0 21-415,0-20-450,20 0-1376,-20-20-4357</inkml:trace>
  <inkml:trace contextRef="#ctx0" brushRef="#br0" timeOffset="46526.659">22590 10432 2754,'-20'0'11723,"20"0"-11499,0 0-63,0 0 960,0 0-385,20 0-543,-20 0-129,20 0-161,-1 20-95,-19-20-32,20 20-128,-20-20-129,20 20 1,-20-20 288,0 0-1,0 0-127,0 0 352,-20 19-64,20-19 64,0 21 32,0-21-32,0 19 96,0 1 65,20-20 63,-20 21-96,0-2-128,0-19 32,-20 0 64,20 20 0,-20-20 257,20 0-1,-19 0-160,-1 0-192,0 0-32,20 0-320,0 0-321,-20 0-608,20 0-1249,0 0-2755</inkml:trace>
  <inkml:trace contextRef="#ctx0" brushRef="#br0" timeOffset="47248.702">23742 10353 12139,'0'-40'2146,"-20"40"-1569,20-20 351,-20 0-223,20 0-32,-21 1-289,-17 19-384,18 0 0,-21 0-32,21 0 64,-19 19-32,19 1-32,-20 20 96,40 0 0,-20 0 0,20-1-64,20 1-128,0-1 96,40 1 32,-21-20 64,40-20-32,-18 0 32,-2 0-128,1-20 128,-21 1 32,-19-21-64,0 0 64,-20 0 97,0 0-129,-20 21-32,0-21-64,0 0 96,-19 20 64,19 1-160,0 19 0,20 19 128,-20 1 64,20 0 32,20 20-64,0-1-160,20 1-320,-21-20-321,21 20-1088,0-1-2691,-1-18-7079</inkml:trace>
  <inkml:trace contextRef="#ctx0" brushRef="#br0" timeOffset="47738.724">24257 10412 17840,'20'0'417,"0"0"-385,0 0 1025,0 0-641,-1 0-416,1 0-32,-20 0 0,20 0-32,-20 20-160,0-20-353,0 20 33,0 0-289,0-20-288,0 20-384,0-1-225,0-19 417,0 21 1088,0-21 386,0 19 479,-20 1 289,20-20-128,0 21 32,0-21-193,0 0-319,20 19-129,-20-19 96,20 0-64,-20 0-192,20 20-32,-20-20-32,0 0 64,0 0-32,0 20-128,-20-20-128,20 19-64,-20-19-385,0 0 32,20 0-768,-20 21-1634,20-21-2594</inkml:trace>
  <inkml:trace contextRef="#ctx0" brushRef="#br0" timeOffset="48496.772">24536 9935 928,'-20'0'11884,"20"0"-11500,0 20 32,0-20 1762,0 0-992,20 20-450,18 0 33,3 0-321,-1 20-95,19-1 95,20 21-256,-18-21-96,-3 21-64,-17-20-32,-23 20 33,2-20-33,1 19-97,-21-19 65,-21 19-64,-17-18-192,-3-2-609,1 0-1217,1-18-3491</inkml:trace>
  <inkml:trace contextRef="#ctx0" brushRef="#br0" timeOffset="50387.882">10480 4987 4772,'0'0'1345,"0"0"513,0 0 320,0 0-384,0 0-481,0 20 192,0-20-351,20 20-258,1 0-95,17 0-96,3 20-257,18-21-63,1 21-129,-1 1-192,20-2 32,-19-19-192,-1 20-320,0-20-65,-18-1-384,-1-19-352,-21 20-1890,-19-20-3651</inkml:trace>
  <inkml:trace contextRef="#ctx0" brushRef="#br0" timeOffset="50726.901">10679 5384 11050,'-20'21'2274,"20"-21"-1954,0 0 705,0 0-384,-21-21-257,21 21-95,-18 0-161,-2-19-128,0-1-128,-1 1 192,1-1-32,2-20-32,-23 20-32,21-40-160,0 21-129,-19-1-351,39-20 95,-20 40 1057,20 0 481,0 0-480,20 20-97,0 0 161,-1 20 159,21 0-95,1 0-289,-3-20-224,3 20-64,18 0 32,-19-20-256,-20 0-897,19 20-3075</inkml:trace>
  <inkml:trace contextRef="#ctx0" brushRef="#br0" timeOffset="51282.933">10600 7690 11402,'20'0'2659,"-20"20"-1666,18 0 64,3-1-96,19 1-417,-20 20-127,19 0-161,1-21-160,19 21-160,-19-20-224,-20 20-481,19-21-1185,-19 2-1922,1-1 321,-21-1-993</inkml:trace>
  <inkml:trace contextRef="#ctx0" brushRef="#br0" timeOffset="51590.95">10620 8127 11627,'0'0'384,"0"-20"-320,0 0 929,18 0 320,-18-19 32,0-2-512,21 2-609,-21-1-31,-21 0-33,21 1-64,-18-1-96,18 0-32,0 1 160,-20 19 288,20 20 65,20 0-1,-2-20-544,3 20 192,19 20 129,-1-20-193,1 0-64,0 20-32,-1-20 32,1 20-289,-1-20-351,-19 0-802,0 0-3074</inkml:trace>
  <inkml:trace contextRef="#ctx0" brushRef="#br0" timeOffset="52190.985">10539 5067 14221,'0'0'641,"0"0"448,0 0-96,0 0-385,0 0 321,20 0-128,21 0-321,18 0-448,1-20-32,-1 0 64,20 20-512,-39-20-1378,19 20-3235</inkml:trace>
  <inkml:trace contextRef="#ctx0" brushRef="#br0" timeOffset="52920.026">10600 10432 8872,'0'0'1313,"0"-20"-993,-20 20 737,20 0 673,0-19-289,0 19-127,0 0-1,0 0-352,0 0-545,20 0 193,-20 19-33,20 21-127,19 0-257,1 0 64,-1-1-160,1 1-64,19 0 64,-19-21-128,19 22-128,-19-22-96,1 1-96,-23-20-193,2 20-640,1-20-1506,-21 0-3811</inkml:trace>
  <inkml:trace contextRef="#ctx0" brushRef="#br0" timeOffset="53236.044">10659 10750 15694,'-21'0'1057,"21"0"-993,-18-20 193,18 1 31,0 19 192,0-41-63,-20 22-289,20-1-128,0-40 0,0 21-96,-20-21 0,20 0-289,-21 20 129,21-19 320,0 39 256,-20 0 1,20 0-161,0 20 224,20 0-288,-20 0 65,21 0-33,19 20-64,-1-20-64,21 20-96,-21-20 96,21 0-193,-21 0-543,-19 0-1314,0 0-4773</inkml:trace>
  <inkml:trace contextRef="#ctx0" brushRef="#br1" timeOffset="58029.319">19294 7948 7463,'-20'0'320,"20"0"256,0 0 1186,-19 20-705,19-20 32,-20 19 352,20 2-512,0-1-32,0-1 64,0 21-128,0-20-545,0 0-192,20 20 64,-1-21-96,-19 2-480,40-2-513,-20 1-640,0 0-1218,-1-20-2210</inkml:trace>
  <inkml:trace contextRef="#ctx0" brushRef="#br1" timeOffset="58296.334">19434 8047 13228,'0'-19'352,"20"19"-191,0 0 1056,-2 0-769,3 0-256,-1 0-160,0 19-96,0-19 32,-20 20 32,0 0 32,-20 0 32,0 0 0,0 0 64,20 0 33,0-20-65,-21 0-64,42 19 64,-21-19-224,40 0-705,-20 0-1665,-1 0-2916</inkml:trace>
  <inkml:trace contextRef="#ctx0" brushRef="#br1" timeOffset="58519.347">19691 7908 11915,'20'0'1601,"-20"20"-1537,20 0 897,20 0 256,-21 20-384,21-20-416,1 19-161,-23-19-192,2 20 32,-20-20 32,0 0-64,0-1 64,-20 2 64,-18-2-416,-3 1-416,21 0-1282,-19 0-3651</inkml:trace>
  <inkml:trace contextRef="#ctx0" brushRef="#br1" timeOffset="59164.384">23880 8047 9673,'-20'20'352,"20"0"128,-19 0 1795,-1 0-1090,0 0-769,20 0-128,0 20-192,0-21-128,20 21-512,19-20-641,1 0-1538,-20-20-5765</inkml:trace>
  <inkml:trace contextRef="#ctx0" brushRef="#br1" timeOffset="59396.397">23999 8107 12299,'20'0'481,"1"0"-449,-3 0 320,2 0-224,21 20-128,-21 0 0,-2-20-64,-18 20 64,0-1 96,0 2 96,0-2 193,-18 1 255,-2 0-191,20-20-385,-21 20 32,21-20-224,21 0-1121,-1 0-2563</inkml:trace>
  <inkml:trace contextRef="#ctx0" brushRef="#br1" timeOffset="59618.41">24257 8047 13484,'0'0'-192,"20"0"544,0 20 1923,20 0-674,-1 0-672,1 0-481,1 0-255,-23 19-161,2 1 32,1 0-96,-21-20-32,-21 20-385,1-1-352,-19-18-768,-1-2-4004</inkml:trace>
  <inkml:trace contextRef="#ctx0" brushRef="#br1" timeOffset="60220.444">24098 9816 8488,'0'-20'4163,"0"20"-4002,-20 0 864,20-20 192,0 20-737,-20 0-192,2 20 97,18 0-1,-21 0 65,21 0-129,0 19-160,0-18-128,0 18-64,0-19-384,21 0-866,-3 0-1536,2 0-3652</inkml:trace>
  <inkml:trace contextRef="#ctx0" brushRef="#br1" timeOffset="60462.458">24139 9876 11242,'0'-20'4965,"0"0"-4965,18 20 64,-18 0 384,21 0-416,-21 0 0,20 0-160,0 20-32,-20-20 64,20 20 64,-20 20 64,-20-21 64,20 1 96,-20 0 97,20 0-97,0 0-64,-20-20-32,20 20 0,20-20-512,-20 20-1026,40-20-2049,-21 0-4485</inkml:trace>
  <inkml:trace contextRef="#ctx0" brushRef="#br1" timeOffset="60657.469">24337 9757 13548,'0'-20'1698,"19"20"-1890,-19 0 1185,0 20 32,20-1-513,0 1-31,0 20-257,0-20-160,1 19-32,-21 1-32,0-20-64,0 0-288,-21 20-353,1-40-1089,-20 20-4196</inkml:trace>
  <inkml:trace contextRef="#ctx0" brushRef="#br1" timeOffset="62093.551">17846 9657 11627,'0'0'1185,"0"0"-1346,0 0 514,-20 20 191,20 0-351,0 20 383,0-20-63,20-1-385,-20 1-64,19 20-321,1-40-832,0 20-1601,0-20-3172</inkml:trace>
  <inkml:trace contextRef="#ctx0" brushRef="#br1" timeOffset="62323.564">17964 9657 13580,'20'0'289,"-20"0"-193,20 20 384,0-20-160,0 20-95,-1 0-161,1-20-64,-20 20 64,-20 0 32,20-1 320,-19 1 97,19-20-65,-20 20-256,20-20-192,-20 0-96,20 20-544,20-20-770,0 0-1761,-1 0-4324</inkml:trace>
  <inkml:trace contextRef="#ctx0" brushRef="#br1" timeOffset="62510.575">18182 9657 10345,'0'0'1506,"0"0"-930,21 0 1762,-21 20-1248,20 20-194,-20-20 33,20 0-416,-20-1-385,18 21-64,-18-20-64,-18 0-64,18-20-769,-20 20-1249,20-20-4100</inkml:trace>
  <inkml:trace contextRef="#ctx0" brushRef="#br1" timeOffset="63117.61">19513 9757 13388,'0'-20'1089,"0"20"-1121,-21 20 1089,21-1-352,-18 1-225,18 0-31,0 0-225,18 20-128,-18-21-96,41 2-288,-21-2-545,0 1-833,-1 0-1376,1-20-2564</inkml:trace>
  <inkml:trace contextRef="#ctx0" brushRef="#br1" timeOffset="63340.619">19632 9757 12139,'40'0'1537,"-21"19"-1472,1-19 479,0 20-384,0 0 32,-20 0 129,0 0-65,0 0 128,0-1 321,-20 2 64,20-2-449,-20-19-256,20 20-64,0-20-192,20 0-961,0 0-1954,0 0-3652</inkml:trace>
  <inkml:trace contextRef="#ctx0" brushRef="#br1" timeOffset="63514.632">19871 9757 10954,'0'0'2658,"0"19"-2786,18-19 1185,2 40 128,1-20-256,-1 0-192,0 19-385,-1-18-224,1 18-64,-20-19-992,-20 0-1122,1 20-3876</inkml:trace>
  <inkml:trace contextRef="#ctx0" brushRef="#br1" timeOffset="64028.662">22491 9796 10345,'-20'-20'1506,"-1"1"-802,1 19 1218,20 0-833,-18 19-672,18-19 191,-20 40-223,20-20-193,0 0-64,20 19-64,-2-18-352,-18-2-449,20-19-288,1 20-833,-1-20-1825,0 0-5638</inkml:trace>
  <inkml:trace contextRef="#ctx0" brushRef="#br1" timeOffset="64242.674">22570 9836 11434,'20'0'417,"-20"0"-1,20 0 1890,-20 0-1153,0 20-256,0-20-416,0 20-257,0-1-96,0 2-64,-20-21-32,20 19-64,0 1 32,0 0 0,0-20 64,0 20-96,20-20-96,-1 0-609,1 0-1569,0 0-3395</inkml:trace>
  <inkml:trace contextRef="#ctx0" brushRef="#br1" timeOffset="64421.684">22730 9796 8808,'0'-20'480,"18"20"1026,-18 20 704,20-20-705,0 40-192,1-20-127,-21 0-161,0 20-289,0-21-544,0 21-192,-21-20-512,1 0-417,0 0-672,2 0-2339</inkml:trace>
  <inkml:trace contextRef="#ctx0" brushRef="#br1" timeOffset="64935.712">22331 7987 8904,'0'0'2242,"0"0"-2018,0 0 1346,-19 0-129,19 21-608,-20-1 128,20 19-385,0-19-319,0 20-193,20-20-32,-1 19-257,1-18-351,0-2-545,1-19-737,-1 0-1313,-20 0-4164</inkml:trace>
  <inkml:trace contextRef="#ctx0" brushRef="#br1" timeOffset="65122.719">22471 8028 11434,'20'0'1634,"-20"19"-1570,20 1 769,-20-20 352,0 20-448,0 0-353,0 0-128,0 0-96,0 0-96,0-1-32,0 2 0,0-21-448,0 19-1506,19-19-3779</inkml:trace>
  <inkml:trace contextRef="#ctx0" brushRef="#br1" timeOffset="65316.734">22610 7968 15054,'0'0'1089,"19"0"-1249,1 19 1056,0 22 258,0-22-482,21 21-159,-23 0-289,-18 0-160,0 0 0,0-21-64,-18 21-160,-3-20-833,-19 20-1441,0-40-6855</inkml:trace>
  <inkml:trace contextRef="#ctx0" brushRef="#br1" timeOffset="65871.765">17706 8008 8904,'-20'-21'4036,"20"21"-3203,0 0 864,0 0-576,0 21-224,-20-1 0,20-1-513,0 1-256,0 20-64,0 0-64,0-20-224,20-1-384,-20 2-481,20-2-993,1-19-2627</inkml:trace>
  <inkml:trace contextRef="#ctx0" brushRef="#br1" timeOffset="66131.781">17745 8067 9769,'41'-20'-385,"-41"20"1122,20 20 929,0-20-1026,-20 20-159,20 0-129,-20 0-64,-20 0-31,20 0 63,-20-1 32,20 2 33,-20-2-33,20 1-32,0-20-224,0 0-32,20 0-384,0 0-1922,0 0-4997</inkml:trace>
  <inkml:trace contextRef="#ctx0" brushRef="#br1" timeOffset="66332.791">17925 8047 11530,'0'0'1634,"20"0"-1186,-1 0 1506,21 20-576,-20 0-321,19 0-289,-19 0-415,0 20-97,-20 0-96,-20-21-96,0 21-128,1 0-609,-21-1-928,0-19-2563</inkml:trace>
  <inkml:trace contextRef="#ctx0" brushRef="#br1" timeOffset="67777.876">17984 8822 5765,'-20'20'8552,"20"0"-8200,0 0 417,0 0 672,20 0-736,-20-1-577,0 21-32,0-20-288,20 20-448,0-20-1314,-20 0-6342</inkml:trace>
  <inkml:trace contextRef="#ctx0" brushRef="#br1" timeOffset="68519.915">22730 8743 13548,'-21'0'481,"21"20"544,0-20 993,0 20-897,0 0-545,0-1-416,0 21-63,0-20-322,0 20-479,0-21-1474,21 21-3940</inkml:trace>
  <inkml:trace contextRef="#ctx0" brushRef="#br1" timeOffset="69183.955">18342 10372 10666,'0'0'3427,"0"0"-2787,0 21 1539,0-21-482,0 19-672,0 1-320,0 0-481,19 0-192,-19 0 32,20 20-384,-20-21-865,20 1-1634,-20-20-9000</inkml:trace>
  <inkml:trace contextRef="#ctx0" brushRef="#br1" timeOffset="70351.023">22392 10551 3171,'20'0'2081,"-20"-19"-383,0 19 224,0 0 416,0 0-416,0-21 0,0 21-257,0 0-255,0 0-257,0 0-449,0 0-319,0 0-1,0 21-96,0-21-95,0 19-65,0 1-96,0 1-32,0-2-224,0 1-417,18 0-416,-18-20-801,0 19-3331</inkml:trace>
  <inkml:trace contextRef="#ctx0" brushRef="#br0" timeOffset="80773.62">17131 8684 1313,'0'0'1249,"0"0"-448,0 0 1249,0 0 96,0 0-353,0 0-159,0-21-129,0 21 97,0 0 63,0 0-351,0 0-482,0 0-159,0 0-160,0 0-257,0 0-160,0 0 96,0 21-32,0-21 193,0 19 31,0 1 32,0 20-31,0-20-65,0 0-192,0 19-32,0-19-96,0 0 64,0 0-192,0-20-224,0 20-129,19-20-383,-19 0-290,0 0-575,20 0-2307</inkml:trace>
  <inkml:trace contextRef="#ctx0" brushRef="#br0" timeOffset="91216.215">9745 2364 9064,'0'-19'1217,"0"19"705,0 0-1474,0 0-287,0 0 735,21 0 226,-21 19-33,0 2-32,0 18-129,20 20-351,-20 1-289,0 19-96,0-19-31,0 20-1,0-1-160,20-19 128,-20-1-64,19-19-64,-19-20 96,0 19-128,0-19-352,0 0-353,0-20-801,0 21-1216,0-21-2179</inkml:trace>
  <inkml:trace contextRef="#ctx0" brushRef="#br0" timeOffset="91505.233">9527 2940 11947,'0'40'2114,"0"-20"-2210,20 0 448,0 19-96,0 1-64,0 0-192,-1 20 65,1-20-33,21-1 96,-21-19 608,-2 0 257,23-20 128,-21 0 65,0-20-129,19 0-289,-19-39-287,20-1 159,-21 0-287,21 1-65,0-1-32,-21 1-384,1 19 128,20 20-544,-19 0-930,-21 20-1953,0 20-7143</inkml:trace>
  <inkml:trace contextRef="#ctx0" brushRef="#br0" timeOffset="108793.222">17765 11664 9480,'-20'-19'2499,"2"19"-1730,18-20 288,0 20 192,0-20-96,0 20 96,0 0-769,0 0 161,18 20 128,-18-20-97,20 20-31,1-1-32,19 1-193,-1 20-64,1 0-159,19-21-161,1 21 32,19-20 96,0 20-577,-18-21 417,-22 2-736,1-2 447,-1-19-671,-39 19-450,20-19-255,-20 0-674,-20 0-1760,1-19-6023</inkml:trace>
  <inkml:trace contextRef="#ctx0" brushRef="#br0" timeOffset="108996.234">18223 11625 11979,'0'0'2306,"0"0"-1505,-20 20 800,-1-20-63,1 19-802,2 21-543,-23 0-193,21 19-32,-19-19 0,19 19-385,-20-19 33,40-21-513,-20 22-865,20-21-1857,0-20-3748</inkml:trace>
  <inkml:trace contextRef="#ctx0" brushRef="#br0" timeOffset="109790.279">18620 11883 9801,'0'0'2722,"0"0"-1152,0 19 832,20 2-1281,-20-2-608,0 21-353,20-20-96,-20 0-288,19 0-161,-19 0-1056,20-1-3139</inkml:trace>
  <inkml:trace contextRef="#ctx0" brushRef="#br0" timeOffset="110288.308">19274 11863 13164,'0'0'1089,"0"0"-1089,0 20 1185,0-1-352,0 2-545,-19 17-224,19-17-32,-20-1 0,20 0-192,-20 0-320,20-20-1026,0 20-2049,0-20-5926</inkml:trace>
  <inkml:trace contextRef="#ctx0" brushRef="#br0" timeOffset="110591.325">19573 11645 10249,'0'-20'2979,"0"20"-2531,0 0 802,0 0 287,19 0-384,-19 20-160,20-1-160,0 1-289,0 20 65,19 0-257,-19-21-256,20 21-64,-1-20-64,1 0-96,1 0-256,-23-20-289,23 0-800,-21 0-929,-20 0-1602,0-20-2018</inkml:trace>
  <inkml:trace contextRef="#ctx0" brushRef="#br0" timeOffset="110755.334">19851 11585 12203,'-21'20'737,"21"0"960,0 19 610,-20 1-770,0 0-864,1 19-545,-1 1-352,0 0-449,0-22-736,0 3-1282,20-21-2658</inkml:trace>
  <inkml:trace contextRef="#ctx0" brushRef="#br0" timeOffset="111052.351">19989 11803 2274,'40'0'10442,"0"0"-8873,-1 0 449,1 0-417,-1 20-768,-19-20-705,20 20-320,-40 0-192,0 0-257,0 20-256,-20-21 193,-20 0 255,21-19 481,-1 21-32,20-1 577,0-20-129,0 0 33,20 0-193,-1 0-192,1 0-224,20 0-833,1 0-1025,-23 0-4003</inkml:trace>
  <inkml:trace contextRef="#ctx0" brushRef="#br0" timeOffset="111253.363">20585 11942 13516,'19'19'2691,"-19"-19"-2659,0 21 737,0-1 704,-19 0-800,-21 20-737,20-21-321,-19 21-800,19-20-577,20-20-3042</inkml:trace>
  <inkml:trace contextRef="#ctx0" brushRef="#br0" timeOffset="111557.38">20843 11585 576,'0'20'15246,"0"0"-15021,20-20 415,0 39 898,-1-19-545,1 0-321,20 20-351,-1-1-193,1-19 96,1 20 64,-21-20-256,18 0-64,-17-1-32,-1 2-160,0-21-385,-1 0-480,-19 0-512,0 0-2499</inkml:trace>
  <inkml:trace contextRef="#ctx0" brushRef="#br0" timeOffset="111760.392">21161 11585 15983,'-21'40'320,"1"-20"-32,20 19 1730,-18-19-833,-2 20-896,-1-1-418,1 21 161,0-20-352,0-21-865,20 21-1185,0-21-3716</inkml:trace>
  <inkml:trace contextRef="#ctx0" brushRef="#br0" timeOffset="112162.415">21359 11764 18129,'79'0'320,"-59"0"96,21 0 1634,-23 0-897,-18 0-832,0 19-385,0-19-32,0 20-353,-18 0-159,18 20-161,-21-20 32,21-1 0,0 2 609,0-2-96,21 0 224,-3-19 128,-18 0-160,20 21 513,-20-21-481,20 20 160,-20-20 64,21 0-96,-21 20-96,20-20-32,-20 20-32,0 0-192,0-20-128,0 19 159,-20 1 97,20 0 64,0-20 32,-21 20 32,1-20 128,20 20-31,-20-20-129,-19 0-32,-1 0-481,1 0-768,-21 0-4517</inkml:trace>
  <inkml:trace contextRef="#ctx0" brushRef="#br0" timeOffset="113670.501">18223 12956 11530,'20'-20'1121,"-20"0"-832,0-1 960,0 2-192,0-1-384,-20 1-321,0-1-128,-1 20-128,-17-21 0,-3 42-32,1-1-32,-19-1-64,19 20 32,1 2 32,-1-1-128,1 19 96,39-19-96,0 0 0,19-1 32,21-19 128,0-20 32,-1 0-32,21 0-32,-1-20 64,-18 0-64,-3 1 129,3-21 127,-41 0-128,20 0-128,-20 21-128,0-21 192,-20 20-32,20 20 481,0 0-321,-20 0-32,20 20 0,0 20-64,20-1-32,0 1-320,-2-20-801,3 20 128,-1-1-768,20-19-1282,-1-20-2018</inkml:trace>
  <inkml:trace contextRef="#ctx0" brushRef="#br0" timeOffset="113800.509">18541 13095 15246,'0'0'1666,"0"0"-1090,18 20 513,-18-1-512,0 1-513,0 0-641,20 0-1088,-20 0-2692</inkml:trace>
  <inkml:trace contextRef="#ctx0" brushRef="#br0" timeOffset="114355.54">19215 13154 15919,'-40'20'-64,"40"0"31,-19 0-31,19 0-224,-20-1-737,0 22-1153,20-22-1473,0 1-481</inkml:trace>
  <inkml:trace contextRef="#ctx0" brushRef="#br0" timeOffset="114773.564">19612 13015 12619,'60'-59'737,"-60"39"-545,0 0 1346,-20-1-802,0 21 33,0-19-224,-19 38-417,19 2-64,-20-1-32,19 20 32,3-1-32,-2 21-32,20-20-128,0-1-224,20 1 191,19-20 225,1 0 1,-1-20 63,1 0-32,19 0 64,-39-20-32,20-20 128,-20 20 65,-1-19 127,-19-1-96,0 20-256,-19-20 1,19 1 63,-20 19 32,0 0-32,20 20-160,-20 0 192,20 20 0,0 19-31,0-19-97,20 20-32,-20 0-161,20-1-351,19-19-225,-19 20-608,21-20-2018,-3 0-9545</inkml:trace>
  <inkml:trace contextRef="#ctx0" brushRef="#br0" timeOffset="115084.582">20049 13214 11370,'0'0'2210,"0"0"-2017,0 0 1664,20 0-992,-1 0-641,1 0-192,0 0-192,0 0-32,0 20 0,-20-20 96,0 19 160,0-19 320,0 20 257,-20 1 256,20-2-129,-20 1-351,0-20-257,20 0-64,0 20-64,0-20-320,20 0-353,0 19-1024,0-19-2916</inkml:trace>
  <inkml:trace contextRef="#ctx0" brushRef="#br0" timeOffset="115271.591">20545 13294 19442,'40'39'544,"-21"-39"-447,-19 20 383,0-1-192,0 2-736,-19-1-897,-1 20-1026,-20-21-2465</inkml:trace>
  <inkml:trace contextRef="#ctx0" brushRef="#br0" timeOffset="115834.625">21161 13115 6662,'0'-60'1794,"0"20"544,0 20 641,0-19-1186,-21 19-768,1 0-384,2 20-321,-23 20-256,21 0 32,-20 0-96,1 19 0,19 1 0,20 0-64,0-1 128,0 1-96,40 0 192,-21-20 33,41-20-225,-19 19 128,-3-19-64,3-19 96,-2-1 0,-19-20-64,0 20 0,0-19 32,-20-1 32,0 0-160,0 20 192,-20 0 257,20 1-65,-20 19-96,20 0 257,-20 19-97,20 21-128,20 0-127,-20 0-97,40-1-96,-20 1-449,-1 0 33,21-21-833,-20 1-1826,19 1-9866</inkml:trace>
  <inkml:trace contextRef="#ctx0" brushRef="#br0" timeOffset="116194.645">21557 13055 15630,'-20'0'417,"20"0"-674,0 0 1891,0 0-193,20 0-576,1 0-512,-1 20-353,19-20 0,-19 0-33,0 20-95,0-20-256,-20 20-353,0-1 161,0 1 384,0 0-193,0 0 673,-20-20-191,20 20 95,0 0 160,0-20 32,20 19-191,-20-19-1,19 20-96,-19 1-192,20-21 128,-20 19-32,20 1-96,-20 0 96,0-20 64,-20 19 192,0-19 225,-19 21-225,-1-21-256,1 0-385,-2 0-960,-17 0-2979</inkml:trace>
  <inkml:trace contextRef="#ctx0" brushRef="#br0" timeOffset="116800.68">18480 12438 8936,'20'-19'2018,"-40"-1"-1345,20 20 1312,0 0-63,-20 0-801,20 20-480,-19-1-65,19 2 65,-20-1-417,20 0-160,0-1 0,0 2-640,0-2-449,20 21-481,-1-20-1248,1 0-1314,0-1-4356</inkml:trace>
  <inkml:trace contextRef="#ctx0" brushRef="#br0" timeOffset="117023.693">18599 12518 13388,'0'-19'320,"0"-1"33,21 20 1216,-21 0-576,20 0-288,0 0-609,-1 0-96,1 20 32,0-1-32,-20 2 96,0-2 32,-20 1 225,0 0 223,20-20-416,-19 20-224,19 0 32,0-20-256,19 0-609,1 19-1121,0-19-2082,0 0-2722</inkml:trace>
  <inkml:trace contextRef="#ctx0" brushRef="#br0" timeOffset="117203.703">18798 12360 12651,'20'19'257,"0"1"640,19 0 832,-19 20-95,0-20-321,0 19-768,-20-18-417,0 18 0,0 1-96,0-1-32,-20 1-705,0-20-640,0 20-2243</inkml:trace>
  <inkml:trace contextRef="#ctx0" brushRef="#br0" timeOffset="117737.734">20009 12499 7431,'-39'0'4452,"39"0"-3908,-20 0-31,20 0 1216,0 0-415,0 19-706,0 2-320,0 18-95,0-19-97,20 20 0,-20-1-288,19 1-705,1-20-545,0 0-864,0-20-2338</inkml:trace>
  <inkml:trace contextRef="#ctx0" brushRef="#br0" timeOffset="117954.745">20148 12539 14926,'0'-21'320,"0"21"-320,20 0 416,-1 0-159,1 21 319,0-21-512,0 19-32,1 1 160,-1 0 321,-20 0 256,0 0-129,0-1-384,-20 1-159,20-20-97,-21 20-449,21-20-448,0 20-896,0-20-1827,21 0-3811</inkml:trace>
  <inkml:trace contextRef="#ctx0" brushRef="#br0" timeOffset="118133.756">20347 12518 13516,'20'-39'673,"-20"39"-673,20 0 1409,-1 20-288,1-1-416,0 2 0,0 18-417,0 1-32,-1-20-128,-19 19 0,0 1-96,0 0-384,-19-21-801,-1 1-2691</inkml:trace>
  <inkml:trace contextRef="#ctx0" brushRef="#br0" timeOffset="118768.791">21478 12438 6758,'-20'0'5637,"0"0"-4580,20 0 224,-20 0-448,1 0-192,-1 0 320,20 21-96,-20-1-513,20 0-160,0 20-96,0-21-96,0 21-32,20 0-352,0-21-321,-1 1-544,1 0-961,20-20-2274,-1 0-4773</inkml:trace>
  <inkml:trace contextRef="#ctx0" brushRef="#br0" timeOffset="119013.807">21598 12499 13036,'-20'-20'1377,"20"20"-1345,0 0 1153,20 0-608,-2 20-257,3-20-256,-1 19 32,0 2 96,0-2 417,-20 1 96,0 0-289,0 0-160,-20-20-31,20 20-193,-20-1 0,0 1-64,20 0-32,0-20-129,0 0-127,20 0-545,0 0-768,0 0-1795,19 0-3170</inkml:trace>
  <inkml:trace contextRef="#ctx0" brushRef="#br0" timeOffset="119201.817">21815 12399 15022,'0'0'224,"0"20"769,20-1 737,0 2-449,20-1-256,-19 0-769,17 20-128,-17-1 32,-1 1-128,0-1 0,-20-19 0,-20 20-576,0 0-962,-21-21-2369</inkml:trace>
  <inkml:trace contextRef="#ctx0" brushRef="#br0" timeOffset="119886.857">20288 12776 7943,'-20'0'1217,"20"0"-1025,0 0 2979,0 0-1025,-21 0-672,21 0-321,0 0-96,0 0-32,0 0-417,21 0-95,-21 0-161,0-19-160,20 19-160,-2 0-96,-18 0-288,21 0-577,-1 19-1217,0-19-2498</inkml:trace>
  <inkml:trace contextRef="#ctx0" brushRef="#br0" timeOffset="123570.067">20268 12737 3971,'20'0'2178,"-20"0"-768,0 0-225,0 0 128,0 0-224,0 0-448,0 0 63,0 0-255,0 0-321,0 0-32,0 0-32,0 0-32,0 0-160,0 0-64,0 0 64,0 0 128,-20 0 32,20 0 64,0 20 160,0-20 0,-21 19-160,21-19 0,0 0-64,0 20 0,0-20 33,0 0 223,-20 21 128,20-21 161,20 0 95,-20 0-287,0 0-161,21 0-64,-1 0 96,-2 0-224,3 0-32,-1 0 0,-20 0 0,20 0-96,0 0-224,-20 0-192,0 0-802,19 0-1761,-19 20-2434</inkml:trace>
  <inkml:trace contextRef="#ctx0" brushRef="#br0" timeOffset="127563.295">16813 13095 13196,'-60'0'769,"40"0"480,20 0 705,0-20-577,0 20-672,0-20-97,20 20-287,20 0 31,-1 0-160,1 0 32,21 0-352,-22 0 256,21 0-416,19 0-192,-40 0-225,21 0-320,-21 0-673,1 0-800,-19 0-1986,-1 0-5284</inkml:trace>
  <inkml:trace contextRef="#ctx0" brushRef="#br0" timeOffset="127829.311">17210 12876 12523,'-20'0'577,"20"0"-65,0 0 1346,0 19-801,20-19-384,19 0-193,-19 21-320,41-1-31,-23 0-97,3 0 0,18-1 0,-19 1-32,-20 0 0,19 0-129,-39-20 33,0 20 192,0 0 33,-20 0 127,1-1 0,-21 1-160,0-20-96,1 40 32,-2-20-416,21 0-1186,-18 19-2658</inkml:trace>
  <inkml:trace contextRef="#ctx0" brushRef="#br0" timeOffset="132367.57">3493 12319 11530,'0'0'737,"0"20"-801,0-20 416,0 0 866,19 0-1,1-20-481,20 20-383,19-19-193,40 19 96,41 0-32,-1-20 33,-1 20-97,2 0-32,-21-20-64,-1 20-32,1-20 32,-20 20-32,-18-20 0,-22 0-160,-19 20-481,-1 0-320,-39 0-1761,0 0-5318</inkml:trace>
  <inkml:trace contextRef="#ctx0" brushRef="#br0" timeOffset="132952.603">8992 12200 11146,'0'20'1890,"19"-20"-1570,21 0 0,19 20 321,40-20 64,0 0 160,21 0-65,19 0-127,1 20-321,-22-20 1,21 0-225,-20 20-96,-19-20-32,-1 0-160,-20 0-161,-39 0-127,-20 0-993,-20 0-802,-40 0-2593</inkml:trace>
  <inkml:trace contextRef="#ctx0" brushRef="#br0" timeOffset="133801.652">4922 12578 12011,'-20'0'480,"20"0"-544,-20 0-64,20 0 448,0 0 417,0 0 384,20 20-352,0 0-289,-1-20-287,1 39-65,20-19-128,-1 0 96,1 20 64,19-20 64,22 19-64,-2 21-64,20-21-96,1 2 32,19 18 32,19-19-31,1 0 31,20-20 0,20 19 0,20-19 32,-21-20 0,41 0-32,-21 0-64,21 0 0,-1-20-64,-19 1 96,19-21-32,-39 20-160,19-20 0,-20 1 64,-19-1-33,-20-1 97,1 2 32,-2 0 32,-39-2 0,0 2 129,-18-1 31,-2 20-96,-41 0-64,3 1 0,-21-1-64,0 20-96,-20 0-609,0 0-864,0 0-962,-20 0-448,20 0-1697</inkml:trace>
  <inkml:trace contextRef="#ctx0" brushRef="#br0" timeOffset="134060.667">9170 12558 9064,'-20'0'6150,"20"0"-6150,0 0 128,40 0 128,-21 0-64,21 0 65,19 0-65,2 0 160,-2 0 289,21 0-161,-21 0 65,0 0-129,2 0-160,-3 0-159,-17 0-65,-21 20 96,-1-20 288,-19 20-192,0 0-32,-19 19-160,-1-19-32,-21 20-704,21 0-1282,2-1-4644</inkml:trace>
  <inkml:trace contextRef="#ctx0" brushRef="#br0" timeOffset="135832.769">6569 11863 7975,'0'-20'801,"0"0"-513,-19 20 1698,19-20 160,-20 0-128,20 20-737,-20 0-320,0 0-448,0 0-353,-19 20-256,19 20 32,-21 0-33,23 0 65,-23-2-64,41 23 64,0-2-32,0 1 64,21-1-32,-1 1 32,19-1 64,1-18-224,-20-22 256,19 1-96,21-20-64,-1 20 64,20-20 64,0 0-32,2-20 32,18-19-64,-20-21-96,0 20 192,-18-20-96,-43 1 224,-18-1-191,0 21 95,-18-21 64,-23 20-128,1 21 192,-19-21 96,19 40-287,-19 0-65,-2 0-97,23 0-543,-3 19-289,21 2-1313,2-21-3620</inkml:trace>
  <inkml:trace contextRef="#ctx0" brushRef="#br0" timeOffset="136230.791">6510 12002 8456,'0'0'640,"20"0"-480,-20 0 2018,0 20-384,0 0-545,0 0-416,-20 19-224,20 1-129,0-20-320,0 19-32,0-19-64,20 0-64,-20-20 128,0 0-63,20 0-33,-20 0-417,19 0-864,-19-20-1858,0 20-2146</inkml:trace>
  <inkml:trace contextRef="#ctx0" brushRef="#br0" timeOffset="136439.803">6569 12161 3138,'20'0'6118,"0"0"-5221,0 0 1698,0 0-289,-1 0-993,21-20-768,-20 20-193,19 0-256,2 0-96,-1 0 0,-22 0 0,23 0-128,-21 0-321,-20 20-255,20-20-65,-20 0 128,0-20-736,0 20-1089,-20 0 96,20-20-353</inkml:trace>
  <inkml:trace contextRef="#ctx0" brushRef="#br0" timeOffset="136568.811">6947 12062 7238,'0'0'1890,"0"19"673,0-19-481,0 20-737,0 0-512,-20 20-385,20-20-320,0 19-128,0-19-480,0 0-1923,0 20-6181</inkml:trace>
  <inkml:trace contextRef="#ctx0" brushRef="#br0" timeOffset="137204.847">7283 11446 1985,'0'-21'5670,"-18"2"-4261,18 19 929,-20 0-352,20-20-673,-20 20-672,20 20-289,-21-1 161,21 2 63,-20-2-95,20 21-129,0 0-64,0-20-223,20 20 31,1 0-96,-1-21-225,0 1-223,-2 0-289,23 0-480,-21-20-1409,19 0-3556</inkml:trace>
  <inkml:trace contextRef="#ctx0" brushRef="#br0" timeOffset="137391.857">7403 11526 9577,'0'19'2274,"0"1"-2050,0 0 1666,20 0 128,-20 0-1218,20 0-639,-20-1-129,20 1-32,-20 0-32,19 0-417,-19 0-1056,20-20-2051,-20 0-3811</inkml:trace>
  <inkml:trace contextRef="#ctx0" brushRef="#br0" timeOffset="137614.87">7502 11386 10730,'0'0'4388,"20"0"-3812,-20 20 1154,20-1-577,1 2-352,17 19-321,-18 0-448,1-1 0,-1 1 0,-2 0-96,-18 19-672,0-19-1122,0 19-4164</inkml:trace>
  <inkml:trace contextRef="#ctx0" brushRef="#br0" timeOffset="142594.155">2003 11526 11466,'0'19'897,"-20"1"-1473,20-20 223,0 0 1026,0-20 512,20 20-160,-20-19-480,0-2-257,20 21 160,-20-19 33,20-2-161,21-19-128,-3 1-32,23-21 65,18 1 127,0-1 32,0 1 33,20-1-161,-20 0 0,2 1-128,-2-1-96,-20 20 32,1 1 32,-21-1 1,1 0-194,-19 20 65,-1 1-96,-2 19-96,-18-20 96,0 20-64,0-21-32,0 2-129,0 19-255,0-20-513,0 0-1922,0 20-5926</inkml:trace>
  <inkml:trace contextRef="#ctx0" brushRef="#br0" timeOffset="142854.17">2797 10592 11723,'20'0'-32,"0"-21"-737,0 1 1281,21 20 1090,-3-19-225,23-2-384,-2 21-641,0 0-63,1 0-129,-21-19 128,1 19-256,-20 19-64,-20-19 0,0 40 32,0-20-128,-40 40-96,20-21 192,-19 21-128,19 0-577,0-20-640,20 19-1186,-20-19-3042</inkml:trace>
  <inkml:trace contextRef="#ctx0" brushRef="#br0" timeOffset="144760.279">1924 8306 14541,'20'0'1249,"0"0"-1409,19-40 160,22-19 0,38-21 32,0 0 193,20-19 479,-1 0-127,2 19-481,-41 21-320,-19-1-1602,-21 1-4260</inkml:trace>
  <inkml:trace contextRef="#ctx0" brushRef="#br0" timeOffset="144996.293">2460 7530 15342,'-60'40'929,"41"-40"-1217,19 0 256,59 0 64,-18 0 96,38 0 160,0-40 0,20 20-224,-20 1-32,-19-1-64,-21 20-128,-19 39 96,0-19 64,-20 41 96,0-23 32,-20 3 33,0-1-97,20-1 0,-39 1-321,39 0-479,-20-20-1122,20-1-1409,-20 1-3171</inkml:trace>
  <inkml:trace contextRef="#ctx0" brushRef="#br0" timeOffset="145414.317">2262 5544 11915,'-40'40'1281,"40"-40"-1089,0 0 225,0 19 608,0-19 192,20-19 64,0 19-480,19-20-289,1-20-416,19 0 64,22-19-31,-2 18-65,0-17-193,0-2-159,-19 1-384,-21 18-578,1-18-1216,-20 19-2403</inkml:trace>
  <inkml:trace contextRef="#ctx0" brushRef="#br0" timeOffset="145638.327">2698 5027 11306,'-79'20'1602,"58"0"-1218,21-20-480,21 0 192,-1 0 897,20-20-224,19 0-321,0 0-192,-19 0-95,21 20 31,-3-19-256,-17 19-161,-2 0 386,-19 39-289,-20 1 352,0 0 96,-41 20-32,23 19-224,-23 1 64,21-21-256,0 21-640,2-21-1474,-3 21-3332</inkml:trace>
  <inkml:trace contextRef="#ctx0" brushRef="#br0" timeOffset="149503.55">11294 3715 14798,'0'40'1537,"0"-60"-800,0 20-481,20-20-192,19 1 96,1-22 128,19 2-95,22 0-161,-22-21 0,0 20 0,1 0-289,-21 20-1696,-19-19-4293</inkml:trace>
  <inkml:trace contextRef="#ctx0" brushRef="#br0" timeOffset="149769.566">11373 3338 9320,'-20'20'1666,"20"-20"-1602,0 0-64,-18 20-96,18 19 192,-21 1 801,1 0 544,0 19-288,20 1-160,-20 0-160,20-1-417,0-19-95,20-20-33,-20 20-64,20-21 289,21-19-1,-3 21-63,3-21-161,18 0-96,1-21-128,19 21-96,-40 0-641,21-19-800,-40 38-2371,-1-19-8263</inkml:trace>
  <inkml:trace contextRef="#ctx0" brushRef="#br0" timeOffset="150173.588">10997 6398 10217,'-21'-19'4933,"1"-1"-4965,20-1 32,20 2 32,21-1 224,-3 0 673,3-20-32,38 20-513,-19-20-64,19 1-255,-20 19-33,-18 0-897,-21 0-1057,-2 0-1890</inkml:trace>
  <inkml:trace contextRef="#ctx0" brushRef="#br0" timeOffset="150433.604">11055 6179 13196,'-20'21'-673,"40"-21"577,-20 0 128,21 19-32,-21 1 96,0 1 353,0 18-385,0 0-32,0 2 160,0-2 257,0-19 159,20 0 161,0-20-32,-1 0 63,21 0-255,20 0-257,-21-20-64,22 0-128,-3 0-32,-17 1-288,-2 19-1217,1 0-4164</inkml:trace>
  <inkml:trace contextRef="#ctx0" brushRef="#br0" timeOffset="150959.634">10956 9001 14573,'0'0'1538,"0"0"-1250,0 0 353,20-20-97,21-20 1,-23 21-257,43-21-160,-2 0-96,1 1 0,-21-1-32,21 20-160,-39-20-320,-3 21-834,2 19-1729,-20-21-3619</inkml:trace>
  <inkml:trace contextRef="#ctx0" brushRef="#br0" timeOffset="151248.65">11035 8723 10570,'20'0'864,"1"0"-1664,-21 0 191,0 0-224,0 20 513,-21 0 224,21 20-192,-20-1 31,-18 1 385,17 0 2115,21 0-1,-20-1-641,20-19-224,0 0-223,0 0-450,20-20-95,1 0-1,37 0-351,-17-20-1,38 0-128,-19 0-32,-1 20-64,-18-20-929,-23 20-736,2 0-2499</inkml:trace>
  <inkml:trace contextRef="#ctx0" brushRef="#br0" timeOffset="156662.96">6490 12717 10826,'-39'0'1313,"19"0"-801,0 0 353,-21 0 192,23 0 32,-2 0-320,-1 0-449,1 0-192,20 0 225,0 0 159,20 0-127,21 0-321,18 0 32,0 0-32,21 0-32,19 0 32,1-20-32,17 20 96,-17-20-192,19 0 128,0 1-64,-19 19 32,-1-20-64,-39 20-160,-1 0 64,-18 0-481,-23 0-608,-18 20-865,0-1-1729,0 1-2211</inkml:trace>
  <inkml:trace contextRef="#ctx0" brushRef="#br0" timeOffset="171864.827">515 6618 11146,'-41'19'352,"23"0"-95,18 2 800,0-21 160,18 19-96,23 2-320,-21 18-289,39 1-320,-19-20-64,19 19 1,1 1-65,-1-20-64,0 20-225,-18-21-95,-1 1-256,-1-20-834,-19 20-1633,0-20-3074</inkml:trace>
  <inkml:trace contextRef="#ctx0" brushRef="#br0" timeOffset="172065.841">891 6656 5445,'0'0'7751,"0"21"-7911,0-2 224,-20 2 192,20 18 225,-18 1-33,-2 19-352,-1-19-288,1 20-705,0-1 64,1 1-96,19-20-1473,-20-21-4965</inkml:trace>
  <inkml:trace contextRef="#ctx0" brushRef="#br0" timeOffset="172296.849">1070 6974 10698,'20'-19'1345,"-20"19"-1505,0 0 896,20 19 898,-20-19-289,0 20-352,20 0-608,-20 0-289,20 0-64,-20 19-224,19-18-513,-19-2-737,20 2-1632,-20-21-1283</inkml:trace>
  <inkml:trace contextRef="#ctx0" brushRef="#br0" timeOffset="172584.87">1189 6656 13869,'-20'0'-96,"20"0"31,0 21 994,20-21-32,0 19-160,0 2-225,21-2-416,-3 1-63,-17 0-66,38 0-287,-39 0-417,20-20-416,-1 20-256,-19-1 192,0-19-865,0 0-833</inkml:trace>
  <inkml:trace contextRef="#ctx0" brushRef="#br0" timeOffset="172772.879">1468 6597 14862,'0'21'576,"-20"-2"-704,20-19 288,0 19 417,-20 21-33,20-19-384,0 18-160,0 1-544,-20 0-609,20-21-513,0 21-2049</inkml:trace>
  <inkml:trace contextRef="#ctx0" brushRef="#br0" timeOffset="173055.897">1606 6736 12139,'40'-19'577,"-40"19"640,21 0 705,-3-21-801,2 21-481,1 0-287,-1 21-289,0-21 96,-2 19-96,3 1-32,-21 0 64,0 0 0,0 0-64,0-20 32,0 20-128,0-20 128,0 19 0,20-19 32,0 0-128,0 0-96,-1 0-513,21 0-1312,-20 0-3204</inkml:trace>
  <inkml:trace contextRef="#ctx0" brushRef="#br0" timeOffset="173522.922">812 7610 13068,'-20'0'1569,"0"0"-1441,20 0 353,0 0 1024,0 19-352,20-19-672,0 21-257,1-21-192,17 20 32,3 0-160,-1 0-224,-1 0-289,1-20-63,-20 19-289,19-19-1057,-19 0-2082</inkml:trace>
  <inkml:trace contextRef="#ctx0" brushRef="#br0" timeOffset="173708.935">1070 7530 14669,'-19'40'-32,"-1"-40"-96,20 21 961,-20 17 256,0-17-833,0 19-256,1 0-544,19-1-1410,-20 1-1633,20 0-2467</inkml:trace>
  <inkml:trace contextRef="#ctx0" brushRef="#br0" timeOffset="174106.957">1250 7629 15406,'0'0'-64,"-21"21"160,21-21 833,0 0-224,0 0-609,0 0 0,21-21-96,-1 21-32,-2 0 0,-18 0 0,20 0-32,-20 21 32,21-21 64,-21 20 128,0-20 96,0 20-96,0 0-32,0-20-64,0 20-32,0-20-32,20 19-384,0-19-257,-1 0-608,1 0-769,0-19-1249,0 19-1729</inkml:trace>
  <inkml:trace contextRef="#ctx0" brushRef="#br0" timeOffset="174294.968">1448 7471 14958,'0'20'-257,"0"-20"770,0 19 992,20-19-608,-1 20-288,1-20-385,20 21-160,-1-21-192,-19 0-224,20 0-417,-19 0-1537,-3 0-2787</inkml:trace>
  <inkml:trace contextRef="#ctx0" brushRef="#br0" timeOffset="174460.978">1646 7312 11979,'0'40'2562,"-20"-1"-2530,20 1 225,0-20 351,-20 20-512,20-1-384,0 1-2242,0 0-4709</inkml:trace>
  <inkml:trace contextRef="#ctx0" brushRef="#br0" timeOffset="174827.998">1766 7431 15951,'39'-20'384,"-19"0"-128,0 20 705,0-19-673,-1 19 1,1 0-129,0 0-192,-20 0-192,20 19 95,-20-19 129,0 20-64,0 0-160,0-20 160,0 20 0,0 0 96,0-20-96,0 20-32,20-20-32,-20 19 64,19-19 0,1 0-64,0 20-33,0-20 97,-20 21-128,21-21-320,-21 19-353,0-19 128,0 21 865,0-2 257,0-19-1,-21 19-64,1-19-127,0 21-322,20-21-1216,-20 20-5798</inkml:trace>
  <inkml:trace contextRef="#ctx0" brushRef="#br0" timeOffset="178271.196">6053 11326 7943,'0'0'1217,"0"0"-1057,0 0 161,20 0 608,-20 0 736,0 20-352,0 20-416,0-1-160,0 1 0,20 0-1,-20 0-223,0 20-289,0-1-160,0 1 32,0-1-128,0 21 64,0-20-64,0 19 64,0-19-96,0 19 64,20-20 32,-20 1-64,0-1 96,0-18-96,-20-22 0,20 1 64,20 19-64,-20-18 32,0 19 0,0-21-32,20 2-64,-20-21 32,0 19 32,0 1 32,19-20 32,-19 20 0,0-20 0,20 0 0,0 20 0,-20-20-32,20 0 32,0 0-32,-20 20 0,21-20 0,-3 0 32,2 19-32,-20-19 32,20 0 96,1 0 64,-1 0-63,-2 20-65,23-20 0,-21 0-128,19 0 64,1 0 0,0 0 0,19 0 0,-19 0 96,19 0-289,-18 0 193,18 0-224,-1 0 128,3 0 160,-22 0-128,21 0 64,-20 0-192,19 0 448,-18 0-224,18 0 0,-1-20-64,3 20 32,-22-19 0,21 19 0,-40-20-96,19 20 32,1 0 64,-19-20-32,-3 20 64,22 0-32,-19 0 32,-1 0-32,-2 0 0,3 0 32,-1 0-32,-20 0 0,20 0 0,0 0-64,-20 20 64,19-20 0,-19 0 0,0 0-96,20 0 0,-20 0 96,0-20 0,0 20 0,0-20 0,0 20 0,-20-20 0,20-20 0,0 21-160,0-42-257,0 2 225,-19-20 192,19-1-32,0 1-32,0 0 64,0-1 0,19 0-32,-19-19 96,0 20-224,20-20-288,0 0 351,-20 19-191,0 20-256,0 0 352,-20 1 159,20 19 258,0 1-1,-20 19-96,20-20-224,0 20 64,0 0 32,0 1 0,0-2 0,0 21-160,0 0 64,-19 0 32,-1 0 32,0 0 0,0 21 32,-1-21 0,-17 0 32,-3 0 0,-18 0 192,-20 0 160,-20 0 161,-20 0 31,-21 0 161,1 0 128,1 0-129,-2 0-447,2 19-225,19-19-32,-1 20-32,1 0-256,20 0-1154,40 20-1505,-2-21-1857,3 1-4068</inkml:trace>
  <inkml:trace contextRef="#ctx0" brushRef="#br0" timeOffset="184977.579">15364 4928 4003,'0'20'993,"0"-20"1089,-20 0-801,20 20 577,0-20-160,0 0 63,0 0-1056,0-20 256,0 20-577,0 0 577,0 0-961,20-20 481,-20 20-321,20-20 0,0 20-32,-20-20 192,19 0-127,1-19-97,-20-1-32,20 0 64,0-20 160,0 1-128,-1-21 33,1 1-193,0-21 96,21-19-192,-3-1 96,3 21-129,-3 0-255,3 19 320,-21 21 64,0 39-128,-20 20-192,0 0-641,0 20-577,-20 20-1152,0 0-3812</inkml:trace>
  <inkml:trace contextRef="#ctx0" brushRef="#br0" timeOffset="185461.607">15125 4570 13100,'0'-20'1665,"0"20"-864,0 0-384,0 20-449,20 0 32,0-1 128,1 21 64,-3 0-64,2 20 64,0-20-32,1 0 289,-1-1-129,19 1 0,-19-20 129,0 0 288,20 0-193,-1-20 161,1-20-545,19-20 545,2 20 31,18-19-319,-20-2-97,1 1-160,-1 1-128,-19 18 32,-1 2-32,-19-1-384,0 0-865,-20 20-1250,0 20-2337</inkml:trace>
  <inkml:trace contextRef="#ctx0" brushRef="#br0" timeOffset="208414.919">10679 10472 544,'0'-20'833,"-20"20"0,20 0 256,0-20 64,0 20 0,-21 0-288,21-20 31,0 20-63,-18 0 0,18 0 160,0 0 128,0-19 32,0 19-256,-20 0-417,20 0-95,0 0-65,0 19 97,0-19 191,20 20 33,-20 0-97,18 0-95,23 19-97,-21 1-160,19 1-32,21-2 32,-21 21 1,21-21-1,19 1-64,-20 0-96,2-1 64,-2-19-96,-19 20 0,0-20 0,-21 0-192,1 0-160,-20-1-193,0-19-224,0 0-384,-20 0-801,20 0-1793,-19-19-2691</inkml:trace>
  <inkml:trace contextRef="#ctx0" brushRef="#br0" timeOffset="208978.952">10559 10830 6886,'0'19'993,"0"-19"-513,0 0 738,0 0 191,-20 0 417,20 0-449,0 0-704,0 0-289,0-19-96,0-1 129,0 0-97,0-20-192,20 1-64,-20-2-32,0-18 0,0 19-32,0-20-32,0 1 32,0 0 0,0 19 0,0 20 0,0 0 96,0 0 225,0 0-65,21 20-32,-1 0-32,0 20-32,19-20-32,1 0 33,19 20-65,1-20 64,-1 0 32,0-20-160,-19 20-64,19 0-64,-18 0-449,-21 0-928,0 0-2275,-1 20-6245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1/15/2019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14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88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98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86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96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usano</a:t>
            </a:r>
            <a:r>
              <a:rPr lang="en-US" dirty="0"/>
              <a:t> </a:t>
            </a:r>
            <a:r>
              <a:rPr lang="en-US" dirty="0" err="1"/>
              <a:t>funzioni</a:t>
            </a:r>
            <a:r>
              <a:rPr lang="en-US" dirty="0"/>
              <a:t> di </a:t>
            </a:r>
            <a:r>
              <a:rPr lang="en-US" dirty="0" err="1"/>
              <a:t>attivazione</a:t>
            </a:r>
            <a:r>
              <a:rPr lang="en-US" dirty="0"/>
              <a:t> non </a:t>
            </a:r>
            <a:r>
              <a:rPr lang="en-US" dirty="0" err="1"/>
              <a:t>lineari</a:t>
            </a:r>
            <a:r>
              <a:rPr lang="en-US" dirty="0"/>
              <a:t> come logistic allora MLP </a:t>
            </a:r>
            <a:r>
              <a:rPr lang="en-US" dirty="0" err="1"/>
              <a:t>diventano</a:t>
            </a:r>
            <a:r>
              <a:rPr lang="en-US" dirty="0"/>
              <a:t> </a:t>
            </a:r>
            <a:r>
              <a:rPr lang="en-US" dirty="0" err="1"/>
              <a:t>approssimatori</a:t>
            </a:r>
            <a:r>
              <a:rPr lang="en-US" dirty="0"/>
              <a:t> </a:t>
            </a:r>
            <a:r>
              <a:rPr lang="en-US" dirty="0" err="1"/>
              <a:t>universali</a:t>
            </a:r>
            <a:r>
              <a:rPr lang="en-US" dirty="0"/>
              <a:t> di </a:t>
            </a:r>
            <a:r>
              <a:rPr lang="en-US" dirty="0" err="1"/>
              <a:t>funzioni</a:t>
            </a:r>
            <a:endParaRPr lang="en-US" dirty="0"/>
          </a:p>
          <a:p>
            <a:r>
              <a:rPr lang="en-US" dirty="0"/>
              <a:t>Se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usano</a:t>
            </a:r>
            <a:r>
              <a:rPr lang="en-US" dirty="0"/>
              <a:t> solo linear units allora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collassare</a:t>
            </a:r>
            <a:r>
              <a:rPr lang="en-US" dirty="0"/>
              <a:t> </a:t>
            </a:r>
            <a:r>
              <a:rPr lang="en-US" dirty="0" err="1"/>
              <a:t>tutto</a:t>
            </a:r>
            <a:r>
              <a:rPr lang="en-US" dirty="0"/>
              <a:t> a 2 </a:t>
            </a:r>
            <a:r>
              <a:rPr lang="en-US" dirty="0" err="1"/>
              <a:t>livelli</a:t>
            </a:r>
            <a:r>
              <a:rPr lang="en-US" dirty="0"/>
              <a:t> input-output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47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18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95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19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6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4.png"/><Relationship Id="rId5" Type="http://schemas.openxmlformats.org/officeDocument/2006/relationships/tags" Target="../tags/tag6.xml"/><Relationship Id="rId15" Type="http://schemas.openxmlformats.org/officeDocument/2006/relationships/image" Target="../media/image8.png"/><Relationship Id="rId10" Type="http://schemas.openxmlformats.org/officeDocument/2006/relationships/image" Target="../media/image3.png"/><Relationship Id="rId4" Type="http://schemas.openxmlformats.org/officeDocument/2006/relationships/tags" Target="../tags/tag5.xml"/><Relationship Id="rId9" Type="http://schemas.openxmlformats.org/officeDocument/2006/relationships/image" Target="../media/image2.png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22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12" Type="http://schemas.openxmlformats.org/officeDocument/2006/relationships/image" Target="../media/image21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15.jpeg"/><Relationship Id="rId11" Type="http://schemas.openxmlformats.org/officeDocument/2006/relationships/image" Target="../media/image20.jpeg"/><Relationship Id="rId5" Type="http://schemas.openxmlformats.org/officeDocument/2006/relationships/image" Target="../media/image14.jpeg"/><Relationship Id="rId10" Type="http://schemas.openxmlformats.org/officeDocument/2006/relationships/image" Target="../media/image19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Relationship Id="rId14" Type="http://schemas.openxmlformats.org/officeDocument/2006/relationships/image" Target="../media/image2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tags" Target="../tags/tag11.xml"/><Relationship Id="rId7" Type="http://schemas.openxmlformats.org/officeDocument/2006/relationships/image" Target="../media/image29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8.png"/><Relationship Id="rId5" Type="http://schemas.openxmlformats.org/officeDocument/2006/relationships/image" Target="../media/image9.jpg"/><Relationship Id="rId10" Type="http://schemas.openxmlformats.org/officeDocument/2006/relationships/image" Target="../media/image35.emf"/><Relationship Id="rId4" Type="http://schemas.openxmlformats.org/officeDocument/2006/relationships/slideLayout" Target="../slideLayouts/slideLayout47.xml"/><Relationship Id="rId9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4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54.png"/><Relationship Id="rId3" Type="http://schemas.openxmlformats.org/officeDocument/2006/relationships/tags" Target="../tags/tag14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38.png"/><Relationship Id="rId17" Type="http://schemas.openxmlformats.org/officeDocument/2006/relationships/image" Target="../media/image53.png"/><Relationship Id="rId2" Type="http://schemas.openxmlformats.org/officeDocument/2006/relationships/tags" Target="../tags/tag13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37.png"/><Relationship Id="rId5" Type="http://schemas.openxmlformats.org/officeDocument/2006/relationships/tags" Target="../tags/tag16.xml"/><Relationship Id="rId15" Type="http://schemas.openxmlformats.org/officeDocument/2006/relationships/image" Target="../media/image51.png"/><Relationship Id="rId10" Type="http://schemas.openxmlformats.org/officeDocument/2006/relationships/image" Target="../media/image36.png"/><Relationship Id="rId19" Type="http://schemas.openxmlformats.org/officeDocument/2006/relationships/image" Target="../media/image55.png"/><Relationship Id="rId4" Type="http://schemas.openxmlformats.org/officeDocument/2006/relationships/tags" Target="../tags/tag15.xml"/><Relationship Id="rId9" Type="http://schemas.openxmlformats.org/officeDocument/2006/relationships/image" Target="../media/image35.png"/><Relationship Id="rId14" Type="http://schemas.openxmlformats.org/officeDocument/2006/relationships/image" Target="../media/image50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13" Type="http://schemas.openxmlformats.org/officeDocument/2006/relationships/image" Target="../media/image38.png"/><Relationship Id="rId18" Type="http://schemas.openxmlformats.org/officeDocument/2006/relationships/image" Target="../media/image53.png"/><Relationship Id="rId3" Type="http://schemas.openxmlformats.org/officeDocument/2006/relationships/tags" Target="../tags/tag20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37.png"/><Relationship Id="rId17" Type="http://schemas.openxmlformats.org/officeDocument/2006/relationships/image" Target="../media/image52.png"/><Relationship Id="rId2" Type="http://schemas.openxmlformats.org/officeDocument/2006/relationships/tags" Target="../tags/tag19.xml"/><Relationship Id="rId16" Type="http://schemas.openxmlformats.org/officeDocument/2006/relationships/image" Target="../media/image51.png"/><Relationship Id="rId20" Type="http://schemas.openxmlformats.org/officeDocument/2006/relationships/image" Target="../media/image41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36.png"/><Relationship Id="rId5" Type="http://schemas.openxmlformats.org/officeDocument/2006/relationships/tags" Target="../tags/tag22.xml"/><Relationship Id="rId15" Type="http://schemas.openxmlformats.org/officeDocument/2006/relationships/image" Target="../media/image59.png"/><Relationship Id="rId10" Type="http://schemas.openxmlformats.org/officeDocument/2006/relationships/image" Target="../media/image35.png"/><Relationship Id="rId19" Type="http://schemas.openxmlformats.org/officeDocument/2006/relationships/image" Target="../media/image54.png"/><Relationship Id="rId4" Type="http://schemas.openxmlformats.org/officeDocument/2006/relationships/tags" Target="../tags/tag21.xml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13" Type="http://schemas.openxmlformats.org/officeDocument/2006/relationships/image" Target="../media/image38.png"/><Relationship Id="rId18" Type="http://schemas.openxmlformats.org/officeDocument/2006/relationships/image" Target="../media/image53.png"/><Relationship Id="rId3" Type="http://schemas.openxmlformats.org/officeDocument/2006/relationships/tags" Target="../tags/tag26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37.png"/><Relationship Id="rId17" Type="http://schemas.openxmlformats.org/officeDocument/2006/relationships/image" Target="../media/image52.png"/><Relationship Id="rId2" Type="http://schemas.openxmlformats.org/officeDocument/2006/relationships/tags" Target="../tags/tag25.xml"/><Relationship Id="rId16" Type="http://schemas.openxmlformats.org/officeDocument/2006/relationships/image" Target="../media/image51.png"/><Relationship Id="rId20" Type="http://schemas.openxmlformats.org/officeDocument/2006/relationships/image" Target="../media/image42.png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image" Target="../media/image36.png"/><Relationship Id="rId5" Type="http://schemas.openxmlformats.org/officeDocument/2006/relationships/tags" Target="../tags/tag28.xml"/><Relationship Id="rId15" Type="http://schemas.openxmlformats.org/officeDocument/2006/relationships/image" Target="../media/image500.png"/><Relationship Id="rId10" Type="http://schemas.openxmlformats.org/officeDocument/2006/relationships/image" Target="../media/image35.png"/><Relationship Id="rId19" Type="http://schemas.openxmlformats.org/officeDocument/2006/relationships/image" Target="../media/image54.png"/><Relationship Id="rId4" Type="http://schemas.openxmlformats.org/officeDocument/2006/relationships/tags" Target="../tags/tag27.xml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47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46.png"/><Relationship Id="rId2" Type="http://schemas.openxmlformats.org/officeDocument/2006/relationships/tags" Target="../tags/tag31.xml"/><Relationship Id="rId16" Type="http://schemas.openxmlformats.org/officeDocument/2006/relationships/image" Target="../media/image650.png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image" Target="../media/image45.png"/><Relationship Id="rId5" Type="http://schemas.openxmlformats.org/officeDocument/2006/relationships/tags" Target="../tags/tag34.xml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tags" Target="../tags/tag33.xml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3" Type="http://schemas.openxmlformats.org/officeDocument/2006/relationships/image" Target="../media/image670.png"/><Relationship Id="rId21" Type="http://schemas.openxmlformats.org/officeDocument/2006/relationships/image" Target="../media/image69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image" Target="../media/image50.png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0.png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4" Type="http://schemas.openxmlformats.org/officeDocument/2006/relationships/image" Target="../media/image680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tags" Target="../tags/tag49.xml"/><Relationship Id="rId18" Type="http://schemas.openxmlformats.org/officeDocument/2006/relationships/image" Target="../media/image58.png"/><Relationship Id="rId26" Type="http://schemas.openxmlformats.org/officeDocument/2006/relationships/image" Target="../media/image67.png"/><Relationship Id="rId3" Type="http://schemas.openxmlformats.org/officeDocument/2006/relationships/tags" Target="../tags/tag39.xml"/><Relationship Id="rId21" Type="http://schemas.openxmlformats.org/officeDocument/2006/relationships/image" Target="../media/image62.png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slideLayout" Target="../slideLayouts/slideLayout47.xml"/><Relationship Id="rId25" Type="http://schemas.openxmlformats.org/officeDocument/2006/relationships/image" Target="../media/image66.png"/><Relationship Id="rId33" Type="http://schemas.openxmlformats.org/officeDocument/2006/relationships/image" Target="../media/image100.png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image" Target="../media/image61.png"/><Relationship Id="rId29" Type="http://schemas.openxmlformats.org/officeDocument/2006/relationships/image" Target="../media/image86.png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24" Type="http://schemas.openxmlformats.org/officeDocument/2006/relationships/image" Target="../media/image65.png"/><Relationship Id="rId32" Type="http://schemas.openxmlformats.org/officeDocument/2006/relationships/image" Target="../media/image99.png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23" Type="http://schemas.openxmlformats.org/officeDocument/2006/relationships/image" Target="../media/image64.png"/><Relationship Id="rId28" Type="http://schemas.openxmlformats.org/officeDocument/2006/relationships/image" Target="../media/image85.png"/><Relationship Id="rId10" Type="http://schemas.openxmlformats.org/officeDocument/2006/relationships/tags" Target="../tags/tag46.xml"/><Relationship Id="rId19" Type="http://schemas.openxmlformats.org/officeDocument/2006/relationships/image" Target="../media/image60.png"/><Relationship Id="rId31" Type="http://schemas.openxmlformats.org/officeDocument/2006/relationships/image" Target="../media/image88.png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30" Type="http://schemas.openxmlformats.org/officeDocument/2006/relationships/image" Target="../media/image87.png"/><Relationship Id="rId8" Type="http://schemas.openxmlformats.org/officeDocument/2006/relationships/tags" Target="../tags/tag4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image" Target="../media/image89.png"/><Relationship Id="rId18" Type="http://schemas.openxmlformats.org/officeDocument/2006/relationships/image" Target="../media/image66.png"/><Relationship Id="rId26" Type="http://schemas.openxmlformats.org/officeDocument/2006/relationships/image" Target="../media/image1080.png"/><Relationship Id="rId3" Type="http://schemas.openxmlformats.org/officeDocument/2006/relationships/tags" Target="../tags/tag55.xml"/><Relationship Id="rId21" Type="http://schemas.openxmlformats.org/officeDocument/2006/relationships/image" Target="../media/image94.png"/><Relationship Id="rId7" Type="http://schemas.openxmlformats.org/officeDocument/2006/relationships/tags" Target="../tags/tag59.xml"/><Relationship Id="rId12" Type="http://schemas.openxmlformats.org/officeDocument/2006/relationships/slideLayout" Target="../slideLayouts/slideLayout47.xml"/><Relationship Id="rId17" Type="http://schemas.openxmlformats.org/officeDocument/2006/relationships/image" Target="../media/image65.png"/><Relationship Id="rId25" Type="http://schemas.openxmlformats.org/officeDocument/2006/relationships/image" Target="../media/image1070.png"/><Relationship Id="rId2" Type="http://schemas.openxmlformats.org/officeDocument/2006/relationships/tags" Target="../tags/tag54.xml"/><Relationship Id="rId16" Type="http://schemas.openxmlformats.org/officeDocument/2006/relationships/image" Target="../media/image64.png"/><Relationship Id="rId20" Type="http://schemas.openxmlformats.org/officeDocument/2006/relationships/image" Target="../media/image93.png"/><Relationship Id="rId29" Type="http://schemas.openxmlformats.org/officeDocument/2006/relationships/image" Target="../media/image111.png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24" Type="http://schemas.openxmlformats.org/officeDocument/2006/relationships/image" Target="../media/image88.png"/><Relationship Id="rId32" Type="http://schemas.openxmlformats.org/officeDocument/2006/relationships/image" Target="../media/image99.png"/><Relationship Id="rId5" Type="http://schemas.openxmlformats.org/officeDocument/2006/relationships/tags" Target="../tags/tag57.xml"/><Relationship Id="rId15" Type="http://schemas.openxmlformats.org/officeDocument/2006/relationships/image" Target="../media/image91.png"/><Relationship Id="rId23" Type="http://schemas.openxmlformats.org/officeDocument/2006/relationships/image" Target="../media/image96.png"/><Relationship Id="rId28" Type="http://schemas.openxmlformats.org/officeDocument/2006/relationships/image" Target="../media/image110.png"/><Relationship Id="rId10" Type="http://schemas.openxmlformats.org/officeDocument/2006/relationships/tags" Target="../tags/tag62.xml"/><Relationship Id="rId19" Type="http://schemas.openxmlformats.org/officeDocument/2006/relationships/image" Target="../media/image92.png"/><Relationship Id="rId31" Type="http://schemas.openxmlformats.org/officeDocument/2006/relationships/image" Target="../media/image113.png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image" Target="../media/image90.png"/><Relationship Id="rId22" Type="http://schemas.openxmlformats.org/officeDocument/2006/relationships/image" Target="../media/image95.png"/><Relationship Id="rId27" Type="http://schemas.openxmlformats.org/officeDocument/2006/relationships/image" Target="../media/image109.png"/><Relationship Id="rId30" Type="http://schemas.openxmlformats.org/officeDocument/2006/relationships/image" Target="../media/image11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47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image" Target="../media/image46.png"/><Relationship Id="rId17" Type="http://schemas.openxmlformats.org/officeDocument/2006/relationships/image" Target="../media/image102.emf"/><Relationship Id="rId2" Type="http://schemas.openxmlformats.org/officeDocument/2006/relationships/tags" Target="../tags/tag65.xml"/><Relationship Id="rId16" Type="http://schemas.openxmlformats.org/officeDocument/2006/relationships/customXml" Target="../ink/ink3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45.png"/><Relationship Id="rId5" Type="http://schemas.openxmlformats.org/officeDocument/2006/relationships/tags" Target="../tags/tag68.xml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tags" Target="../tags/tag67.xml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tags" Target="../tags/tag73.xml"/><Relationship Id="rId7" Type="http://schemas.openxmlformats.org/officeDocument/2006/relationships/image" Target="../media/image44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43.png"/><Relationship Id="rId5" Type="http://schemas.openxmlformats.org/officeDocument/2006/relationships/slideLayout" Target="../slideLayouts/slideLayout47.xml"/><Relationship Id="rId4" Type="http://schemas.openxmlformats.org/officeDocument/2006/relationships/tags" Target="../tags/tag74.xml"/><Relationship Id="rId9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77.xml"/><Relationship Id="rId7" Type="http://schemas.openxmlformats.org/officeDocument/2006/relationships/image" Target="../media/image37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101.png"/><Relationship Id="rId5" Type="http://schemas.openxmlformats.org/officeDocument/2006/relationships/tags" Target="../tags/tag79.xml"/><Relationship Id="rId10" Type="http://schemas.openxmlformats.org/officeDocument/2006/relationships/image" Target="../media/image98.png"/><Relationship Id="rId4" Type="http://schemas.openxmlformats.org/officeDocument/2006/relationships/tags" Target="../tags/tag78.xml"/><Relationship Id="rId9" Type="http://schemas.openxmlformats.org/officeDocument/2006/relationships/image" Target="../media/image9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image" Target="../media/image103.png"/><Relationship Id="rId18" Type="http://schemas.openxmlformats.org/officeDocument/2006/relationships/image" Target="../media/image45.png"/><Relationship Id="rId26" Type="http://schemas.openxmlformats.org/officeDocument/2006/relationships/image" Target="../media/image125.png"/><Relationship Id="rId3" Type="http://schemas.openxmlformats.org/officeDocument/2006/relationships/tags" Target="../tags/tag82.xml"/><Relationship Id="rId21" Type="http://schemas.openxmlformats.org/officeDocument/2006/relationships/image" Target="../media/image107.png"/><Relationship Id="rId7" Type="http://schemas.openxmlformats.org/officeDocument/2006/relationships/tags" Target="../tags/tag86.xml"/><Relationship Id="rId12" Type="http://schemas.openxmlformats.org/officeDocument/2006/relationships/image" Target="../media/image102.png"/><Relationship Id="rId17" Type="http://schemas.openxmlformats.org/officeDocument/2006/relationships/image" Target="../media/image44.png"/><Relationship Id="rId25" Type="http://schemas.openxmlformats.org/officeDocument/2006/relationships/image" Target="../media/image124.png"/><Relationship Id="rId2" Type="http://schemas.openxmlformats.org/officeDocument/2006/relationships/tags" Target="../tags/tag81.xml"/><Relationship Id="rId16" Type="http://schemas.openxmlformats.org/officeDocument/2006/relationships/image" Target="../media/image104.png"/><Relationship Id="rId20" Type="http://schemas.openxmlformats.org/officeDocument/2006/relationships/image" Target="../media/image106.png"/><Relationship Id="rId29" Type="http://schemas.openxmlformats.org/officeDocument/2006/relationships/image" Target="../media/image128.png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slideLayout" Target="../slideLayouts/slideLayout47.xml"/><Relationship Id="rId24" Type="http://schemas.openxmlformats.org/officeDocument/2006/relationships/image" Target="../media/image1230.png"/><Relationship Id="rId5" Type="http://schemas.openxmlformats.org/officeDocument/2006/relationships/tags" Target="../tags/tag84.xml"/><Relationship Id="rId15" Type="http://schemas.openxmlformats.org/officeDocument/2006/relationships/image" Target="../media/image38.png"/><Relationship Id="rId23" Type="http://schemas.openxmlformats.org/officeDocument/2006/relationships/image" Target="../media/image1220.png"/><Relationship Id="rId28" Type="http://schemas.openxmlformats.org/officeDocument/2006/relationships/image" Target="../media/image127.png"/><Relationship Id="rId10" Type="http://schemas.openxmlformats.org/officeDocument/2006/relationships/tags" Target="../tags/tag89.xml"/><Relationship Id="rId19" Type="http://schemas.openxmlformats.org/officeDocument/2006/relationships/image" Target="../media/image105.png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image" Target="../media/image37.png"/><Relationship Id="rId22" Type="http://schemas.openxmlformats.org/officeDocument/2006/relationships/image" Target="../media/image108.png"/><Relationship Id="rId27" Type="http://schemas.openxmlformats.org/officeDocument/2006/relationships/image" Target="../media/image126.png"/><Relationship Id="rId30" Type="http://schemas.openxmlformats.org/officeDocument/2006/relationships/image" Target="../media/image12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44.png"/><Relationship Id="rId18" Type="http://schemas.openxmlformats.org/officeDocument/2006/relationships/image" Target="../media/image133.png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image" Target="../media/image104.png"/><Relationship Id="rId17" Type="http://schemas.openxmlformats.org/officeDocument/2006/relationships/image" Target="../media/image132.png"/><Relationship Id="rId2" Type="http://schemas.openxmlformats.org/officeDocument/2006/relationships/tags" Target="../tags/tag91.xml"/><Relationship Id="rId16" Type="http://schemas.openxmlformats.org/officeDocument/2006/relationships/image" Target="../media/image131.png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image" Target="../media/image38.png"/><Relationship Id="rId5" Type="http://schemas.openxmlformats.org/officeDocument/2006/relationships/tags" Target="../tags/tag94.xml"/><Relationship Id="rId15" Type="http://schemas.openxmlformats.org/officeDocument/2006/relationships/image" Target="../media/image130.png"/><Relationship Id="rId10" Type="http://schemas.openxmlformats.org/officeDocument/2006/relationships/image" Target="../media/image37.png"/><Relationship Id="rId19" Type="http://schemas.openxmlformats.org/officeDocument/2006/relationships/image" Target="../media/image134.png"/><Relationship Id="rId4" Type="http://schemas.openxmlformats.org/officeDocument/2006/relationships/tags" Target="../tags/tag93.xml"/><Relationship Id="rId9" Type="http://schemas.openxmlformats.org/officeDocument/2006/relationships/image" Target="../media/image107.png"/><Relationship Id="rId1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image" Target="../media/image107.png"/><Relationship Id="rId18" Type="http://schemas.openxmlformats.org/officeDocument/2006/relationships/image" Target="../media/image117.png"/><Relationship Id="rId3" Type="http://schemas.openxmlformats.org/officeDocument/2006/relationships/tags" Target="../tags/tag99.xml"/><Relationship Id="rId21" Type="http://schemas.openxmlformats.org/officeDocument/2006/relationships/image" Target="../media/image141.png"/><Relationship Id="rId7" Type="http://schemas.openxmlformats.org/officeDocument/2006/relationships/tags" Target="../tags/tag103.xml"/><Relationship Id="rId12" Type="http://schemas.openxmlformats.org/officeDocument/2006/relationships/image" Target="../media/image115.png"/><Relationship Id="rId17" Type="http://schemas.openxmlformats.org/officeDocument/2006/relationships/image" Target="../media/image116.png"/><Relationship Id="rId2" Type="http://schemas.openxmlformats.org/officeDocument/2006/relationships/tags" Target="../tags/tag98.xml"/><Relationship Id="rId16" Type="http://schemas.openxmlformats.org/officeDocument/2006/relationships/image" Target="../media/image44.png"/><Relationship Id="rId20" Type="http://schemas.openxmlformats.org/officeDocument/2006/relationships/image" Target="../media/image140.png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image" Target="../media/image114.png"/><Relationship Id="rId5" Type="http://schemas.openxmlformats.org/officeDocument/2006/relationships/tags" Target="../tags/tag101.xml"/><Relationship Id="rId15" Type="http://schemas.openxmlformats.org/officeDocument/2006/relationships/image" Target="../media/image104.png"/><Relationship Id="rId23" Type="http://schemas.openxmlformats.org/officeDocument/2006/relationships/image" Target="../media/image143.png"/><Relationship Id="rId10" Type="http://schemas.openxmlformats.org/officeDocument/2006/relationships/slideLayout" Target="../slideLayouts/slideLayout47.xml"/><Relationship Id="rId19" Type="http://schemas.openxmlformats.org/officeDocument/2006/relationships/image" Target="../media/image139.png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image" Target="../media/image37.png"/><Relationship Id="rId22" Type="http://schemas.openxmlformats.org/officeDocument/2006/relationships/image" Target="../media/image142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tags" Target="../tags/tag118.xml"/><Relationship Id="rId18" Type="http://schemas.openxmlformats.org/officeDocument/2006/relationships/tags" Target="../tags/tag123.xml"/><Relationship Id="rId26" Type="http://schemas.openxmlformats.org/officeDocument/2006/relationships/slideLayout" Target="../slideLayouts/slideLayout47.xml"/><Relationship Id="rId39" Type="http://schemas.openxmlformats.org/officeDocument/2006/relationships/image" Target="../media/image144.png"/><Relationship Id="rId21" Type="http://schemas.openxmlformats.org/officeDocument/2006/relationships/tags" Target="../tags/tag126.xml"/><Relationship Id="rId34" Type="http://schemas.openxmlformats.org/officeDocument/2006/relationships/image" Target="../media/image123.png"/><Relationship Id="rId42" Type="http://schemas.openxmlformats.org/officeDocument/2006/relationships/image" Target="../media/image147.png"/><Relationship Id="rId47" Type="http://schemas.openxmlformats.org/officeDocument/2006/relationships/image" Target="../media/image162.png"/><Relationship Id="rId50" Type="http://schemas.openxmlformats.org/officeDocument/2006/relationships/image" Target="../media/image165.png"/><Relationship Id="rId55" Type="http://schemas.openxmlformats.org/officeDocument/2006/relationships/image" Target="../media/image170.png"/><Relationship Id="rId7" Type="http://schemas.openxmlformats.org/officeDocument/2006/relationships/tags" Target="../tags/tag112.xml"/><Relationship Id="rId2" Type="http://schemas.openxmlformats.org/officeDocument/2006/relationships/tags" Target="../tags/tag107.xml"/><Relationship Id="rId16" Type="http://schemas.openxmlformats.org/officeDocument/2006/relationships/tags" Target="../tags/tag121.xml"/><Relationship Id="rId29" Type="http://schemas.openxmlformats.org/officeDocument/2006/relationships/image" Target="../media/image119.png"/><Relationship Id="rId11" Type="http://schemas.openxmlformats.org/officeDocument/2006/relationships/tags" Target="../tags/tag116.xml"/><Relationship Id="rId24" Type="http://schemas.openxmlformats.org/officeDocument/2006/relationships/tags" Target="../tags/tag129.xml"/><Relationship Id="rId32" Type="http://schemas.openxmlformats.org/officeDocument/2006/relationships/image" Target="../media/image122.png"/><Relationship Id="rId37" Type="http://schemas.openxmlformats.org/officeDocument/2006/relationships/image" Target="../media/image137.png"/><Relationship Id="rId40" Type="http://schemas.openxmlformats.org/officeDocument/2006/relationships/image" Target="../media/image145.png"/><Relationship Id="rId45" Type="http://schemas.openxmlformats.org/officeDocument/2006/relationships/image" Target="../media/image160.png"/><Relationship Id="rId53" Type="http://schemas.openxmlformats.org/officeDocument/2006/relationships/image" Target="../media/image168.png"/><Relationship Id="rId58" Type="http://schemas.openxmlformats.org/officeDocument/2006/relationships/image" Target="../media/image173.png"/><Relationship Id="rId5" Type="http://schemas.openxmlformats.org/officeDocument/2006/relationships/tags" Target="../tags/tag110.xml"/><Relationship Id="rId61" Type="http://schemas.openxmlformats.org/officeDocument/2006/relationships/image" Target="../media/image176.png"/><Relationship Id="rId19" Type="http://schemas.openxmlformats.org/officeDocument/2006/relationships/tags" Target="../tags/tag124.xml"/><Relationship Id="rId14" Type="http://schemas.openxmlformats.org/officeDocument/2006/relationships/tags" Target="../tags/tag119.xml"/><Relationship Id="rId22" Type="http://schemas.openxmlformats.org/officeDocument/2006/relationships/tags" Target="../tags/tag127.xml"/><Relationship Id="rId27" Type="http://schemas.openxmlformats.org/officeDocument/2006/relationships/image" Target="../media/image98.png"/><Relationship Id="rId30" Type="http://schemas.openxmlformats.org/officeDocument/2006/relationships/image" Target="../media/image120.png"/><Relationship Id="rId35" Type="http://schemas.openxmlformats.org/officeDocument/2006/relationships/image" Target="../media/image135.png"/><Relationship Id="rId43" Type="http://schemas.openxmlformats.org/officeDocument/2006/relationships/image" Target="../media/image148.png"/><Relationship Id="rId48" Type="http://schemas.openxmlformats.org/officeDocument/2006/relationships/image" Target="../media/image163.png"/><Relationship Id="rId56" Type="http://schemas.openxmlformats.org/officeDocument/2006/relationships/image" Target="../media/image171.png"/><Relationship Id="rId8" Type="http://schemas.openxmlformats.org/officeDocument/2006/relationships/tags" Target="../tags/tag113.xml"/><Relationship Id="rId51" Type="http://schemas.openxmlformats.org/officeDocument/2006/relationships/image" Target="../media/image166.png"/><Relationship Id="rId3" Type="http://schemas.openxmlformats.org/officeDocument/2006/relationships/tags" Target="../tags/tag108.xml"/><Relationship Id="rId12" Type="http://schemas.openxmlformats.org/officeDocument/2006/relationships/tags" Target="../tags/tag117.xml"/><Relationship Id="rId17" Type="http://schemas.openxmlformats.org/officeDocument/2006/relationships/tags" Target="../tags/tag122.xml"/><Relationship Id="rId25" Type="http://schemas.openxmlformats.org/officeDocument/2006/relationships/tags" Target="../tags/tag130.xml"/><Relationship Id="rId33" Type="http://schemas.microsoft.com/office/2007/relationships/hdphoto" Target="../media/hdphoto1.wdp"/><Relationship Id="rId38" Type="http://schemas.openxmlformats.org/officeDocument/2006/relationships/image" Target="../media/image138.png"/><Relationship Id="rId46" Type="http://schemas.openxmlformats.org/officeDocument/2006/relationships/image" Target="../media/image161.png"/><Relationship Id="rId59" Type="http://schemas.openxmlformats.org/officeDocument/2006/relationships/image" Target="../media/image174.png"/><Relationship Id="rId20" Type="http://schemas.openxmlformats.org/officeDocument/2006/relationships/tags" Target="../tags/tag125.xml"/><Relationship Id="rId41" Type="http://schemas.openxmlformats.org/officeDocument/2006/relationships/image" Target="../media/image146.png"/><Relationship Id="rId54" Type="http://schemas.openxmlformats.org/officeDocument/2006/relationships/image" Target="../media/image169.png"/><Relationship Id="rId62" Type="http://schemas.openxmlformats.org/officeDocument/2006/relationships/image" Target="../media/image177.png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5" Type="http://schemas.openxmlformats.org/officeDocument/2006/relationships/tags" Target="../tags/tag120.xml"/><Relationship Id="rId23" Type="http://schemas.openxmlformats.org/officeDocument/2006/relationships/tags" Target="../tags/tag128.xml"/><Relationship Id="rId28" Type="http://schemas.openxmlformats.org/officeDocument/2006/relationships/image" Target="../media/image118.png"/><Relationship Id="rId36" Type="http://schemas.openxmlformats.org/officeDocument/2006/relationships/image" Target="../media/image136.png"/><Relationship Id="rId49" Type="http://schemas.openxmlformats.org/officeDocument/2006/relationships/image" Target="../media/image164.png"/><Relationship Id="rId57" Type="http://schemas.openxmlformats.org/officeDocument/2006/relationships/image" Target="../media/image172.png"/><Relationship Id="rId10" Type="http://schemas.openxmlformats.org/officeDocument/2006/relationships/tags" Target="../tags/tag115.xml"/><Relationship Id="rId31" Type="http://schemas.openxmlformats.org/officeDocument/2006/relationships/image" Target="../media/image121.png"/><Relationship Id="rId44" Type="http://schemas.openxmlformats.org/officeDocument/2006/relationships/image" Target="../media/image159.png"/><Relationship Id="rId52" Type="http://schemas.openxmlformats.org/officeDocument/2006/relationships/image" Target="../media/image167.png"/><Relationship Id="rId60" Type="http://schemas.openxmlformats.org/officeDocument/2006/relationships/image" Target="../media/image175.png"/><Relationship Id="rId4" Type="http://schemas.openxmlformats.org/officeDocument/2006/relationships/tags" Target="../tags/tag109.xml"/><Relationship Id="rId9" Type="http://schemas.openxmlformats.org/officeDocument/2006/relationships/tags" Target="../tags/tag1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6.png"/><Relationship Id="rId3" Type="http://schemas.openxmlformats.org/officeDocument/2006/relationships/tags" Target="../tags/tag133.xml"/><Relationship Id="rId7" Type="http://schemas.openxmlformats.org/officeDocument/2006/relationships/image" Target="../media/image150.png"/><Relationship Id="rId12" Type="http://schemas.openxmlformats.org/officeDocument/2006/relationships/image" Target="../media/image155.png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image" Target="../media/image149.jpeg"/><Relationship Id="rId11" Type="http://schemas.openxmlformats.org/officeDocument/2006/relationships/image" Target="../media/image154.png"/><Relationship Id="rId5" Type="http://schemas.openxmlformats.org/officeDocument/2006/relationships/slideLayout" Target="../slideLayouts/slideLayout47.xml"/><Relationship Id="rId10" Type="http://schemas.openxmlformats.org/officeDocument/2006/relationships/image" Target="../media/image153.png"/><Relationship Id="rId4" Type="http://schemas.openxmlformats.org/officeDocument/2006/relationships/tags" Target="../tags/tag134.xml"/><Relationship Id="rId9" Type="http://schemas.openxmlformats.org/officeDocument/2006/relationships/image" Target="../media/image152.jpe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13" Type="http://schemas.openxmlformats.org/officeDocument/2006/relationships/image" Target="../media/image154.png"/><Relationship Id="rId18" Type="http://schemas.openxmlformats.org/officeDocument/2006/relationships/image" Target="../media/image178.png"/><Relationship Id="rId3" Type="http://schemas.openxmlformats.org/officeDocument/2006/relationships/tags" Target="../tags/tag137.xml"/><Relationship Id="rId21" Type="http://schemas.openxmlformats.org/officeDocument/2006/relationships/image" Target="../media/image181.png"/><Relationship Id="rId7" Type="http://schemas.openxmlformats.org/officeDocument/2006/relationships/tags" Target="../tags/tag141.xml"/><Relationship Id="rId12" Type="http://schemas.openxmlformats.org/officeDocument/2006/relationships/image" Target="../media/image153.png"/><Relationship Id="rId17" Type="http://schemas.openxmlformats.org/officeDocument/2006/relationships/image" Target="../media/image158.png"/><Relationship Id="rId2" Type="http://schemas.openxmlformats.org/officeDocument/2006/relationships/tags" Target="../tags/tag136.xml"/><Relationship Id="rId16" Type="http://schemas.openxmlformats.org/officeDocument/2006/relationships/image" Target="../media/image157.png"/><Relationship Id="rId20" Type="http://schemas.openxmlformats.org/officeDocument/2006/relationships/image" Target="../media/image180.png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slideLayout" Target="../slideLayouts/slideLayout47.xml"/><Relationship Id="rId5" Type="http://schemas.openxmlformats.org/officeDocument/2006/relationships/tags" Target="../tags/tag139.xml"/><Relationship Id="rId15" Type="http://schemas.openxmlformats.org/officeDocument/2006/relationships/image" Target="../media/image156.png"/><Relationship Id="rId10" Type="http://schemas.openxmlformats.org/officeDocument/2006/relationships/tags" Target="../tags/tag144.xml"/><Relationship Id="rId19" Type="http://schemas.openxmlformats.org/officeDocument/2006/relationships/image" Target="../media/image179.png"/><Relationship Id="rId4" Type="http://schemas.openxmlformats.org/officeDocument/2006/relationships/tags" Target="../tags/tag138.xml"/><Relationship Id="rId9" Type="http://schemas.openxmlformats.org/officeDocument/2006/relationships/tags" Target="../tags/tag143.xml"/><Relationship Id="rId14" Type="http://schemas.openxmlformats.org/officeDocument/2006/relationships/image" Target="../media/image1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4865" y="2187111"/>
            <a:ext cx="4256087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Non-linear hypotheses</a:t>
            </a:r>
          </a:p>
        </p:txBody>
      </p:sp>
    </p:spTree>
    <p:extLst>
      <p:ext uri="{BB962C8B-B14F-4D97-AF65-F5344CB8AC3E}">
        <p14:creationId xmlns:p14="http://schemas.microsoft.com/office/powerpoint/2010/main" val="1554250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787033"/>
            <a:ext cx="3429000" cy="1086250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ross 38"/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Cross 39"/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ross 40"/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ross 41"/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ross 46"/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/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/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/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/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/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/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/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/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/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/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/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/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Cross 152"/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Cross 153"/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Cross 154"/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Cross 155"/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Cross 156"/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Cross 157"/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Cross 158"/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Cross 159"/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Cross 160"/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Cross 161"/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Cross 162"/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Cross 163"/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Cross 164"/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Cross 165"/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Cross 166"/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Cross 167"/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Cross 168"/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Cross 169"/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13" name="TextBox 12"/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9" name="Picture 8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172" name="TextBox 171"/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174" name="TextBox 173"/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176" name="TextBox 175"/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6" name="Picture 5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4559808" y="2043860"/>
            <a:ext cx="4203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Logistic regression with polynomial to get a non linear decision boundary</a:t>
            </a:r>
            <a:endParaRPr lang="it-IT" dirty="0"/>
          </a:p>
        </p:txBody>
      </p:sp>
      <p:sp>
        <p:nvSpPr>
          <p:cNvPr id="81" name="TextBox 80"/>
          <p:cNvSpPr txBox="1"/>
          <p:nvPr/>
        </p:nvSpPr>
        <p:spPr>
          <a:xfrm>
            <a:off x="4559808" y="2599716"/>
            <a:ext cx="4203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But… what about if you have several base features?</a:t>
            </a:r>
            <a:endParaRPr lang="it-IT" dirty="0"/>
          </a:p>
        </p:txBody>
      </p:sp>
      <p:sp>
        <p:nvSpPr>
          <p:cNvPr id="10" name="TextBox 9"/>
          <p:cNvSpPr txBox="1"/>
          <p:nvPr/>
        </p:nvSpPr>
        <p:spPr>
          <a:xfrm>
            <a:off x="3096644" y="3547918"/>
            <a:ext cx="5209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 number of total features quickly increases if you want a polynomial regression</a:t>
            </a:r>
          </a:p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GB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i="1" dirty="0"/>
              <a:t> </a:t>
            </a:r>
            <a:r>
              <a:rPr lang="en-GB" dirty="0"/>
              <a:t>if you want a degree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k</a:t>
            </a:r>
            <a:endParaRPr lang="it-IT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15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1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23950"/>
            <a:ext cx="2857500" cy="14097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13960" y="2634391"/>
            <a:ext cx="4533900" cy="202565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895521"/>
            <a:ext cx="1540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You see this: </a:t>
            </a:r>
          </a:p>
        </p:txBody>
      </p:sp>
      <p:pic>
        <p:nvPicPr>
          <p:cNvPr id="6" name="Picture 14" descr="StanleyTinyS_Number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97316" y="3014521"/>
            <a:ext cx="4165534" cy="1521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16"/>
          <p:cNvSpPr>
            <a:spLocks noChangeArrowheads="1"/>
          </p:cNvSpPr>
          <p:nvPr/>
        </p:nvSpPr>
        <p:spPr bwMode="auto">
          <a:xfrm>
            <a:off x="2422525" y="1700221"/>
            <a:ext cx="109537" cy="11271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8" name="Group 21"/>
          <p:cNvGrpSpPr>
            <a:grpSpLocks/>
          </p:cNvGrpSpPr>
          <p:nvPr/>
        </p:nvGrpSpPr>
        <p:grpSpPr bwMode="auto">
          <a:xfrm>
            <a:off x="2413860" y="1688241"/>
            <a:ext cx="5324475" cy="2609850"/>
            <a:chOff x="2286" y="1392"/>
            <a:chExt cx="3354" cy="1644"/>
          </a:xfrm>
        </p:grpSpPr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2784" y="1982"/>
              <a:ext cx="1601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But the camera sees this:</a:t>
              </a:r>
            </a:p>
          </p:txBody>
        </p:sp>
        <p:sp>
          <p:nvSpPr>
            <p:cNvPr id="10" name="Line 17"/>
            <p:cNvSpPr>
              <a:spLocks noChangeShapeType="1"/>
            </p:cNvSpPr>
            <p:nvPr/>
          </p:nvSpPr>
          <p:spPr bwMode="auto">
            <a:xfrm>
              <a:off x="2364" y="1398"/>
              <a:ext cx="3276" cy="57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8"/>
            <p:cNvSpPr>
              <a:spLocks noChangeShapeType="1"/>
            </p:cNvSpPr>
            <p:nvPr/>
          </p:nvSpPr>
          <p:spPr bwMode="auto">
            <a:xfrm>
              <a:off x="2292" y="1392"/>
              <a:ext cx="498" cy="59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9"/>
            <p:cNvSpPr>
              <a:spLocks noChangeShapeType="1"/>
            </p:cNvSpPr>
            <p:nvPr/>
          </p:nvSpPr>
          <p:spPr bwMode="auto">
            <a:xfrm>
              <a:off x="2286" y="1470"/>
              <a:ext cx="498" cy="15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this?</a:t>
            </a:r>
          </a:p>
        </p:txBody>
      </p:sp>
    </p:spTree>
    <p:extLst>
      <p:ext uri="{BB962C8B-B14F-4D97-AF65-F5344CB8AC3E}">
        <p14:creationId xmlns:p14="http://schemas.microsoft.com/office/powerpoint/2010/main" val="114349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27"/>
          <p:cNvSpPr txBox="1"/>
          <p:nvPr/>
        </p:nvSpPr>
        <p:spPr>
          <a:xfrm>
            <a:off x="301038" y="831849"/>
            <a:ext cx="4151248" cy="2389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4700194" y="831850"/>
            <a:ext cx="4151248" cy="2389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Computer Vision: Car detection</a:t>
            </a:r>
          </a:p>
        </p:txBody>
      </p:sp>
      <p:sp>
        <p:nvSpPr>
          <p:cNvPr id="79" name="Text Box 19"/>
          <p:cNvSpPr txBox="1">
            <a:spLocks noChangeArrowheads="1"/>
          </p:cNvSpPr>
          <p:nvPr/>
        </p:nvSpPr>
        <p:spPr bwMode="auto">
          <a:xfrm>
            <a:off x="4724400" y="3409950"/>
            <a:ext cx="1932260" cy="156966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dirty="0">
                <a:latin typeface="+mj-lt"/>
              </a:rPr>
              <a:t>Testing:</a:t>
            </a:r>
          </a:p>
          <a:p>
            <a:pPr algn="l">
              <a:spcBef>
                <a:spcPct val="0"/>
              </a:spcBef>
            </a:pPr>
            <a:endParaRPr lang="en-US" sz="2400" dirty="0">
              <a:latin typeface="+mj-lt"/>
            </a:endParaRPr>
          </a:p>
          <a:p>
            <a:pPr algn="l">
              <a:spcBef>
                <a:spcPct val="0"/>
              </a:spcBef>
            </a:pPr>
            <a:endParaRPr lang="en-US" sz="2400" dirty="0">
              <a:latin typeface="+mj-lt"/>
            </a:endParaRPr>
          </a:p>
          <a:p>
            <a:pPr algn="l">
              <a:spcBef>
                <a:spcPct val="0"/>
              </a:spcBef>
            </a:pPr>
            <a:r>
              <a:rPr lang="en-US" sz="2400" dirty="0">
                <a:latin typeface="+mj-lt"/>
              </a:rPr>
              <a:t>What is this?  </a:t>
            </a:r>
          </a:p>
        </p:txBody>
      </p:sp>
      <p:sp>
        <p:nvSpPr>
          <p:cNvPr id="86" name="Text Box 20"/>
          <p:cNvSpPr txBox="1">
            <a:spLocks noChangeArrowheads="1"/>
          </p:cNvSpPr>
          <p:nvPr/>
        </p:nvSpPr>
        <p:spPr bwMode="auto">
          <a:xfrm>
            <a:off x="6141793" y="2766236"/>
            <a:ext cx="1318034" cy="40011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latin typeface="+mj-lt"/>
              </a:rPr>
              <a:t>Not a car</a:t>
            </a:r>
          </a:p>
        </p:txBody>
      </p:sp>
      <p:sp>
        <p:nvSpPr>
          <p:cNvPr id="118" name="Text Box 20"/>
          <p:cNvSpPr txBox="1">
            <a:spLocks noChangeArrowheads="1"/>
          </p:cNvSpPr>
          <p:nvPr/>
        </p:nvSpPr>
        <p:spPr bwMode="auto">
          <a:xfrm>
            <a:off x="1730673" y="2769411"/>
            <a:ext cx="1318034" cy="40011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latin typeface="+mj-lt"/>
              </a:rPr>
              <a:t>Cars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81" y="1962150"/>
            <a:ext cx="1069848" cy="71617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088" y="3562350"/>
            <a:ext cx="1463075" cy="68217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752" y="1934836"/>
            <a:ext cx="1069848" cy="71311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610" y="1047750"/>
            <a:ext cx="1061990" cy="70799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45"/>
          <a:stretch/>
        </p:blipFill>
        <p:spPr>
          <a:xfrm>
            <a:off x="3121152" y="1047750"/>
            <a:ext cx="1069848" cy="69450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90" y="1047750"/>
            <a:ext cx="1069848" cy="708351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152" y="1940047"/>
            <a:ext cx="1069848" cy="716179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8429" y="1071286"/>
            <a:ext cx="1067845" cy="71560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5" b="2567"/>
          <a:stretch/>
        </p:blipFill>
        <p:spPr>
          <a:xfrm>
            <a:off x="4947401" y="1056894"/>
            <a:ext cx="1067845" cy="72538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68"/>
          <a:stretch/>
        </p:blipFill>
        <p:spPr>
          <a:xfrm>
            <a:off x="7548428" y="1966722"/>
            <a:ext cx="1067845" cy="71865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8" r="3764"/>
          <a:stretch/>
        </p:blipFill>
        <p:spPr>
          <a:xfrm>
            <a:off x="4953000" y="1971294"/>
            <a:ext cx="1067845" cy="70674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30"/>
          <a:stretch/>
        </p:blipFill>
        <p:spPr>
          <a:xfrm>
            <a:off x="6256660" y="1056929"/>
            <a:ext cx="1058540" cy="725389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734" y="1971294"/>
            <a:ext cx="1065466" cy="71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76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366" y="514350"/>
            <a:ext cx="2857500" cy="1409700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5606352" y="644363"/>
            <a:ext cx="1540333" cy="979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Learning Algorithm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4347879" y="1102728"/>
            <a:ext cx="952590" cy="0"/>
          </a:xfrm>
          <a:prstGeom prst="straightConnector1">
            <a:avLst/>
          </a:prstGeom>
          <a:noFill/>
          <a:ln w="381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19" name="Line Callout 1 (No Border) 18"/>
          <p:cNvSpPr/>
          <p:nvPr/>
        </p:nvSpPr>
        <p:spPr>
          <a:xfrm>
            <a:off x="2088244" y="166237"/>
            <a:ext cx="794825" cy="549252"/>
          </a:xfrm>
          <a:prstGeom prst="callout1">
            <a:avLst>
              <a:gd name="adj1" fmla="val 79493"/>
              <a:gd name="adj2" fmla="val 44341"/>
              <a:gd name="adj3" fmla="val 136797"/>
              <a:gd name="adj4" fmla="val 68644"/>
            </a:avLst>
          </a:prstGeom>
          <a:noFill/>
          <a:ln w="38100" cap="flat" cmpd="sng" algn="ctr">
            <a:solidFill>
              <a:schemeClr val="tx1"/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rPr>
              <a:t>pixel 1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0" name="Multiply 19"/>
          <p:cNvSpPr>
            <a:spLocks noChangeAspect="1"/>
          </p:cNvSpPr>
          <p:nvPr/>
        </p:nvSpPr>
        <p:spPr>
          <a:xfrm>
            <a:off x="2608885" y="905223"/>
            <a:ext cx="156462" cy="161374"/>
          </a:xfrm>
          <a:prstGeom prst="mathMultiply">
            <a:avLst/>
          </a:prstGeom>
          <a:solidFill>
            <a:srgbClr val="FFC000"/>
          </a:solidFill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1" name="Multiply 20"/>
          <p:cNvSpPr>
            <a:spLocks noChangeAspect="1"/>
          </p:cNvSpPr>
          <p:nvPr/>
        </p:nvSpPr>
        <p:spPr>
          <a:xfrm>
            <a:off x="3760438" y="1366571"/>
            <a:ext cx="156462" cy="161374"/>
          </a:xfrm>
          <a:prstGeom prst="mathMultiply">
            <a:avLst/>
          </a:prstGeom>
          <a:solidFill>
            <a:srgbClr val="FFC000"/>
          </a:solidFill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2" name="Line Callout 1 (No Border) 21"/>
          <p:cNvSpPr/>
          <p:nvPr/>
        </p:nvSpPr>
        <p:spPr>
          <a:xfrm>
            <a:off x="4137502" y="1461410"/>
            <a:ext cx="794825" cy="549252"/>
          </a:xfrm>
          <a:prstGeom prst="callout1">
            <a:avLst>
              <a:gd name="adj1" fmla="val 32634"/>
              <a:gd name="adj2" fmla="val 23062"/>
              <a:gd name="adj3" fmla="val 3162"/>
              <a:gd name="adj4" fmla="val -26705"/>
            </a:avLst>
          </a:prstGeom>
          <a:noFill/>
          <a:ln w="381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rPr>
              <a:t>pixel 2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704878" y="4419881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1</a:t>
            </a:r>
            <a:endParaRPr lang="en-US" baseline="-25000" dirty="0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1123713" y="22952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014931" y="42667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40263" y="2424448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2</a:t>
            </a:r>
            <a:endParaRPr lang="en-US" baseline="-25000" dirty="0"/>
          </a:p>
        </p:txBody>
      </p:sp>
      <p:sp>
        <p:nvSpPr>
          <p:cNvPr id="105" name="Text Box 572"/>
          <p:cNvSpPr txBox="1">
            <a:spLocks noChangeArrowheads="1"/>
          </p:cNvSpPr>
          <p:nvPr/>
        </p:nvSpPr>
        <p:spPr bwMode="auto">
          <a:xfrm>
            <a:off x="1418851" y="2038350"/>
            <a:ext cx="1338786" cy="3693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1419" tIns="45710" rIns="91419" bIns="4571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noProof="0" dirty="0">
                <a:solidFill>
                  <a:sysClr val="window" lastClr="FFFFFF"/>
                </a:solidFill>
              </a:rPr>
              <a:t>Raw image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354146" y="2231940"/>
            <a:ext cx="726989" cy="603417"/>
            <a:chOff x="2354146" y="2231940"/>
            <a:chExt cx="726989" cy="603417"/>
          </a:xfrm>
        </p:grpSpPr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54146" y="2231940"/>
              <a:ext cx="726989" cy="358648"/>
            </a:xfrm>
            <a:prstGeom prst="rect">
              <a:avLst/>
            </a:prstGeom>
          </p:spPr>
        </p:pic>
        <p:sp>
          <p:nvSpPr>
            <p:cNvPr id="117" name="Plus 116"/>
            <p:cNvSpPr>
              <a:spLocks/>
            </p:cNvSpPr>
            <p:nvPr/>
          </p:nvSpPr>
          <p:spPr>
            <a:xfrm>
              <a:off x="2456640" y="2583357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</p:grpSp>
      <p:grpSp>
        <p:nvGrpSpPr>
          <p:cNvPr id="128" name="Group 50"/>
          <p:cNvGrpSpPr/>
          <p:nvPr/>
        </p:nvGrpSpPr>
        <p:grpSpPr>
          <a:xfrm>
            <a:off x="149396" y="4463809"/>
            <a:ext cx="1441798" cy="643040"/>
            <a:chOff x="2832540" y="2876490"/>
            <a:chExt cx="1668441" cy="716090"/>
          </a:xfrm>
        </p:grpSpPr>
        <p:sp>
          <p:nvSpPr>
            <p:cNvPr id="129" name="Plus 128"/>
            <p:cNvSpPr>
              <a:spLocks/>
            </p:cNvSpPr>
            <p:nvPr/>
          </p:nvSpPr>
          <p:spPr>
            <a:xfrm>
              <a:off x="2832540" y="2948400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130" name="Text Box 572"/>
            <p:cNvSpPr txBox="1">
              <a:spLocks noChangeArrowheads="1"/>
            </p:cNvSpPr>
            <p:nvPr/>
          </p:nvSpPr>
          <p:spPr bwMode="auto">
            <a:xfrm>
              <a:off x="3061140" y="2876490"/>
              <a:ext cx="681152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Cars</a:t>
              </a:r>
            </a:p>
          </p:txBody>
        </p:sp>
        <p:sp>
          <p:nvSpPr>
            <p:cNvPr id="131" name="Minus 130"/>
            <p:cNvSpPr/>
            <p:nvPr/>
          </p:nvSpPr>
          <p:spPr>
            <a:xfrm>
              <a:off x="2870640" y="327660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2" name="Text Box 572"/>
            <p:cNvSpPr txBox="1">
              <a:spLocks noChangeArrowheads="1"/>
            </p:cNvSpPr>
            <p:nvPr/>
          </p:nvSpPr>
          <p:spPr bwMode="auto">
            <a:xfrm>
              <a:off x="3061140" y="3181291"/>
              <a:ext cx="1439841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“Non”-Cars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687116" y="3163062"/>
            <a:ext cx="1032968" cy="447982"/>
            <a:chOff x="2687116" y="3163062"/>
            <a:chExt cx="1032968" cy="447982"/>
          </a:xfrm>
        </p:grpSpPr>
        <p:sp>
          <p:nvSpPr>
            <p:cNvPr id="113" name="Plus 112"/>
            <p:cNvSpPr>
              <a:spLocks/>
            </p:cNvSpPr>
            <p:nvPr/>
          </p:nvSpPr>
          <p:spPr>
            <a:xfrm>
              <a:off x="2687116" y="3262884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8000" y="3163062"/>
              <a:ext cx="672084" cy="447982"/>
            </a:xfrm>
            <a:prstGeom prst="rect">
              <a:avLst/>
            </a:prstGeom>
          </p:spPr>
        </p:pic>
      </p:grpSp>
      <p:grpSp>
        <p:nvGrpSpPr>
          <p:cNvPr id="10" name="Group 9"/>
          <p:cNvGrpSpPr/>
          <p:nvPr/>
        </p:nvGrpSpPr>
        <p:grpSpPr>
          <a:xfrm>
            <a:off x="1905727" y="3714750"/>
            <a:ext cx="932657" cy="438062"/>
            <a:chOff x="1905727" y="3714750"/>
            <a:chExt cx="932657" cy="438062"/>
          </a:xfrm>
        </p:grpSpPr>
        <p:sp>
          <p:nvSpPr>
            <p:cNvPr id="123" name="Minus 122"/>
            <p:cNvSpPr/>
            <p:nvPr/>
          </p:nvSpPr>
          <p:spPr>
            <a:xfrm>
              <a:off x="1905727" y="381916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34" name="Picture 33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268"/>
            <a:stretch/>
          </p:blipFill>
          <p:spPr>
            <a:xfrm>
              <a:off x="2187466" y="3714750"/>
              <a:ext cx="650918" cy="438062"/>
            </a:xfrm>
            <a:prstGeom prst="rect">
              <a:avLst/>
            </a:prstGeom>
          </p:spPr>
        </p:pic>
      </p:grpSp>
      <p:grpSp>
        <p:nvGrpSpPr>
          <p:cNvPr id="9" name="Group 8"/>
          <p:cNvGrpSpPr/>
          <p:nvPr/>
        </p:nvGrpSpPr>
        <p:grpSpPr>
          <a:xfrm>
            <a:off x="1313510" y="3105150"/>
            <a:ext cx="919717" cy="447948"/>
            <a:chOff x="1313510" y="3105150"/>
            <a:chExt cx="919717" cy="447948"/>
          </a:xfrm>
        </p:grpSpPr>
        <p:sp>
          <p:nvSpPr>
            <p:cNvPr id="120" name="Minus 119"/>
            <p:cNvSpPr/>
            <p:nvPr/>
          </p:nvSpPr>
          <p:spPr>
            <a:xfrm>
              <a:off x="1313510" y="3274584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4070" y="3105150"/>
              <a:ext cx="669157" cy="4479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008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366" y="514350"/>
            <a:ext cx="2857500" cy="14097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704878" y="4419881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1</a:t>
            </a:r>
            <a:endParaRPr lang="en-US" baseline="-25000" dirty="0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1123713" y="22952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014931" y="42667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40263" y="2424448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2</a:t>
            </a:r>
            <a:endParaRPr lang="en-US" baseline="-25000" dirty="0"/>
          </a:p>
        </p:txBody>
      </p:sp>
      <p:sp>
        <p:nvSpPr>
          <p:cNvPr id="105" name="Text Box 572"/>
          <p:cNvSpPr txBox="1">
            <a:spLocks noChangeArrowheads="1"/>
          </p:cNvSpPr>
          <p:nvPr/>
        </p:nvSpPr>
        <p:spPr bwMode="auto">
          <a:xfrm>
            <a:off x="1418851" y="2038350"/>
            <a:ext cx="1338786" cy="3693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1419" tIns="45710" rIns="91419" bIns="4571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noProof="0" dirty="0">
                <a:solidFill>
                  <a:sysClr val="window" lastClr="FFFFFF"/>
                </a:solidFill>
              </a:rPr>
              <a:t>Raw image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</p:txBody>
      </p:sp>
      <p:sp>
        <p:nvSpPr>
          <p:cNvPr id="117" name="Plus 116"/>
          <p:cNvSpPr>
            <a:spLocks/>
          </p:cNvSpPr>
          <p:nvPr/>
        </p:nvSpPr>
        <p:spPr>
          <a:xfrm>
            <a:off x="2456640" y="2583357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120" name="Minus 119"/>
          <p:cNvSpPr/>
          <p:nvPr/>
        </p:nvSpPr>
        <p:spPr>
          <a:xfrm>
            <a:off x="1313510" y="3274584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Minus 122"/>
          <p:cNvSpPr/>
          <p:nvPr/>
        </p:nvSpPr>
        <p:spPr>
          <a:xfrm>
            <a:off x="1905727" y="3819160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28" name="Group 50"/>
          <p:cNvGrpSpPr/>
          <p:nvPr/>
        </p:nvGrpSpPr>
        <p:grpSpPr>
          <a:xfrm>
            <a:off x="149396" y="4463809"/>
            <a:ext cx="1441798" cy="643040"/>
            <a:chOff x="2832540" y="2876490"/>
            <a:chExt cx="1668441" cy="716090"/>
          </a:xfrm>
        </p:grpSpPr>
        <p:sp>
          <p:nvSpPr>
            <p:cNvPr id="129" name="Plus 128"/>
            <p:cNvSpPr>
              <a:spLocks/>
            </p:cNvSpPr>
            <p:nvPr/>
          </p:nvSpPr>
          <p:spPr>
            <a:xfrm>
              <a:off x="2832540" y="2948400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130" name="Text Box 572"/>
            <p:cNvSpPr txBox="1">
              <a:spLocks noChangeArrowheads="1"/>
            </p:cNvSpPr>
            <p:nvPr/>
          </p:nvSpPr>
          <p:spPr bwMode="auto">
            <a:xfrm>
              <a:off x="3061140" y="2876490"/>
              <a:ext cx="681152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Cars</a:t>
              </a:r>
            </a:p>
          </p:txBody>
        </p:sp>
        <p:sp>
          <p:nvSpPr>
            <p:cNvPr id="131" name="Minus 130"/>
            <p:cNvSpPr/>
            <p:nvPr/>
          </p:nvSpPr>
          <p:spPr>
            <a:xfrm>
              <a:off x="2870640" y="327660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2" name="Text Box 572"/>
            <p:cNvSpPr txBox="1">
              <a:spLocks noChangeArrowheads="1"/>
            </p:cNvSpPr>
            <p:nvPr/>
          </p:nvSpPr>
          <p:spPr bwMode="auto">
            <a:xfrm>
              <a:off x="3061140" y="3181291"/>
              <a:ext cx="1439841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“Non”-Cars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606352" y="644363"/>
            <a:ext cx="1540333" cy="979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Learning Algorithm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2088244" y="166237"/>
            <a:ext cx="3212225" cy="1844425"/>
            <a:chOff x="1591422" y="590638"/>
            <a:chExt cx="3695478" cy="2057312"/>
          </a:xfrm>
        </p:grpSpPr>
        <p:cxnSp>
          <p:nvCxnSpPr>
            <p:cNvPr id="33" name="Straight Arrow Connector 32"/>
            <p:cNvCxnSpPr/>
            <p:nvPr/>
          </p:nvCxnSpPr>
          <p:spPr>
            <a:xfrm flipH="1">
              <a:off x="4191000" y="1635221"/>
              <a:ext cx="1095900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head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34" name="Line Callout 1 (No Border) 33"/>
            <p:cNvSpPr/>
            <p:nvPr/>
          </p:nvSpPr>
          <p:spPr>
            <a:xfrm>
              <a:off x="1591422" y="590638"/>
              <a:ext cx="914400" cy="612648"/>
            </a:xfrm>
            <a:prstGeom prst="callout1">
              <a:avLst>
                <a:gd name="adj1" fmla="val 79493"/>
                <a:gd name="adj2" fmla="val 44341"/>
                <a:gd name="adj3" fmla="val 136797"/>
                <a:gd name="adj4" fmla="val 68644"/>
              </a:avLst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pixel 1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35" name="Multiply 34"/>
            <p:cNvSpPr>
              <a:spLocks noChangeAspect="1"/>
            </p:cNvSpPr>
            <p:nvPr/>
          </p:nvSpPr>
          <p:spPr>
            <a:xfrm>
              <a:off x="2190389" y="1414919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36" name="Multiply 35"/>
            <p:cNvSpPr>
              <a:spLocks noChangeAspect="1"/>
            </p:cNvSpPr>
            <p:nvPr/>
          </p:nvSpPr>
          <p:spPr>
            <a:xfrm>
              <a:off x="3515184" y="1929517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41" name="Line Callout 1 (No Border) 40"/>
            <p:cNvSpPr/>
            <p:nvPr/>
          </p:nvSpPr>
          <p:spPr>
            <a:xfrm>
              <a:off x="3948974" y="2035302"/>
              <a:ext cx="914400" cy="612648"/>
            </a:xfrm>
            <a:prstGeom prst="callout1">
              <a:avLst>
                <a:gd name="adj1" fmla="val 32634"/>
                <a:gd name="adj2" fmla="val 23062"/>
                <a:gd name="adj3" fmla="val 3162"/>
                <a:gd name="adj4" fmla="val -26705"/>
              </a:avLst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pixel 2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</p:grpSp>
      <p:sp>
        <p:nvSpPr>
          <p:cNvPr id="24" name="Plus 23"/>
          <p:cNvSpPr>
            <a:spLocks/>
          </p:cNvSpPr>
          <p:nvPr/>
        </p:nvSpPr>
        <p:spPr>
          <a:xfrm>
            <a:off x="2687116" y="3262884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945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366" y="514350"/>
            <a:ext cx="2857500" cy="14097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704878" y="4419881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1</a:t>
            </a:r>
            <a:endParaRPr lang="en-US" baseline="-25000" dirty="0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1123713" y="22952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014931" y="42667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40263" y="2424448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2</a:t>
            </a:r>
            <a:endParaRPr lang="en-US" baseline="-25000" dirty="0"/>
          </a:p>
        </p:txBody>
      </p:sp>
      <p:sp>
        <p:nvSpPr>
          <p:cNvPr id="105" name="Text Box 572"/>
          <p:cNvSpPr txBox="1">
            <a:spLocks noChangeArrowheads="1"/>
          </p:cNvSpPr>
          <p:nvPr/>
        </p:nvSpPr>
        <p:spPr bwMode="auto">
          <a:xfrm>
            <a:off x="1418851" y="2038350"/>
            <a:ext cx="1338786" cy="3693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1419" tIns="45710" rIns="91419" bIns="4571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noProof="0" dirty="0">
                <a:solidFill>
                  <a:sysClr val="window" lastClr="FFFFFF"/>
                </a:solidFill>
              </a:rPr>
              <a:t>Raw image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</p:txBody>
      </p:sp>
      <p:sp>
        <p:nvSpPr>
          <p:cNvPr id="117" name="Plus 116"/>
          <p:cNvSpPr>
            <a:spLocks/>
          </p:cNvSpPr>
          <p:nvPr/>
        </p:nvSpPr>
        <p:spPr>
          <a:xfrm>
            <a:off x="2456640" y="2583357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120" name="Minus 119"/>
          <p:cNvSpPr/>
          <p:nvPr/>
        </p:nvSpPr>
        <p:spPr>
          <a:xfrm>
            <a:off x="1313510" y="3274584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Minus 122"/>
          <p:cNvSpPr/>
          <p:nvPr/>
        </p:nvSpPr>
        <p:spPr>
          <a:xfrm>
            <a:off x="1905727" y="3819160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28" name="Group 50"/>
          <p:cNvGrpSpPr/>
          <p:nvPr/>
        </p:nvGrpSpPr>
        <p:grpSpPr>
          <a:xfrm>
            <a:off x="149396" y="4463809"/>
            <a:ext cx="1441798" cy="643040"/>
            <a:chOff x="2832540" y="2876490"/>
            <a:chExt cx="1668441" cy="716090"/>
          </a:xfrm>
        </p:grpSpPr>
        <p:sp>
          <p:nvSpPr>
            <p:cNvPr id="129" name="Plus 128"/>
            <p:cNvSpPr>
              <a:spLocks/>
            </p:cNvSpPr>
            <p:nvPr/>
          </p:nvSpPr>
          <p:spPr>
            <a:xfrm>
              <a:off x="2832540" y="2948400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130" name="Text Box 572"/>
            <p:cNvSpPr txBox="1">
              <a:spLocks noChangeArrowheads="1"/>
            </p:cNvSpPr>
            <p:nvPr/>
          </p:nvSpPr>
          <p:spPr bwMode="auto">
            <a:xfrm>
              <a:off x="3061140" y="2876490"/>
              <a:ext cx="681152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Cars</a:t>
              </a:r>
            </a:p>
          </p:txBody>
        </p:sp>
        <p:sp>
          <p:nvSpPr>
            <p:cNvPr id="131" name="Minus 130"/>
            <p:cNvSpPr/>
            <p:nvPr/>
          </p:nvSpPr>
          <p:spPr>
            <a:xfrm>
              <a:off x="2870640" y="327660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2" name="Text Box 572"/>
            <p:cNvSpPr txBox="1">
              <a:spLocks noChangeArrowheads="1"/>
            </p:cNvSpPr>
            <p:nvPr/>
          </p:nvSpPr>
          <p:spPr bwMode="auto">
            <a:xfrm>
              <a:off x="3061140" y="3181291"/>
              <a:ext cx="1439841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“Non”-Cars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4648200" y="1986980"/>
            <a:ext cx="40150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50 x 50 pixel images</a:t>
            </a:r>
            <a:r>
              <a:rPr lang="en-US" sz="2000" dirty="0">
                <a:latin typeface="+mj-lt"/>
                <a:sym typeface="Wingdings" pitchFamily="2" charset="2"/>
              </a:rPr>
              <a:t>→ 2500 pixels</a:t>
            </a:r>
          </a:p>
          <a:p>
            <a:r>
              <a:rPr lang="en-US" sz="2000" dirty="0">
                <a:latin typeface="+mj-lt"/>
                <a:sym typeface="Wingdings" pitchFamily="2" charset="2"/>
              </a:rPr>
              <a:t>                        (7500 if RGB)</a:t>
            </a:r>
            <a:endParaRPr lang="en-US" sz="2000" dirty="0">
              <a:latin typeface="+mj-lt"/>
            </a:endParaRPr>
          </a:p>
        </p:txBody>
      </p:sp>
      <p:pic>
        <p:nvPicPr>
          <p:cNvPr id="26" name="Picture 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353" y="2406192"/>
            <a:ext cx="979170" cy="177165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756353" y="2949541"/>
            <a:ext cx="2505075" cy="1399639"/>
            <a:chOff x="4932327" y="3000911"/>
            <a:chExt cx="2505075" cy="1399639"/>
          </a:xfrm>
        </p:grpSpPr>
        <p:pic>
          <p:nvPicPr>
            <p:cNvPr id="28" name="Picture 2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2327" y="3032760"/>
              <a:ext cx="2505075" cy="136779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5564160" y="3000911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1 intensity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564159" y="3313331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2 intensity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64159" y="4042410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2500 intensity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670389" y="4390104"/>
            <a:ext cx="4297637" cy="646331"/>
            <a:chOff x="4670389" y="4390104"/>
            <a:chExt cx="4297637" cy="646331"/>
          </a:xfrm>
        </p:grpSpPr>
        <p:sp>
          <p:nvSpPr>
            <p:cNvPr id="32" name="TextBox 31"/>
            <p:cNvSpPr txBox="1"/>
            <p:nvPr/>
          </p:nvSpPr>
          <p:spPr>
            <a:xfrm>
              <a:off x="4670389" y="4390104"/>
              <a:ext cx="42976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Quadratic features (               ): ≈3 million		                  features</a:t>
              </a:r>
            </a:p>
          </p:txBody>
        </p:sp>
        <p:pic>
          <p:nvPicPr>
            <p:cNvPr id="2" name="Picture 1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5115" y="4530155"/>
              <a:ext cx="756285" cy="198120"/>
            </a:xfrm>
            <a:prstGeom prst="rect">
              <a:avLst/>
            </a:prstGeom>
          </p:spPr>
        </p:pic>
      </p:grpSp>
      <p:sp>
        <p:nvSpPr>
          <p:cNvPr id="34" name="Plus 33"/>
          <p:cNvSpPr>
            <a:spLocks/>
          </p:cNvSpPr>
          <p:nvPr/>
        </p:nvSpPr>
        <p:spPr>
          <a:xfrm>
            <a:off x="3326878" y="3406438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35" name="Plus 34"/>
          <p:cNvSpPr>
            <a:spLocks/>
          </p:cNvSpPr>
          <p:nvPr/>
        </p:nvSpPr>
        <p:spPr>
          <a:xfrm>
            <a:off x="2180713" y="3118818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36" name="Plus 35"/>
          <p:cNvSpPr>
            <a:spLocks/>
          </p:cNvSpPr>
          <p:nvPr/>
        </p:nvSpPr>
        <p:spPr>
          <a:xfrm>
            <a:off x="3035293" y="2793780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40" name="Plus 39"/>
          <p:cNvSpPr>
            <a:spLocks/>
          </p:cNvSpPr>
          <p:nvPr/>
        </p:nvSpPr>
        <p:spPr>
          <a:xfrm>
            <a:off x="2783293" y="232214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41" name="Plus 40"/>
          <p:cNvSpPr>
            <a:spLocks/>
          </p:cNvSpPr>
          <p:nvPr/>
        </p:nvSpPr>
        <p:spPr>
          <a:xfrm>
            <a:off x="3451965" y="244814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42" name="Plus 41"/>
          <p:cNvSpPr>
            <a:spLocks/>
          </p:cNvSpPr>
          <p:nvPr/>
        </p:nvSpPr>
        <p:spPr>
          <a:xfrm>
            <a:off x="3574137" y="301602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43" name="Minus 42"/>
          <p:cNvSpPr/>
          <p:nvPr/>
        </p:nvSpPr>
        <p:spPr>
          <a:xfrm>
            <a:off x="1400694" y="376539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Minus 43"/>
          <p:cNvSpPr/>
          <p:nvPr/>
        </p:nvSpPr>
        <p:spPr>
          <a:xfrm>
            <a:off x="1489292" y="276636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Minus 44"/>
          <p:cNvSpPr/>
          <p:nvPr/>
        </p:nvSpPr>
        <p:spPr>
          <a:xfrm>
            <a:off x="1790250" y="3027402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Minus 45"/>
          <p:cNvSpPr/>
          <p:nvPr/>
        </p:nvSpPr>
        <p:spPr>
          <a:xfrm>
            <a:off x="1599010" y="235475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Minus 46"/>
          <p:cNvSpPr/>
          <p:nvPr/>
        </p:nvSpPr>
        <p:spPr>
          <a:xfrm>
            <a:off x="1899968" y="2615791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Minus 47"/>
          <p:cNvSpPr/>
          <p:nvPr/>
        </p:nvSpPr>
        <p:spPr>
          <a:xfrm>
            <a:off x="1727182" y="3508002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Minus 49"/>
          <p:cNvSpPr/>
          <p:nvPr/>
        </p:nvSpPr>
        <p:spPr>
          <a:xfrm>
            <a:off x="2741704" y="3876453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Minus 52"/>
          <p:cNvSpPr/>
          <p:nvPr/>
        </p:nvSpPr>
        <p:spPr>
          <a:xfrm>
            <a:off x="2309010" y="3665285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Minus 53"/>
          <p:cNvSpPr/>
          <p:nvPr/>
        </p:nvSpPr>
        <p:spPr>
          <a:xfrm>
            <a:off x="2337463" y="3961921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Minus 54"/>
          <p:cNvSpPr/>
          <p:nvPr/>
        </p:nvSpPr>
        <p:spPr>
          <a:xfrm>
            <a:off x="3231628" y="399399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Minus 55"/>
          <p:cNvSpPr/>
          <p:nvPr/>
        </p:nvSpPr>
        <p:spPr>
          <a:xfrm>
            <a:off x="3608715" y="383543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Minus 56"/>
          <p:cNvSpPr/>
          <p:nvPr/>
        </p:nvSpPr>
        <p:spPr>
          <a:xfrm>
            <a:off x="3041128" y="370311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606352" y="644363"/>
            <a:ext cx="1540333" cy="979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Learning Algorithm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2088244" y="166237"/>
            <a:ext cx="3212225" cy="1844425"/>
            <a:chOff x="1591422" y="590638"/>
            <a:chExt cx="3695478" cy="2057312"/>
          </a:xfrm>
        </p:grpSpPr>
        <p:cxnSp>
          <p:nvCxnSpPr>
            <p:cNvPr id="61" name="Straight Arrow Connector 60"/>
            <p:cNvCxnSpPr/>
            <p:nvPr/>
          </p:nvCxnSpPr>
          <p:spPr>
            <a:xfrm flipH="1">
              <a:off x="4191000" y="1635221"/>
              <a:ext cx="1095900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head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62" name="Line Callout 1 (No Border) 61"/>
            <p:cNvSpPr/>
            <p:nvPr/>
          </p:nvSpPr>
          <p:spPr>
            <a:xfrm>
              <a:off x="1591422" y="590638"/>
              <a:ext cx="914400" cy="612648"/>
            </a:xfrm>
            <a:prstGeom prst="callout1">
              <a:avLst>
                <a:gd name="adj1" fmla="val 79493"/>
                <a:gd name="adj2" fmla="val 44341"/>
                <a:gd name="adj3" fmla="val 136797"/>
                <a:gd name="adj4" fmla="val 68644"/>
              </a:avLst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pixel 1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63" name="Multiply 62"/>
            <p:cNvSpPr>
              <a:spLocks noChangeAspect="1"/>
            </p:cNvSpPr>
            <p:nvPr/>
          </p:nvSpPr>
          <p:spPr>
            <a:xfrm>
              <a:off x="2190389" y="1414919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64" name="Multiply 63"/>
            <p:cNvSpPr>
              <a:spLocks noChangeAspect="1"/>
            </p:cNvSpPr>
            <p:nvPr/>
          </p:nvSpPr>
          <p:spPr>
            <a:xfrm>
              <a:off x="3515184" y="1929517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65" name="Line Callout 1 (No Border) 64"/>
            <p:cNvSpPr/>
            <p:nvPr/>
          </p:nvSpPr>
          <p:spPr>
            <a:xfrm>
              <a:off x="3948974" y="2035302"/>
              <a:ext cx="914400" cy="612648"/>
            </a:xfrm>
            <a:prstGeom prst="callout1">
              <a:avLst>
                <a:gd name="adj1" fmla="val 32634"/>
                <a:gd name="adj2" fmla="val 23062"/>
                <a:gd name="adj3" fmla="val 3162"/>
                <a:gd name="adj4" fmla="val -26705"/>
              </a:avLst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pixel 2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</p:grpSp>
      <p:sp>
        <p:nvSpPr>
          <p:cNvPr id="66" name="Plus 65"/>
          <p:cNvSpPr>
            <a:spLocks/>
          </p:cNvSpPr>
          <p:nvPr/>
        </p:nvSpPr>
        <p:spPr>
          <a:xfrm>
            <a:off x="2687116" y="3262884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Ink 2"/>
              <p14:cNvContentPartPr/>
              <p14:nvPr/>
            </p14:nvContentPartPr>
            <p14:xfrm>
              <a:off x="2064960" y="2138760"/>
              <a:ext cx="1843920" cy="15886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54880" y="2130120"/>
                <a:ext cx="1863720" cy="160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448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several practical applications, in order to build a non-linear classifier we need to go beyond logistic regression</a:t>
            </a:r>
          </a:p>
          <a:p>
            <a:r>
              <a:rPr lang="en-GB" dirty="0">
                <a:solidFill>
                  <a:srgbClr val="FF0000"/>
                </a:solidFill>
              </a:rPr>
              <a:t>Neural Networks </a:t>
            </a:r>
            <a:r>
              <a:rPr lang="en-GB" dirty="0"/>
              <a:t>are one possibility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79253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4865" y="2283860"/>
            <a:ext cx="4256087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Neurons and the brain</a:t>
            </a:r>
          </a:p>
        </p:txBody>
      </p:sp>
    </p:spTree>
    <p:extLst>
      <p:ext uri="{BB962C8B-B14F-4D97-AF65-F5344CB8AC3E}">
        <p14:creationId xmlns:p14="http://schemas.microsoft.com/office/powerpoint/2010/main" val="1867376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Neural Networks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916725"/>
            <a:ext cx="8305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Origins: Algorithms that try to mimic the brain.</a:t>
            </a:r>
          </a:p>
          <a:p>
            <a:r>
              <a:rPr lang="en-US" sz="2800" dirty="0"/>
              <a:t>Was very widely used in 80s and early 90s; popularity diminished in late 90s.</a:t>
            </a:r>
          </a:p>
          <a:p>
            <a:r>
              <a:rPr lang="en-US" sz="2800" dirty="0"/>
              <a:t>Recent resurgence: State-of-the-art technique for many applications</a:t>
            </a:r>
          </a:p>
        </p:txBody>
      </p:sp>
    </p:spTree>
    <p:extLst>
      <p:ext uri="{BB962C8B-B14F-4D97-AF65-F5344CB8AC3E}">
        <p14:creationId xmlns:p14="http://schemas.microsoft.com/office/powerpoint/2010/main" val="310350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 txBox="1">
            <a:spLocks/>
          </p:cNvSpPr>
          <p:nvPr/>
        </p:nvSpPr>
        <p:spPr>
          <a:xfrm>
            <a:off x="4266828" y="2190750"/>
            <a:ext cx="4496172" cy="1676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representation I</a:t>
            </a:r>
          </a:p>
        </p:txBody>
      </p:sp>
    </p:spTree>
    <p:extLst>
      <p:ext uri="{BB962C8B-B14F-4D97-AF65-F5344CB8AC3E}">
        <p14:creationId xmlns:p14="http://schemas.microsoft.com/office/powerpoint/2010/main" val="2001765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ng\Desktop\Neuron.jpg"/>
          <p:cNvPicPr>
            <a:picLocks noChangeAspect="1" noChangeArrowheads="1"/>
          </p:cNvPicPr>
          <p:nvPr/>
        </p:nvPicPr>
        <p:blipFill>
          <a:blip r:embed="rId2" cstate="print"/>
          <a:srcRect t="22274"/>
          <a:stretch>
            <a:fillRect/>
          </a:stretch>
        </p:blipFill>
        <p:spPr bwMode="auto">
          <a:xfrm>
            <a:off x="1447800" y="974812"/>
            <a:ext cx="6019800" cy="3193875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in the brain</a:t>
            </a:r>
          </a:p>
        </p:txBody>
      </p:sp>
    </p:spTree>
    <p:extLst>
      <p:ext uri="{BB962C8B-B14F-4D97-AF65-F5344CB8AC3E}">
        <p14:creationId xmlns:p14="http://schemas.microsoft.com/office/powerpoint/2010/main" val="844207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ttp://upload.wikimedia.org/wikipedia/en/a/a6/Chemical_synapse_schema.jpg"/>
          <p:cNvPicPr>
            <a:picLocks noChangeAspect="1" noChangeArrowheads="1"/>
          </p:cNvPicPr>
          <p:nvPr/>
        </p:nvPicPr>
        <p:blipFill rotWithShape="1">
          <a:blip r:embed="rId2" cstate="print"/>
          <a:srcRect t="7373"/>
          <a:stretch/>
        </p:blipFill>
        <p:spPr bwMode="auto">
          <a:xfrm>
            <a:off x="2941386" y="708974"/>
            <a:ext cx="3290761" cy="3909383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Neurons in the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66501"/>
            <a:ext cx="4438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[Credit: US National Institutes of Health, National Institute on Aging]</a:t>
            </a:r>
          </a:p>
        </p:txBody>
      </p:sp>
    </p:spTree>
    <p:extLst>
      <p:ext uri="{BB962C8B-B14F-4D97-AF65-F5344CB8AC3E}">
        <p14:creationId xmlns:p14="http://schemas.microsoft.com/office/powerpoint/2010/main" val="2555453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C01EE5-D0E0-45C4-BFFB-573B60591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971550"/>
            <a:ext cx="6248400" cy="39428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470C08-D60B-4553-A151-BCAEE142374D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Artificial Neuron: basic model</a:t>
            </a:r>
          </a:p>
        </p:txBody>
      </p:sp>
    </p:spTree>
    <p:extLst>
      <p:ext uri="{BB962C8B-B14F-4D97-AF65-F5344CB8AC3E}">
        <p14:creationId xmlns:p14="http://schemas.microsoft.com/office/powerpoint/2010/main" val="2862775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/>
          <p:cNvGrpSpPr/>
          <p:nvPr/>
        </p:nvGrpSpPr>
        <p:grpSpPr>
          <a:xfrm>
            <a:off x="838200" y="1619140"/>
            <a:ext cx="3733800" cy="1880437"/>
            <a:chOff x="867068" y="1227847"/>
            <a:chExt cx="5050946" cy="2543785"/>
          </a:xfrm>
        </p:grpSpPr>
        <p:sp>
          <p:nvSpPr>
            <p:cNvPr id="3" name="Oval 2"/>
            <p:cNvSpPr/>
            <p:nvPr/>
          </p:nvSpPr>
          <p:spPr>
            <a:xfrm>
              <a:off x="867068" y="3065025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867068" y="2146436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867068" y="1227847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>
              <a:stCxn id="29" idx="6"/>
            </p:cNvCxnSpPr>
            <p:nvPr/>
          </p:nvCxnSpPr>
          <p:spPr>
            <a:xfrm>
              <a:off x="3808718" y="2488798"/>
              <a:ext cx="712906" cy="147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6"/>
              <a:endCxn id="29" idx="2"/>
            </p:cNvCxnSpPr>
            <p:nvPr/>
          </p:nvCxnSpPr>
          <p:spPr>
            <a:xfrm>
              <a:off x="1579974" y="1581151"/>
              <a:ext cx="1515838" cy="9076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29" idx="2"/>
            </p:cNvCxnSpPr>
            <p:nvPr/>
          </p:nvCxnSpPr>
          <p:spPr>
            <a:xfrm flipV="1">
              <a:off x="1579974" y="2488796"/>
              <a:ext cx="1515838" cy="109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3" idx="6"/>
              <a:endCxn id="29" idx="2"/>
            </p:cNvCxnSpPr>
            <p:nvPr/>
          </p:nvCxnSpPr>
          <p:spPr>
            <a:xfrm flipV="1">
              <a:off x="1579974" y="2488796"/>
              <a:ext cx="1515838" cy="9295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3095812" y="2135492"/>
              <a:ext cx="712906" cy="70660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Picture 53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8600" y="2192053"/>
              <a:ext cx="1179414" cy="532127"/>
            </a:xfrm>
            <a:prstGeom prst="rect">
              <a:avLst/>
            </a:prstGeom>
          </p:spPr>
        </p:pic>
      </p:grpSp>
      <p:sp>
        <p:nvSpPr>
          <p:cNvPr id="55" name="TextBox 54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Artificial Neuron: basic model</a:t>
            </a:r>
          </a:p>
        </p:txBody>
      </p:sp>
      <p:pic>
        <p:nvPicPr>
          <p:cNvPr id="57" name="Picture 5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199" y="595974"/>
            <a:ext cx="1200727" cy="1473200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595974"/>
            <a:ext cx="1143000" cy="14732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39350" y="3954522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Activation function</a:t>
            </a:r>
          </a:p>
        </p:txBody>
      </p:sp>
      <p:pic>
        <p:nvPicPr>
          <p:cNvPr id="62" name="Picture 6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1365200" y="1039859"/>
            <a:ext cx="486050" cy="457200"/>
            <a:chOff x="2485750" y="1276350"/>
            <a:chExt cx="486050" cy="457200"/>
          </a:xfrm>
        </p:grpSpPr>
        <p:sp>
          <p:nvSpPr>
            <p:cNvPr id="6" name="Oval 5"/>
            <p:cNvSpPr/>
            <p:nvPr/>
          </p:nvSpPr>
          <p:spPr>
            <a:xfrm>
              <a:off x="2485750" y="1276350"/>
              <a:ext cx="48605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556250" y="1287780"/>
              <a:ext cx="415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GB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it-IT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0" name="Straight Arrow Connector 9"/>
          <p:cNvCxnSpPr>
            <a:stCxn id="6" idx="5"/>
            <a:endCxn id="29" idx="2"/>
          </p:cNvCxnSpPr>
          <p:nvPr/>
        </p:nvCxnSpPr>
        <p:spPr>
          <a:xfrm>
            <a:off x="1780070" y="1430104"/>
            <a:ext cx="705680" cy="1121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32910" y="1039859"/>
            <a:ext cx="15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Bias unit (=1)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065358" y="3668949"/>
                <a:ext cx="1929631" cy="990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358" y="3668949"/>
                <a:ext cx="1929631" cy="99084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925475" y="1451401"/>
                <a:ext cx="281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475" y="1451401"/>
                <a:ext cx="281936" cy="276999"/>
              </a:xfrm>
              <a:prstGeom prst="rect">
                <a:avLst/>
              </a:prstGeom>
              <a:blipFill rotWithShape="0">
                <a:blip r:embed="rId15"/>
                <a:stretch>
                  <a:fillRect l="-21739" r="-6522" b="-152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87732" y="1757607"/>
                <a:ext cx="276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732" y="1757607"/>
                <a:ext cx="276614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20000" r="-8889" b="-152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431667" y="2295703"/>
                <a:ext cx="281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667" y="2295703"/>
                <a:ext cx="281936" cy="276999"/>
              </a:xfrm>
              <a:prstGeom prst="rect">
                <a:avLst/>
              </a:prstGeom>
              <a:blipFill rotWithShape="0">
                <a:blip r:embed="rId17"/>
                <a:stretch>
                  <a:fillRect l="-21739" r="-6522" b="-1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431667" y="2783967"/>
                <a:ext cx="281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667" y="2783967"/>
                <a:ext cx="281936" cy="276999"/>
              </a:xfrm>
              <a:prstGeom prst="rect">
                <a:avLst/>
              </a:prstGeom>
              <a:blipFill rotWithShape="0">
                <a:blip r:embed="rId18"/>
                <a:stretch>
                  <a:fillRect l="-21739" r="-6522" b="-1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3581400" y="2215790"/>
            <a:ext cx="1066800" cy="5681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784466" y="2299616"/>
                <a:ext cx="2457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466" y="2299616"/>
                <a:ext cx="245708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30000" r="-30000" b="-245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494643" y="2387037"/>
                <a:ext cx="52007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(∙)</m:t>
                      </m:r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643" y="2387037"/>
                <a:ext cx="520079" cy="307777"/>
              </a:xfrm>
              <a:prstGeom prst="rect">
                <a:avLst/>
              </a:prstGeom>
              <a:blipFill rotWithShape="0">
                <a:blip r:embed="rId20"/>
                <a:stretch>
                  <a:fillRect l="-11628" t="-4000" r="-16279" b="-36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6547002" y="3449581"/>
            <a:ext cx="2352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Primo </a:t>
            </a:r>
            <a:r>
              <a:rPr lang="en-GB" dirty="0" err="1"/>
              <a:t>modello</a:t>
            </a:r>
            <a:r>
              <a:rPr lang="en-GB" dirty="0"/>
              <a:t> </a:t>
            </a:r>
            <a:r>
              <a:rPr lang="en-GB" dirty="0" err="1"/>
              <a:t>proposto</a:t>
            </a:r>
            <a:r>
              <a:rPr lang="en-GB" dirty="0"/>
              <a:t> da</a:t>
            </a:r>
          </a:p>
          <a:p>
            <a:r>
              <a:rPr lang="it-IT" dirty="0"/>
              <a:t>McCullough and Pitts nel 1943</a:t>
            </a:r>
          </a:p>
        </p:txBody>
      </p:sp>
    </p:spTree>
    <p:extLst>
      <p:ext uri="{BB962C8B-B14F-4D97-AF65-F5344CB8AC3E}">
        <p14:creationId xmlns:p14="http://schemas.microsoft.com/office/powerpoint/2010/main" val="275513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11" grpId="0"/>
      <p:bldP spid="12" grpId="0"/>
      <p:bldP spid="13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85750"/>
            <a:ext cx="403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Perceptron</a:t>
            </a:r>
            <a:endParaRPr lang="it-IT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" y="895350"/>
                <a:ext cx="6210300" cy="4328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Artificial Neuron proposed by Frank Rosenblatt in 1957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The activation function is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GB" dirty="0"/>
                  <a:t>the Heaviside step function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  <m:brk m:alnAt="7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0 </m:t>
                                </m:r>
                                <m:r>
                                  <m:rPr>
                                    <m:nor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It corresponds to output 1 if the linear combination of inputs (excluding the bias) is greater than the -bias (threshold)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↔</m:t>
                          </m:r>
                          <m:nary>
                            <m:naryPr>
                              <m:chr m:val="∑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This means that the neuron </a:t>
                </a:r>
                <a:r>
                  <a:rPr lang="en-GB" i="1" dirty="0"/>
                  <a:t>is activated </a:t>
                </a:r>
                <a:r>
                  <a:rPr lang="en-GB" dirty="0"/>
                  <a:t>when the linear combination of the input exceeds a threshold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The standard perceptron is a binary classifier for linearly separable classes </a:t>
                </a:r>
                <a:r>
                  <a:rPr lang="en-GB" sz="1400" dirty="0"/>
                  <a:t>[</a:t>
                </a:r>
                <a:r>
                  <a:rPr lang="en-GB" sz="1400" dirty="0" err="1"/>
                  <a:t>Minsky&amp;Papert</a:t>
                </a:r>
                <a:r>
                  <a:rPr lang="en-GB" sz="1400" dirty="0"/>
                  <a:t> 69]</a:t>
                </a:r>
                <a:endParaRPr lang="it-IT" sz="1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895350"/>
                <a:ext cx="6210300" cy="4328749"/>
              </a:xfrm>
              <a:prstGeom prst="rect">
                <a:avLst/>
              </a:prstGeom>
              <a:blipFill>
                <a:blip r:embed="rId2"/>
                <a:stretch>
                  <a:fillRect l="-688" t="-845" r="-1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BA74069-302D-4F0C-95D9-3985AE3DD7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1809750"/>
            <a:ext cx="1916784" cy="1219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2E3C69-FDCF-4686-9D2A-1977AA682D85}"/>
              </a:ext>
            </a:extLst>
          </p:cNvPr>
          <p:cNvSpPr txBox="1"/>
          <p:nvPr/>
        </p:nvSpPr>
        <p:spPr>
          <a:xfrm>
            <a:off x="6400800" y="3638550"/>
            <a:ext cx="220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activation functions can be used (linear, sigmoid)</a:t>
            </a:r>
          </a:p>
        </p:txBody>
      </p:sp>
    </p:spTree>
    <p:extLst>
      <p:ext uri="{BB962C8B-B14F-4D97-AF65-F5344CB8AC3E}">
        <p14:creationId xmlns:p14="http://schemas.microsoft.com/office/powerpoint/2010/main" val="1390956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/>
          <p:cNvGrpSpPr/>
          <p:nvPr/>
        </p:nvGrpSpPr>
        <p:grpSpPr>
          <a:xfrm>
            <a:off x="838200" y="1619140"/>
            <a:ext cx="3733800" cy="1880437"/>
            <a:chOff x="867068" y="1227847"/>
            <a:chExt cx="5050946" cy="2543785"/>
          </a:xfrm>
        </p:grpSpPr>
        <p:sp>
          <p:nvSpPr>
            <p:cNvPr id="3" name="Oval 2"/>
            <p:cNvSpPr/>
            <p:nvPr/>
          </p:nvSpPr>
          <p:spPr>
            <a:xfrm>
              <a:off x="867068" y="3065025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867068" y="2146436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867068" y="1227847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>
              <a:stCxn id="29" idx="6"/>
            </p:cNvCxnSpPr>
            <p:nvPr/>
          </p:nvCxnSpPr>
          <p:spPr>
            <a:xfrm>
              <a:off x="3808718" y="2488798"/>
              <a:ext cx="712906" cy="147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6"/>
              <a:endCxn id="29" idx="2"/>
            </p:cNvCxnSpPr>
            <p:nvPr/>
          </p:nvCxnSpPr>
          <p:spPr>
            <a:xfrm>
              <a:off x="1579974" y="1581151"/>
              <a:ext cx="1515838" cy="9076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29" idx="2"/>
            </p:cNvCxnSpPr>
            <p:nvPr/>
          </p:nvCxnSpPr>
          <p:spPr>
            <a:xfrm flipV="1">
              <a:off x="1579974" y="2488796"/>
              <a:ext cx="1515838" cy="109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3" idx="6"/>
              <a:endCxn id="29" idx="2"/>
            </p:cNvCxnSpPr>
            <p:nvPr/>
          </p:nvCxnSpPr>
          <p:spPr>
            <a:xfrm flipV="1">
              <a:off x="1579974" y="2488796"/>
              <a:ext cx="1515838" cy="9295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3095812" y="2135492"/>
              <a:ext cx="712906" cy="70660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Picture 53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8600" y="2192053"/>
              <a:ext cx="1179414" cy="532127"/>
            </a:xfrm>
            <a:prstGeom prst="rect">
              <a:avLst/>
            </a:prstGeom>
          </p:spPr>
        </p:pic>
      </p:grpSp>
      <p:sp>
        <p:nvSpPr>
          <p:cNvPr id="55" name="TextBox 54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Linear unit</a:t>
            </a:r>
          </a:p>
        </p:txBody>
      </p:sp>
      <p:pic>
        <p:nvPicPr>
          <p:cNvPr id="57" name="Picture 5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199" y="595974"/>
            <a:ext cx="1200727" cy="1473200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595974"/>
            <a:ext cx="1143000" cy="14732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Linear (identity) activation function.</a:t>
            </a:r>
          </a:p>
        </p:txBody>
      </p:sp>
      <p:pic>
        <p:nvPicPr>
          <p:cNvPr id="62" name="Picture 6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1365200" y="1039859"/>
            <a:ext cx="486050" cy="457200"/>
            <a:chOff x="2485750" y="1276350"/>
            <a:chExt cx="486050" cy="457200"/>
          </a:xfrm>
        </p:grpSpPr>
        <p:sp>
          <p:nvSpPr>
            <p:cNvPr id="6" name="Oval 5"/>
            <p:cNvSpPr/>
            <p:nvPr/>
          </p:nvSpPr>
          <p:spPr>
            <a:xfrm>
              <a:off x="2485750" y="1276350"/>
              <a:ext cx="48605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556250" y="1287780"/>
              <a:ext cx="415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GB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it-IT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0" name="Straight Arrow Connector 9"/>
          <p:cNvCxnSpPr>
            <a:stCxn id="6" idx="5"/>
            <a:endCxn id="29" idx="2"/>
          </p:cNvCxnSpPr>
          <p:nvPr/>
        </p:nvCxnSpPr>
        <p:spPr>
          <a:xfrm>
            <a:off x="1780070" y="1430104"/>
            <a:ext cx="705680" cy="1121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32910" y="1039859"/>
            <a:ext cx="15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Bias unit (=1)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89584" y="4324350"/>
                <a:ext cx="117089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it-IT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584" y="4324350"/>
                <a:ext cx="1170898" cy="307777"/>
              </a:xfrm>
              <a:prstGeom prst="rect">
                <a:avLst/>
              </a:prstGeom>
              <a:blipFill>
                <a:blip r:embed="rId15"/>
                <a:stretch>
                  <a:fillRect l="-4688" r="-1563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925475" y="1451401"/>
                <a:ext cx="281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475" y="1451401"/>
                <a:ext cx="281936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21739" r="-6522" b="-152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87732" y="1757607"/>
                <a:ext cx="276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732" y="1757607"/>
                <a:ext cx="276614" cy="276999"/>
              </a:xfrm>
              <a:prstGeom prst="rect">
                <a:avLst/>
              </a:prstGeom>
              <a:blipFill rotWithShape="0">
                <a:blip r:embed="rId17"/>
                <a:stretch>
                  <a:fillRect l="-20000" r="-8889" b="-152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431667" y="2295703"/>
                <a:ext cx="281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667" y="2295703"/>
                <a:ext cx="281936" cy="276999"/>
              </a:xfrm>
              <a:prstGeom prst="rect">
                <a:avLst/>
              </a:prstGeom>
              <a:blipFill rotWithShape="0">
                <a:blip r:embed="rId18"/>
                <a:stretch>
                  <a:fillRect l="-21739" r="-6522" b="-1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431667" y="2783967"/>
                <a:ext cx="281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667" y="2783967"/>
                <a:ext cx="281936" cy="276999"/>
              </a:xfrm>
              <a:prstGeom prst="rect">
                <a:avLst/>
              </a:prstGeom>
              <a:blipFill rotWithShape="0">
                <a:blip r:embed="rId19"/>
                <a:stretch>
                  <a:fillRect l="-21739" r="-6522" b="-1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F4A36C88-729F-4AD7-9C9A-3892C3F0CF71}"/>
              </a:ext>
            </a:extLst>
          </p:cNvPr>
          <p:cNvGrpSpPr/>
          <p:nvPr/>
        </p:nvGrpSpPr>
        <p:grpSpPr>
          <a:xfrm>
            <a:off x="2626922" y="2451345"/>
            <a:ext cx="214313" cy="238126"/>
            <a:chOff x="6248400" y="3714750"/>
            <a:chExt cx="214313" cy="23812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861392A-609F-4D7C-A911-A609A8D75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248400" y="3714750"/>
              <a:ext cx="214313" cy="238126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4DD8FD4-E775-4390-B0B9-49C9BC250DE6}"/>
                </a:ext>
              </a:extLst>
            </p:cNvPr>
            <p:cNvCxnSpPr>
              <a:cxnSpLocks/>
            </p:cNvCxnSpPr>
            <p:nvPr/>
          </p:nvCxnSpPr>
          <p:spPr>
            <a:xfrm>
              <a:off x="6252919" y="3714750"/>
              <a:ext cx="209794" cy="0"/>
            </a:xfrm>
            <a:prstGeom prst="line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AAF2FA8-2E00-4C41-AFCC-A030868C6572}"/>
                </a:ext>
              </a:extLst>
            </p:cNvPr>
            <p:cNvCxnSpPr>
              <a:cxnSpLocks/>
            </p:cNvCxnSpPr>
            <p:nvPr/>
          </p:nvCxnSpPr>
          <p:spPr>
            <a:xfrm>
              <a:off x="6252919" y="3952876"/>
              <a:ext cx="209794" cy="0"/>
            </a:xfrm>
            <a:prstGeom prst="line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0285EAD-EEE5-413E-82E6-C15E77070A48}"/>
              </a:ext>
            </a:extLst>
          </p:cNvPr>
          <p:cNvSpPr txBox="1"/>
          <p:nvPr/>
        </p:nvSpPr>
        <p:spPr>
          <a:xfrm>
            <a:off x="6019800" y="333375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implements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51394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11" grpId="0"/>
      <p:bldP spid="12" grpId="0"/>
      <p:bldP spid="13" grpId="0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/>
          <p:cNvGrpSpPr/>
          <p:nvPr/>
        </p:nvGrpSpPr>
        <p:grpSpPr>
          <a:xfrm>
            <a:off x="838200" y="1619140"/>
            <a:ext cx="3733800" cy="1880437"/>
            <a:chOff x="867068" y="1227847"/>
            <a:chExt cx="5050946" cy="2543785"/>
          </a:xfrm>
        </p:grpSpPr>
        <p:sp>
          <p:nvSpPr>
            <p:cNvPr id="3" name="Oval 2"/>
            <p:cNvSpPr/>
            <p:nvPr/>
          </p:nvSpPr>
          <p:spPr>
            <a:xfrm>
              <a:off x="867068" y="3065025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867068" y="2146436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867068" y="1227847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>
              <a:stCxn id="29" idx="6"/>
            </p:cNvCxnSpPr>
            <p:nvPr/>
          </p:nvCxnSpPr>
          <p:spPr>
            <a:xfrm>
              <a:off x="3808718" y="2488798"/>
              <a:ext cx="712906" cy="147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6"/>
              <a:endCxn id="29" idx="2"/>
            </p:cNvCxnSpPr>
            <p:nvPr/>
          </p:nvCxnSpPr>
          <p:spPr>
            <a:xfrm>
              <a:off x="1579974" y="1581151"/>
              <a:ext cx="1515838" cy="9076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29" idx="2"/>
            </p:cNvCxnSpPr>
            <p:nvPr/>
          </p:nvCxnSpPr>
          <p:spPr>
            <a:xfrm flipV="1">
              <a:off x="1579974" y="2488796"/>
              <a:ext cx="1515838" cy="109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3" idx="6"/>
              <a:endCxn id="29" idx="2"/>
            </p:cNvCxnSpPr>
            <p:nvPr/>
          </p:nvCxnSpPr>
          <p:spPr>
            <a:xfrm flipV="1">
              <a:off x="1579974" y="2488796"/>
              <a:ext cx="1515838" cy="9295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3095812" y="2135492"/>
              <a:ext cx="712906" cy="70660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Picture 53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8600" y="2192053"/>
              <a:ext cx="1179414" cy="532127"/>
            </a:xfrm>
            <a:prstGeom prst="rect">
              <a:avLst/>
            </a:prstGeom>
          </p:spPr>
        </p:pic>
      </p:grpSp>
      <p:sp>
        <p:nvSpPr>
          <p:cNvPr id="55" name="TextBox 54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57" name="Picture 5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199" y="595974"/>
            <a:ext cx="1200727" cy="1473200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595974"/>
            <a:ext cx="1143000" cy="14732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Sigmoid (logistic) activation function.</a:t>
            </a:r>
          </a:p>
        </p:txBody>
      </p:sp>
      <p:pic>
        <p:nvPicPr>
          <p:cNvPr id="62" name="Picture 6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1365200" y="1039859"/>
            <a:ext cx="486050" cy="457200"/>
            <a:chOff x="2485750" y="1276350"/>
            <a:chExt cx="486050" cy="457200"/>
          </a:xfrm>
        </p:grpSpPr>
        <p:sp>
          <p:nvSpPr>
            <p:cNvPr id="6" name="Oval 5"/>
            <p:cNvSpPr/>
            <p:nvPr/>
          </p:nvSpPr>
          <p:spPr>
            <a:xfrm>
              <a:off x="2485750" y="1276350"/>
              <a:ext cx="48605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556250" y="1287780"/>
              <a:ext cx="415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GB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it-IT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0" name="Straight Arrow Connector 9"/>
          <p:cNvCxnSpPr>
            <a:stCxn id="6" idx="5"/>
            <a:endCxn id="29" idx="2"/>
          </p:cNvCxnSpPr>
          <p:nvPr/>
        </p:nvCxnSpPr>
        <p:spPr>
          <a:xfrm>
            <a:off x="1780070" y="1430104"/>
            <a:ext cx="705680" cy="1121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32910" y="1039859"/>
            <a:ext cx="15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Bias unit (=1)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89584" y="4324350"/>
                <a:ext cx="2114938" cy="615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it-IT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584" y="4324350"/>
                <a:ext cx="2114938" cy="615233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925475" y="1451401"/>
                <a:ext cx="281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475" y="1451401"/>
                <a:ext cx="281936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21739" r="-6522" b="-152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87732" y="1757607"/>
                <a:ext cx="276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732" y="1757607"/>
                <a:ext cx="276614" cy="276999"/>
              </a:xfrm>
              <a:prstGeom prst="rect">
                <a:avLst/>
              </a:prstGeom>
              <a:blipFill rotWithShape="0">
                <a:blip r:embed="rId17"/>
                <a:stretch>
                  <a:fillRect l="-20000" r="-8889" b="-152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431667" y="2295703"/>
                <a:ext cx="281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667" y="2295703"/>
                <a:ext cx="281936" cy="276999"/>
              </a:xfrm>
              <a:prstGeom prst="rect">
                <a:avLst/>
              </a:prstGeom>
              <a:blipFill rotWithShape="0">
                <a:blip r:embed="rId18"/>
                <a:stretch>
                  <a:fillRect l="-21739" r="-6522" b="-1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431667" y="2783967"/>
                <a:ext cx="281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667" y="2783967"/>
                <a:ext cx="281936" cy="276999"/>
              </a:xfrm>
              <a:prstGeom prst="rect">
                <a:avLst/>
              </a:prstGeom>
              <a:blipFill rotWithShape="0">
                <a:blip r:embed="rId19"/>
                <a:stretch>
                  <a:fillRect l="-21739" r="-6522" b="-1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F869D4E7-151D-4FB1-A478-E5D1C337804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37808" y="2456940"/>
            <a:ext cx="233363" cy="2476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0315223-E290-45EA-BEA4-78DCA60EFFE5}"/>
              </a:ext>
            </a:extLst>
          </p:cNvPr>
          <p:cNvSpPr txBox="1"/>
          <p:nvPr/>
        </p:nvSpPr>
        <p:spPr>
          <a:xfrm>
            <a:off x="6019800" y="333375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implements binary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47487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11" grpId="0"/>
      <p:bldP spid="12" grpId="0"/>
      <p:bldP spid="13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MLP: multi-layer perceptron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Combining more </a:t>
            </a:r>
            <a:r>
              <a:rPr lang="en-GB" dirty="0" err="1"/>
              <a:t>perceptrons</a:t>
            </a:r>
            <a:r>
              <a:rPr lang="en-GB" dirty="0"/>
              <a:t> having a non linear activation function (e.g. sigmoid units)</a:t>
            </a:r>
          </a:p>
          <a:p>
            <a:r>
              <a:rPr lang="en-GB" dirty="0"/>
              <a:t>An Artificial Neural Network (ANN) with at least 3 layers</a:t>
            </a:r>
          </a:p>
          <a:p>
            <a:r>
              <a:rPr lang="en-GB" dirty="0"/>
              <a:t>If the activation functions are linear, then one single unit (2 layers) are sufficient</a:t>
            </a:r>
          </a:p>
          <a:p>
            <a:r>
              <a:rPr lang="it-IT" dirty="0"/>
              <a:t>If output unit </a:t>
            </a:r>
            <a:r>
              <a:rPr lang="it-IT"/>
              <a:t>is linear then regression, otherwise classification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25749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395778" y="157472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 MLP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82789" y="4381440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  <a:endParaRPr lang="en-US" sz="2000" baseline="-25000" dirty="0">
              <a:latin typeface="Calibri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219200" y="1642748"/>
            <a:ext cx="6354389" cy="2622371"/>
            <a:chOff x="656011" y="1657350"/>
            <a:chExt cx="6811590" cy="2811052"/>
          </a:xfrm>
        </p:grpSpPr>
        <p:sp>
          <p:nvSpPr>
            <p:cNvPr id="20" name="Oval 19"/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>
              <a:stCxn id="23" idx="6"/>
              <a:endCxn id="24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22" idx="6"/>
              <a:endCxn id="24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20" idx="6"/>
              <a:endCxn id="24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42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>
              <a:stCxn id="23" idx="6"/>
              <a:endCxn id="34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endCxn id="34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20" idx="6"/>
              <a:endCxn id="34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22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20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/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/>
            <p:cNvCxnSpPr>
              <a:stCxn id="41" idx="6"/>
              <a:endCxn id="42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24" idx="6"/>
              <a:endCxn id="42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34" idx="6"/>
              <a:endCxn id="42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</p:spPr>
        </p:pic>
        <p:pic>
          <p:nvPicPr>
            <p:cNvPr id="67" name="Picture 6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</p:spPr>
        </p:pic>
        <p:pic>
          <p:nvPicPr>
            <p:cNvPr id="68" name="Picture 6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</p:spPr>
        </p:pic>
        <p:pic>
          <p:nvPicPr>
            <p:cNvPr id="69" name="Picture 6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</p:spPr>
        </p:pic>
      </p:grpSp>
      <p:sp>
        <p:nvSpPr>
          <p:cNvPr id="72" name="TextBox 71"/>
          <p:cNvSpPr txBox="1"/>
          <p:nvPr/>
        </p:nvSpPr>
        <p:spPr>
          <a:xfrm>
            <a:off x="1066800" y="4381440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131884" y="4381440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  <a:endParaRPr lang="en-US" sz="2000" baseline="-25000" dirty="0">
              <a:latin typeface="Calibri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1219200" y="807966"/>
            <a:ext cx="715950" cy="673531"/>
            <a:chOff x="2485750" y="1276350"/>
            <a:chExt cx="502727" cy="457200"/>
          </a:xfrm>
        </p:grpSpPr>
        <p:sp>
          <p:nvSpPr>
            <p:cNvPr id="47" name="Oval 46"/>
            <p:cNvSpPr/>
            <p:nvPr/>
          </p:nvSpPr>
          <p:spPr>
            <a:xfrm>
              <a:off x="2485750" y="1276350"/>
              <a:ext cx="48605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2927" y="1311669"/>
              <a:ext cx="415550" cy="313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GB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it-IT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Oval 49"/>
          <p:cNvSpPr/>
          <p:nvPr/>
        </p:nvSpPr>
        <p:spPr>
          <a:xfrm>
            <a:off x="3193221" y="798783"/>
            <a:ext cx="692200" cy="673531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392261" y="990302"/>
                <a:ext cx="435184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261" y="990302"/>
                <a:ext cx="435184" cy="347916"/>
              </a:xfrm>
              <a:prstGeom prst="rect">
                <a:avLst/>
              </a:prstGeom>
              <a:blipFill rotWithShape="0">
                <a:blip r:embed="rId16"/>
                <a:stretch>
                  <a:fillRect l="-6944" t="-3448" r="-11111" b="-155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>
            <a:off x="1810030" y="1402254"/>
            <a:ext cx="1393481" cy="2361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3865634" y="1261993"/>
            <a:ext cx="1218696" cy="12428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47" idx="5"/>
            <a:endCxn id="24" idx="2"/>
          </p:cNvCxnSpPr>
          <p:nvPr/>
        </p:nvCxnSpPr>
        <p:spPr>
          <a:xfrm>
            <a:off x="1810030" y="1382861"/>
            <a:ext cx="1393481" cy="1571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47" idx="5"/>
          </p:cNvCxnSpPr>
          <p:nvPr/>
        </p:nvCxnSpPr>
        <p:spPr>
          <a:xfrm>
            <a:off x="1810030" y="1382861"/>
            <a:ext cx="1386461" cy="6134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52892" y="443093"/>
            <a:ext cx="1719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Bias units</a:t>
            </a:r>
            <a:endParaRPr lang="it-IT" dirty="0"/>
          </a:p>
        </p:txBody>
      </p:sp>
      <p:sp>
        <p:nvSpPr>
          <p:cNvPr id="21" name="TextBox 20"/>
          <p:cNvSpPr txBox="1"/>
          <p:nvPr/>
        </p:nvSpPr>
        <p:spPr>
          <a:xfrm>
            <a:off x="931617" y="4806119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Input layer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945247" y="478155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Hidden layer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958877" y="4765558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Output layer</a:t>
            </a:r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74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3" grpId="0"/>
      <p:bldP spid="19" grpId="0"/>
      <p:bldP spid="21" grpId="0"/>
      <p:bldP spid="57" grpId="0"/>
      <p:bldP spid="5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10" y="268854"/>
            <a:ext cx="8274209" cy="45333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600200" y="917171"/>
                <a:ext cx="451982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917171"/>
                <a:ext cx="451982" cy="347916"/>
              </a:xfrm>
              <a:prstGeom prst="rect">
                <a:avLst/>
              </a:prstGeom>
              <a:blipFill rotWithShape="0">
                <a:blip r:embed="rId3"/>
                <a:stretch>
                  <a:fillRect l="-12162" t="-3448" r="-10811" b="-155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676400" y="1339979"/>
                <a:ext cx="451983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1339979"/>
                <a:ext cx="451983" cy="347916"/>
              </a:xfrm>
              <a:prstGeom prst="rect">
                <a:avLst/>
              </a:prstGeom>
              <a:blipFill rotWithShape="0">
                <a:blip r:embed="rId4"/>
                <a:stretch>
                  <a:fillRect l="-10811" t="-3509" r="-10811" b="-1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102457" y="1534377"/>
                <a:ext cx="451982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457" y="1534377"/>
                <a:ext cx="451982" cy="345929"/>
              </a:xfrm>
              <a:prstGeom prst="rect">
                <a:avLst/>
              </a:prstGeom>
              <a:blipFill rotWithShape="0">
                <a:blip r:embed="rId5"/>
                <a:stretch>
                  <a:fillRect l="-12162" t="-3571" r="-10811" b="-178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43185" y="1132999"/>
                <a:ext cx="451983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85" y="1132999"/>
                <a:ext cx="451983" cy="347916"/>
              </a:xfrm>
              <a:prstGeom prst="rect">
                <a:avLst/>
              </a:prstGeom>
              <a:blipFill rotWithShape="0">
                <a:blip r:embed="rId6"/>
                <a:stretch>
                  <a:fillRect l="-12162" t="-3509" r="-10811" b="-1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377724" y="2187947"/>
                <a:ext cx="451983" cy="347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724" y="2187947"/>
                <a:ext cx="451983" cy="347596"/>
              </a:xfrm>
              <a:prstGeom prst="rect">
                <a:avLst/>
              </a:prstGeom>
              <a:blipFill rotWithShape="0">
                <a:blip r:embed="rId7"/>
                <a:stretch>
                  <a:fillRect l="-10811" t="-3509" r="-12162" b="-1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01890" y="1880306"/>
                <a:ext cx="451983" cy="346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890" y="1880306"/>
                <a:ext cx="451983" cy="346185"/>
              </a:xfrm>
              <a:prstGeom prst="rect">
                <a:avLst/>
              </a:prstGeom>
              <a:blipFill rotWithShape="0">
                <a:blip r:embed="rId8"/>
                <a:stretch>
                  <a:fillRect l="-12162" t="-3509" r="-10811" b="-1754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50762" y="2618311"/>
                <a:ext cx="451982" cy="346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762" y="2618311"/>
                <a:ext cx="451982" cy="346185"/>
              </a:xfrm>
              <a:prstGeom prst="rect">
                <a:avLst/>
              </a:prstGeom>
              <a:blipFill rotWithShape="0">
                <a:blip r:embed="rId9"/>
                <a:stretch>
                  <a:fillRect l="-12162" t="-3571" r="-10811" b="-178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63519" y="2779378"/>
                <a:ext cx="451983" cy="346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519" y="2779378"/>
                <a:ext cx="451983" cy="346185"/>
              </a:xfrm>
              <a:prstGeom prst="rect">
                <a:avLst/>
              </a:prstGeom>
              <a:blipFill rotWithShape="0">
                <a:blip r:embed="rId10"/>
                <a:stretch>
                  <a:fillRect l="-10811" t="-3509" r="-12162" b="-1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95168" y="3265457"/>
                <a:ext cx="451983" cy="347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168" y="3265457"/>
                <a:ext cx="451983" cy="347596"/>
              </a:xfrm>
              <a:prstGeom prst="rect">
                <a:avLst/>
              </a:prstGeom>
              <a:blipFill rotWithShape="0">
                <a:blip r:embed="rId11"/>
                <a:stretch>
                  <a:fillRect l="-12162" t="-3509" r="-10811" b="-1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25217" y="3684558"/>
                <a:ext cx="451982" cy="347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217" y="3684558"/>
                <a:ext cx="451982" cy="347596"/>
              </a:xfrm>
              <a:prstGeom prst="rect">
                <a:avLst/>
              </a:prstGeom>
              <a:blipFill rotWithShape="0">
                <a:blip r:embed="rId12"/>
                <a:stretch>
                  <a:fillRect l="-10667" t="-3509" r="-10667" b="-1754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840360" y="3929506"/>
                <a:ext cx="451983" cy="347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360" y="3929506"/>
                <a:ext cx="451983" cy="347596"/>
              </a:xfrm>
              <a:prstGeom prst="rect">
                <a:avLst/>
              </a:prstGeom>
              <a:blipFill rotWithShape="0">
                <a:blip r:embed="rId13"/>
                <a:stretch>
                  <a:fillRect l="-12162" t="-3509" r="-10811" b="-1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576753" y="4328658"/>
                <a:ext cx="451983" cy="347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753" y="4328658"/>
                <a:ext cx="451983" cy="347596"/>
              </a:xfrm>
              <a:prstGeom prst="rect">
                <a:avLst/>
              </a:prstGeom>
              <a:blipFill rotWithShape="0">
                <a:blip r:embed="rId14"/>
                <a:stretch>
                  <a:fillRect l="-12162" t="-3509" r="-10811" b="-1754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277241" y="919469"/>
                <a:ext cx="451982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241" y="919469"/>
                <a:ext cx="451982" cy="347916"/>
              </a:xfrm>
              <a:prstGeom prst="rect">
                <a:avLst/>
              </a:prstGeom>
              <a:blipFill rotWithShape="0">
                <a:blip r:embed="rId15"/>
                <a:stretch>
                  <a:fillRect l="-12162" t="-3509" r="-10811" b="-1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197116" y="1631927"/>
                <a:ext cx="462099" cy="3459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116" y="1631927"/>
                <a:ext cx="462099" cy="345929"/>
              </a:xfrm>
              <a:prstGeom prst="rect">
                <a:avLst/>
              </a:prstGeom>
              <a:blipFill rotWithShape="0">
                <a:blip r:embed="rId16"/>
                <a:stretch>
                  <a:fillRect l="-12000" t="-3571" r="-10667" b="-178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051250" y="2620276"/>
                <a:ext cx="451982" cy="346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250" y="2620276"/>
                <a:ext cx="451982" cy="346185"/>
              </a:xfrm>
              <a:prstGeom prst="rect">
                <a:avLst/>
              </a:prstGeom>
              <a:blipFill rotWithShape="0">
                <a:blip r:embed="rId17"/>
                <a:stretch>
                  <a:fillRect l="-12162" t="-3509" r="-10811" b="-1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051250" y="3615166"/>
                <a:ext cx="451982" cy="347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250" y="3615166"/>
                <a:ext cx="451982" cy="347596"/>
              </a:xfrm>
              <a:prstGeom prst="rect">
                <a:avLst/>
              </a:prstGeom>
              <a:blipFill rotWithShape="0">
                <a:blip r:embed="rId18"/>
                <a:stretch>
                  <a:fillRect l="-12162" t="-3509" r="-10811" b="-1754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4114800" y="2116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791200" y="348104"/>
                <a:ext cx="2668359" cy="11328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𝚯</m:t>
                          </m:r>
                        </m:e>
                        <m:sup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  <m:sup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  <m:sup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  <m:sup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  <m:sup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  <m:sup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  <m:sup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  <m:sup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  <m:sup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  <m:sup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  <m:sup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  <m:sup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348104"/>
                <a:ext cx="2668359" cy="1132811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386223" y="4296213"/>
                <a:ext cx="4757777" cy="4124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𝚯</m:t>
                          </m:r>
                        </m:e>
                        <m:sup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𝚯</m:t>
                              </m:r>
                            </m:e>
                            <m:sub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  <m:sup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𝚯</m:t>
                              </m:r>
                            </m:e>
                            <m:sub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sub>
                            <m:sup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𝚯</m:t>
                              </m:r>
                            </m:e>
                            <m:sub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sub>
                            <m:sup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𝚯</m:t>
                              </m:r>
                            </m:e>
                            <m:sub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𝟏𝟑</m:t>
                              </m:r>
                            </m:sub>
                            <m:sup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𝚯</m:t>
                              </m:r>
                            </m:e>
                            <m:sub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𝚯</m:t>
                              </m:r>
                            </m:e>
                            <m:sub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𝚯</m:t>
                              </m:r>
                            </m:e>
                            <m:sub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𝚯</m:t>
                              </m:r>
                            </m:e>
                            <m:sub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223" y="4296213"/>
                <a:ext cx="4757777" cy="412485"/>
              </a:xfrm>
              <a:prstGeom prst="rect">
                <a:avLst/>
              </a:prstGeom>
              <a:blipFill rotWithShape="0">
                <a:blip r:embed="rId20"/>
                <a:stretch>
                  <a:fillRect l="-769" b="-298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E350E6-50A6-45F4-9B2D-6E44257A7C14}"/>
                  </a:ext>
                </a:extLst>
              </p:cNvPr>
              <p:cNvSpPr txBox="1"/>
              <p:nvPr/>
            </p:nvSpPr>
            <p:spPr>
              <a:xfrm>
                <a:off x="5867400" y="2464738"/>
                <a:ext cx="528350" cy="422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E350E6-50A6-45F4-9B2D-6E44257A7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2464738"/>
                <a:ext cx="528350" cy="42287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693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4" grpId="0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1" y="539918"/>
            <a:ext cx="641985" cy="3409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087428"/>
            <a:ext cx="701040" cy="23431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968240" y="520048"/>
            <a:ext cx="3947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“activation” of unit    in layer 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499" y="631861"/>
            <a:ext cx="68580" cy="1714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32" y="631861"/>
            <a:ext cx="104775" cy="21907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3001" y="990421"/>
            <a:ext cx="3947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matrix of weights controlling function mapping from layer    to layer</a:t>
            </a:r>
          </a:p>
        </p:txBody>
      </p:sp>
      <p:pic>
        <p:nvPicPr>
          <p:cNvPr id="50" name="Picture 4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925" y="1403780"/>
            <a:ext cx="104775" cy="2190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650" y="1713517"/>
            <a:ext cx="539115" cy="22098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393950"/>
            <a:ext cx="4872990" cy="3390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824494"/>
            <a:ext cx="4872990" cy="3390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260104"/>
            <a:ext cx="4872990" cy="33909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138" y="3728261"/>
            <a:ext cx="6450330" cy="33909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81000" y="415284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network has      units in layer    ,           units in layer           , then</a:t>
            </a:r>
          </a:p>
          <a:p>
            <a:r>
              <a:rPr lang="en-US" sz="2000" dirty="0"/>
              <a:t>will be of dimension                               .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712" y="4316734"/>
            <a:ext cx="182881" cy="18669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082" y="4271010"/>
            <a:ext cx="104775" cy="2190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641" y="4313682"/>
            <a:ext cx="440055" cy="18669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977" y="4272919"/>
            <a:ext cx="539115" cy="22098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078" y="4206932"/>
            <a:ext cx="415290" cy="2343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282" y="4535043"/>
            <a:ext cx="1611630" cy="264795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61" y="769240"/>
            <a:ext cx="2545910" cy="13948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B09970-7918-49E8-8AE3-284A787FBD8B}"/>
                  </a:ext>
                </a:extLst>
              </p:cNvPr>
              <p:cNvSpPr txBox="1"/>
              <p:nvPr/>
            </p:nvSpPr>
            <p:spPr>
              <a:xfrm>
                <a:off x="2286000" y="1436437"/>
                <a:ext cx="191078" cy="1537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B09970-7918-49E8-8AE3-284A787FB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36437"/>
                <a:ext cx="191078" cy="153760"/>
              </a:xfrm>
              <a:prstGeom prst="rect">
                <a:avLst/>
              </a:prstGeom>
              <a:blipFill>
                <a:blip r:embed="rId32"/>
                <a:stretch>
                  <a:fillRect l="-6452" t="-4000" r="-1290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F30A1C-F470-47E5-8F91-54CFD7ACD3B1}"/>
                  </a:ext>
                </a:extLst>
              </p:cNvPr>
              <p:cNvSpPr txBox="1"/>
              <p:nvPr/>
            </p:nvSpPr>
            <p:spPr>
              <a:xfrm>
                <a:off x="4181254" y="1913150"/>
                <a:ext cx="932371" cy="3525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F30A1C-F470-47E5-8F91-54CFD7ACD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254" y="1913150"/>
                <a:ext cx="932371" cy="352597"/>
              </a:xfrm>
              <a:prstGeom prst="rect">
                <a:avLst/>
              </a:prstGeom>
              <a:blipFill>
                <a:blip r:embed="rId33"/>
                <a:stretch>
                  <a:fillRect l="-3268" t="-3448" r="-1961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15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114550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 representation II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7601040" y="3836160"/>
              <a:ext cx="360" cy="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91680" y="38268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1178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/>
          <p:cNvSpPr txBox="1"/>
          <p:nvPr/>
        </p:nvSpPr>
        <p:spPr>
          <a:xfrm>
            <a:off x="5257800" y="3114509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Add              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1000" y="285750"/>
            <a:ext cx="716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Forward propagation: </a:t>
            </a:r>
            <a:r>
              <a:rPr lang="en-US" sz="2400" b="1" dirty="0" err="1"/>
              <a:t>Vectorized</a:t>
            </a:r>
            <a:r>
              <a:rPr lang="en-US" sz="2400" b="1" dirty="0"/>
              <a:t> implementation</a:t>
            </a:r>
          </a:p>
        </p:txBody>
      </p:sp>
      <p:pic>
        <p:nvPicPr>
          <p:cNvPr id="56" name="Picture 5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827194"/>
            <a:ext cx="4520182" cy="26855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796760"/>
            <a:ext cx="960579" cy="117855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796762"/>
            <a:ext cx="1386840" cy="1068705"/>
          </a:xfrm>
          <a:prstGeom prst="rect">
            <a:avLst/>
          </a:prstGeom>
        </p:spPr>
      </p:pic>
      <p:grpSp>
        <p:nvGrpSpPr>
          <p:cNvPr id="55" name="Group 54"/>
          <p:cNvGrpSpPr/>
          <p:nvPr/>
        </p:nvGrpSpPr>
        <p:grpSpPr>
          <a:xfrm>
            <a:off x="317501" y="2588198"/>
            <a:ext cx="4119913" cy="1018579"/>
            <a:chOff x="528287" y="2407064"/>
            <a:chExt cx="4874930" cy="1205244"/>
          </a:xfrm>
        </p:grpSpPr>
        <p:pic>
          <p:nvPicPr>
            <p:cNvPr id="51" name="Picture 5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227" y="2407064"/>
              <a:ext cx="4872990" cy="339090"/>
            </a:xfrm>
            <a:prstGeom prst="rect">
              <a:avLst/>
            </a:prstGeom>
          </p:spPr>
        </p:pic>
        <p:pic>
          <p:nvPicPr>
            <p:cNvPr id="52" name="Picture 51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227" y="2837608"/>
              <a:ext cx="4872990" cy="339090"/>
            </a:xfrm>
            <a:prstGeom prst="rect">
              <a:avLst/>
            </a:prstGeom>
          </p:spPr>
        </p:pic>
        <p:pic>
          <p:nvPicPr>
            <p:cNvPr id="53" name="Picture 5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287" y="3273218"/>
              <a:ext cx="4872990" cy="339090"/>
            </a:xfrm>
            <a:prstGeom prst="rect">
              <a:avLst/>
            </a:prstGeom>
          </p:spPr>
        </p:pic>
      </p:grpSp>
      <p:cxnSp>
        <p:nvCxnSpPr>
          <p:cNvPr id="58" name="Straight Connector 57"/>
          <p:cNvCxnSpPr/>
          <p:nvPr/>
        </p:nvCxnSpPr>
        <p:spPr>
          <a:xfrm>
            <a:off x="5029200" y="796760"/>
            <a:ext cx="76200" cy="39085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9" name="Picture 5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305685"/>
            <a:ext cx="1331595" cy="234315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9" y="2621946"/>
            <a:ext cx="1436370" cy="291465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386" y="3606777"/>
            <a:ext cx="1571625" cy="234315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385" y="3923038"/>
            <a:ext cx="2426970" cy="291465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174471"/>
            <a:ext cx="840105" cy="33909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61" y="769240"/>
            <a:ext cx="2545910" cy="139488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143000" y="2588198"/>
            <a:ext cx="3276600" cy="32521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ounded Rectangle 47"/>
          <p:cNvSpPr/>
          <p:nvPr/>
        </p:nvSpPr>
        <p:spPr>
          <a:xfrm>
            <a:off x="1143000" y="2952060"/>
            <a:ext cx="3276600" cy="325213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Rounded Rectangle 49"/>
          <p:cNvSpPr/>
          <p:nvPr/>
        </p:nvSpPr>
        <p:spPr>
          <a:xfrm>
            <a:off x="1134533" y="3321141"/>
            <a:ext cx="3276600" cy="325213"/>
          </a:xfrm>
          <a:prstGeom prst="round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4507769" y="2516340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769" y="2516340"/>
                <a:ext cx="424796" cy="358431"/>
              </a:xfrm>
              <a:prstGeom prst="rect">
                <a:avLst/>
              </a:prstGeom>
              <a:blipFill rotWithShape="0">
                <a:blip r:embed="rId25"/>
                <a:stretch>
                  <a:fillRect l="-7143" t="-3390" r="-11429" b="-1186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4502295" y="2880202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295" y="2880202"/>
                <a:ext cx="424796" cy="358431"/>
              </a:xfrm>
              <a:prstGeom prst="rect">
                <a:avLst/>
              </a:prstGeom>
              <a:blipFill rotWithShape="0">
                <a:blip r:embed="rId26"/>
                <a:stretch>
                  <a:fillRect l="-7246" t="-3390" r="-11594" b="-1355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4513907" y="3282894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907" y="3282894"/>
                <a:ext cx="424796" cy="358431"/>
              </a:xfrm>
              <a:prstGeom prst="rect">
                <a:avLst/>
              </a:prstGeom>
              <a:blipFill rotWithShape="0">
                <a:blip r:embed="rId27"/>
                <a:stretch>
                  <a:fillRect l="-7143" t="-3448" r="-11429" b="-137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ounded Rectangle 59"/>
          <p:cNvSpPr/>
          <p:nvPr/>
        </p:nvSpPr>
        <p:spPr>
          <a:xfrm>
            <a:off x="1295400" y="3798865"/>
            <a:ext cx="3430905" cy="325213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4198735" y="4125702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/>
                        <m:sup>
                          <m:r>
                            <a:rPr lang="en-GB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it-IT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735" y="4125702"/>
                <a:ext cx="424796" cy="358431"/>
              </a:xfrm>
              <a:prstGeom prst="rect">
                <a:avLst/>
              </a:prstGeom>
              <a:blipFill rotWithShape="0">
                <a:blip r:embed="rId28"/>
                <a:stretch>
                  <a:fillRect l="-7246" t="-3390" r="-1159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763352" y="2288214"/>
                <a:ext cx="1256883" cy="3206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sSup>
                        <m:sSup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352" y="2288214"/>
                <a:ext cx="1256883" cy="320601"/>
              </a:xfrm>
              <a:prstGeom prst="rect">
                <a:avLst/>
              </a:prstGeom>
              <a:blipFill rotWithShape="0">
                <a:blip r:embed="rId29"/>
                <a:stretch>
                  <a:fillRect l="-1449" t="-5660" r="-3865" b="-566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DEAF34-7A52-4596-ADB6-FEAFDF29568F}"/>
                  </a:ext>
                </a:extLst>
              </p:cNvPr>
              <p:cNvSpPr txBox="1"/>
              <p:nvPr/>
            </p:nvSpPr>
            <p:spPr>
              <a:xfrm>
                <a:off x="3188210" y="786064"/>
                <a:ext cx="1853182" cy="6292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1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𝚯</m:t>
                          </m:r>
                        </m:e>
                        <m:sup>
                          <m:r>
                            <a:rPr lang="en-GB" sz="1000" b="1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000" b="1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0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GB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1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sz="1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  <m:sup>
                                    <m:r>
                                      <a:rPr lang="en-GB" sz="1000" b="1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1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1000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sz="1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  <m:sup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sz="1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  <m:sup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0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sz="1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  <m:sup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sz="1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  <m:sup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sz="1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  <m:sup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0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sz="1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  <m:sup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sz="1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  <m:sup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sz="1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  <m:sup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0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10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sz="1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  <m:sup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𝚯</m:t>
                                    </m:r>
                                  </m:e>
                                  <m:sub>
                                    <m:r>
                                      <a:rPr lang="en-GB" sz="1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  <m:sup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10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1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DEAF34-7A52-4596-ADB6-FEAFDF295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210" y="786064"/>
                <a:ext cx="1853182" cy="629211"/>
              </a:xfrm>
              <a:prstGeom prst="rect">
                <a:avLst/>
              </a:prstGeom>
              <a:blipFill>
                <a:blip r:embed="rId30"/>
                <a:stretch>
                  <a:fillRect b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0F90D9D-59D3-4DF2-97CF-20101183CA04}"/>
                  </a:ext>
                </a:extLst>
              </p:cNvPr>
              <p:cNvSpPr txBox="1"/>
              <p:nvPr/>
            </p:nvSpPr>
            <p:spPr>
              <a:xfrm>
                <a:off x="3420671" y="1596115"/>
                <a:ext cx="1446678" cy="229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1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𝚯</m:t>
                          </m:r>
                        </m:e>
                        <m:sup>
                          <m:r>
                            <a:rPr lang="en-GB" sz="1000" b="1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000" b="1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1000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GB" sz="10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𝚯</m:t>
                              </m:r>
                            </m:e>
                            <m:sub>
                              <m:r>
                                <a:rPr lang="en-GB" sz="1000" b="1" i="0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  <m:sup>
                              <m:r>
                                <a:rPr lang="en-GB" sz="1000" b="1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000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000" b="1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GB" sz="10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𝚯</m:t>
                              </m:r>
                            </m:e>
                            <m:sub>
                              <m:r>
                                <a:rPr lang="en-GB" sz="1000" b="1" i="0" smtClean="0"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sub>
                            <m:sup>
                              <m:r>
                                <a:rPr lang="en-GB" sz="1000" b="1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000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000" b="1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GB" sz="10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𝚯</m:t>
                              </m:r>
                            </m:e>
                            <m:sub>
                              <m:r>
                                <a:rPr lang="en-GB" sz="1000" b="1" i="0" smtClean="0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sub>
                            <m:sup>
                              <m:r>
                                <a:rPr lang="en-GB" sz="1000" b="1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000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000" b="1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GB" sz="10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𝚯</m:t>
                              </m:r>
                            </m:e>
                            <m:sub>
                              <m:r>
                                <a:rPr lang="en-GB" sz="1000" b="1" i="0" smtClean="0">
                                  <a:latin typeface="Cambria Math" panose="02040503050406030204" pitchFamily="18" charset="0"/>
                                </a:rPr>
                                <m:t>𝟏𝟑</m:t>
                              </m:r>
                            </m:sub>
                            <m:sup>
                              <m:r>
                                <a:rPr lang="en-GB" sz="1000" b="1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000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000" b="1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it-IT" sz="1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0F90D9D-59D3-4DF2-97CF-20101183C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671" y="1596115"/>
                <a:ext cx="1446678" cy="229165"/>
              </a:xfrm>
              <a:prstGeom prst="rect">
                <a:avLst/>
              </a:prstGeom>
              <a:blipFill>
                <a:blip r:embed="rId31"/>
                <a:stretch>
                  <a:fillRect l="-1688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87CABF1-FFB3-4C4A-A30E-D4A24B431E49}"/>
                  </a:ext>
                </a:extLst>
              </p:cNvPr>
              <p:cNvSpPr txBox="1"/>
              <p:nvPr/>
            </p:nvSpPr>
            <p:spPr>
              <a:xfrm>
                <a:off x="2286000" y="1436437"/>
                <a:ext cx="191078" cy="1537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87CABF1-FFB3-4C4A-A30E-D4A24B431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36437"/>
                <a:ext cx="191078" cy="153760"/>
              </a:xfrm>
              <a:prstGeom prst="rect">
                <a:avLst/>
              </a:prstGeom>
              <a:blipFill>
                <a:blip r:embed="rId32"/>
                <a:stretch>
                  <a:fillRect l="-6452" t="-4000" r="-1290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694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3" grpId="0" animBg="1"/>
      <p:bldP spid="48" grpId="0" animBg="1"/>
      <p:bldP spid="50" grpId="0" animBg="1"/>
      <p:bldP spid="34" grpId="0"/>
      <p:bldP spid="54" grpId="0"/>
      <p:bldP spid="57" grpId="0"/>
      <p:bldP spid="60" grpId="0" animBg="1"/>
      <p:bldP spid="61" grpId="0"/>
      <p:bldP spid="3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/>
          <p:cNvSpPr txBox="1"/>
          <p:nvPr/>
        </p:nvSpPr>
        <p:spPr>
          <a:xfrm>
            <a:off x="4982789" y="40150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  <a:endParaRPr lang="en-US" sz="2000" baseline="-25000" dirty="0">
              <a:latin typeface="Calibri"/>
            </a:endParaRPr>
          </a:p>
        </p:txBody>
      </p:sp>
      <p:grpSp>
        <p:nvGrpSpPr>
          <p:cNvPr id="84" name="Group 83"/>
          <p:cNvGrpSpPr/>
          <p:nvPr/>
        </p:nvGrpSpPr>
        <p:grpSpPr>
          <a:xfrm>
            <a:off x="1219200" y="1276350"/>
            <a:ext cx="6354389" cy="2622371"/>
            <a:chOff x="656011" y="1657350"/>
            <a:chExt cx="6811590" cy="2811052"/>
          </a:xfrm>
        </p:grpSpPr>
        <p:sp>
          <p:nvSpPr>
            <p:cNvPr id="85" name="Oval 84"/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Arrow Connector 88"/>
            <p:cNvCxnSpPr>
              <a:stCxn id="87" idx="6"/>
              <a:endCxn id="88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86" idx="6"/>
              <a:endCxn id="88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>
              <a:stCxn id="85" idx="6"/>
              <a:endCxn id="88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>
              <a:stCxn id="101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Oval 92"/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4" name="Straight Arrow Connector 93"/>
            <p:cNvCxnSpPr>
              <a:stCxn id="87" idx="6"/>
              <a:endCxn id="93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>
              <a:endCxn id="93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>
              <a:stCxn id="85" idx="6"/>
              <a:endCxn id="93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/>
            <p:cNvCxnSpPr>
              <a:stCxn id="86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/>
            <p:cNvCxnSpPr>
              <a:stCxn id="85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99"/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2" name="Straight Arrow Connector 101"/>
            <p:cNvCxnSpPr>
              <a:stCxn id="100" idx="6"/>
              <a:endCxn id="101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stCxn id="88" idx="6"/>
              <a:endCxn id="101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>
              <a:stCxn id="93" idx="6"/>
              <a:endCxn id="101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5" name="Picture 104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</p:spPr>
        </p:pic>
        <p:pic>
          <p:nvPicPr>
            <p:cNvPr id="106" name="Picture 105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</p:spPr>
        </p:pic>
        <p:pic>
          <p:nvPicPr>
            <p:cNvPr id="107" name="Picture 10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</p:spPr>
        </p:pic>
        <p:pic>
          <p:nvPicPr>
            <p:cNvPr id="108" name="Picture 107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</p:spPr>
        </p:pic>
        <p:pic>
          <p:nvPicPr>
            <p:cNvPr id="109" name="Picture 10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</p:spPr>
        </p:pic>
        <p:pic>
          <p:nvPicPr>
            <p:cNvPr id="110" name="Picture 109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</p:spPr>
        </p:pic>
        <p:pic>
          <p:nvPicPr>
            <p:cNvPr id="111" name="Picture 110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</p:spPr>
        </p:pic>
      </p:grpSp>
      <p:sp>
        <p:nvSpPr>
          <p:cNvPr id="112" name="TextBox 111"/>
          <p:cNvSpPr txBox="1"/>
          <p:nvPr/>
        </p:nvSpPr>
        <p:spPr>
          <a:xfrm>
            <a:off x="1066800" y="40150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3131884" y="40150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62001" y="1057829"/>
            <a:ext cx="2425700" cy="3353503"/>
          </a:xfrm>
          <a:prstGeom prst="rect">
            <a:avLst/>
          </a:prstGeom>
          <a:solidFill>
            <a:srgbClr val="DBEEF4">
              <a:alpha val="94902"/>
            </a:srgb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 learning its own features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" name="Ink 1"/>
              <p14:cNvContentPartPr/>
              <p14:nvPr/>
            </p14:nvContentPartPr>
            <p14:xfrm>
              <a:off x="164160" y="844200"/>
              <a:ext cx="8840520" cy="40060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5520" y="835200"/>
                <a:ext cx="8860320" cy="402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0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animBg="1"/>
      <p:bldP spid="115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/>
          <p:cNvSpPr txBox="1"/>
          <p:nvPr/>
        </p:nvSpPr>
        <p:spPr>
          <a:xfrm>
            <a:off x="4663163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899574" y="3017884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899574" y="2070917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899574" y="1123950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2883885" y="2070917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/>
          <p:cNvCxnSpPr>
            <a:stCxn id="87" idx="6"/>
            <a:endCxn id="88" idx="2"/>
          </p:cNvCxnSpPr>
          <p:nvPr/>
        </p:nvCxnSpPr>
        <p:spPr>
          <a:xfrm>
            <a:off x="1634504" y="1488168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86" idx="6"/>
            <a:endCxn id="88" idx="2"/>
          </p:cNvCxnSpPr>
          <p:nvPr/>
        </p:nvCxnSpPr>
        <p:spPr>
          <a:xfrm>
            <a:off x="1634504" y="2435137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85" idx="6"/>
            <a:endCxn id="88" idx="2"/>
          </p:cNvCxnSpPr>
          <p:nvPr/>
        </p:nvCxnSpPr>
        <p:spPr>
          <a:xfrm flipV="1">
            <a:off x="1634504" y="243513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101" idx="6"/>
            <a:endCxn id="45" idx="2"/>
          </p:cNvCxnSpPr>
          <p:nvPr/>
        </p:nvCxnSpPr>
        <p:spPr>
          <a:xfrm>
            <a:off x="5529632" y="1869169"/>
            <a:ext cx="803026" cy="533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2883885" y="3017884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Arrow Connector 93"/>
          <p:cNvCxnSpPr>
            <a:stCxn id="87" idx="6"/>
            <a:endCxn id="93" idx="2"/>
          </p:cNvCxnSpPr>
          <p:nvPr/>
        </p:nvCxnSpPr>
        <p:spPr>
          <a:xfrm>
            <a:off x="1634504" y="1488168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endCxn id="93" idx="2"/>
          </p:cNvCxnSpPr>
          <p:nvPr/>
        </p:nvCxnSpPr>
        <p:spPr>
          <a:xfrm>
            <a:off x="1634504" y="243513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85" idx="6"/>
            <a:endCxn id="93" idx="2"/>
          </p:cNvCxnSpPr>
          <p:nvPr/>
        </p:nvCxnSpPr>
        <p:spPr>
          <a:xfrm>
            <a:off x="1634504" y="3382105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1634504" y="1488171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86" idx="6"/>
          </p:cNvCxnSpPr>
          <p:nvPr/>
        </p:nvCxnSpPr>
        <p:spPr>
          <a:xfrm flipV="1">
            <a:off x="1634504" y="1488168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85" idx="6"/>
          </p:cNvCxnSpPr>
          <p:nvPr/>
        </p:nvCxnSpPr>
        <p:spPr>
          <a:xfrm flipV="1">
            <a:off x="1634504" y="1488168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2883885" y="11239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4794702" y="15049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Arrow Connector 101"/>
          <p:cNvCxnSpPr>
            <a:stCxn id="100" idx="6"/>
            <a:endCxn id="101" idx="2"/>
          </p:cNvCxnSpPr>
          <p:nvPr/>
        </p:nvCxnSpPr>
        <p:spPr>
          <a:xfrm>
            <a:off x="3618815" y="1488169"/>
            <a:ext cx="1175887" cy="381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88" idx="6"/>
            <a:endCxn id="101" idx="2"/>
          </p:cNvCxnSpPr>
          <p:nvPr/>
        </p:nvCxnSpPr>
        <p:spPr>
          <a:xfrm flipV="1">
            <a:off x="3618815" y="1869169"/>
            <a:ext cx="1175887" cy="565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93" idx="6"/>
            <a:endCxn id="101" idx="2"/>
          </p:cNvCxnSpPr>
          <p:nvPr/>
        </p:nvCxnSpPr>
        <p:spPr>
          <a:xfrm flipV="1">
            <a:off x="3618815" y="1869169"/>
            <a:ext cx="1175887" cy="1512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Picture 10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774" y="2266950"/>
            <a:ext cx="853026" cy="351709"/>
          </a:xfrm>
          <a:prstGeom prst="rect">
            <a:avLst/>
          </a:prstGeom>
        </p:spPr>
      </p:pic>
      <p:pic>
        <p:nvPicPr>
          <p:cNvPr id="106" name="Picture 10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46" y="1381167"/>
            <a:ext cx="290748" cy="196317"/>
          </a:xfrm>
          <a:prstGeom prst="rect">
            <a:avLst/>
          </a:prstGeom>
        </p:spPr>
      </p:pic>
      <p:pic>
        <p:nvPicPr>
          <p:cNvPr id="107" name="Picture 10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66" y="2335064"/>
            <a:ext cx="298203" cy="196317"/>
          </a:xfrm>
          <a:prstGeom prst="rect">
            <a:avLst/>
          </a:prstGeom>
        </p:spPr>
      </p:pic>
      <p:pic>
        <p:nvPicPr>
          <p:cNvPr id="108" name="Picture 10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66" y="3282980"/>
            <a:ext cx="300688" cy="201287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747174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812258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Other network architectures</a:t>
            </a:r>
          </a:p>
        </p:txBody>
      </p:sp>
      <p:sp>
        <p:nvSpPr>
          <p:cNvPr id="35" name="Oval 34"/>
          <p:cNvSpPr/>
          <p:nvPr/>
        </p:nvSpPr>
        <p:spPr>
          <a:xfrm>
            <a:off x="4785774" y="2529113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>
            <a:stCxn id="100" idx="6"/>
            <a:endCxn id="35" idx="2"/>
          </p:cNvCxnSpPr>
          <p:nvPr/>
        </p:nvCxnSpPr>
        <p:spPr>
          <a:xfrm>
            <a:off x="3618815" y="1488169"/>
            <a:ext cx="1166959" cy="140516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88" idx="6"/>
            <a:endCxn id="35" idx="2"/>
          </p:cNvCxnSpPr>
          <p:nvPr/>
        </p:nvCxnSpPr>
        <p:spPr>
          <a:xfrm>
            <a:off x="3618815" y="2435136"/>
            <a:ext cx="1166959" cy="45819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93" idx="6"/>
            <a:endCxn id="35" idx="2"/>
          </p:cNvCxnSpPr>
          <p:nvPr/>
        </p:nvCxnSpPr>
        <p:spPr>
          <a:xfrm flipV="1">
            <a:off x="3618815" y="2893332"/>
            <a:ext cx="1166959" cy="48877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332658" y="20383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/>
          <p:cNvCxnSpPr>
            <a:stCxn id="35" idx="6"/>
            <a:endCxn id="45" idx="2"/>
          </p:cNvCxnSpPr>
          <p:nvPr/>
        </p:nvCxnSpPr>
        <p:spPr>
          <a:xfrm flipV="1">
            <a:off x="5520704" y="2402569"/>
            <a:ext cx="811954" cy="49076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5" idx="6"/>
          </p:cNvCxnSpPr>
          <p:nvPr/>
        </p:nvCxnSpPr>
        <p:spPr>
          <a:xfrm>
            <a:off x="7067588" y="2402569"/>
            <a:ext cx="68998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295586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4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9600" y="4403678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Input layer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551386" y="4403678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Hidden layer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15088" y="4353404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Output layer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367743" y="4402157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Hidden layer</a:t>
            </a:r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768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4865" y="2304408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Examples and intuitions </a:t>
            </a:r>
          </a:p>
        </p:txBody>
      </p:sp>
    </p:spTree>
    <p:extLst>
      <p:ext uri="{BB962C8B-B14F-4D97-AF65-F5344CB8AC3E}">
        <p14:creationId xmlns:p14="http://schemas.microsoft.com/office/powerpoint/2010/main" val="2184315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 example: XOR/XNOR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0367" y="704817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,      are binary (0 or 1).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16" y="893117"/>
            <a:ext cx="222885" cy="1504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891921"/>
            <a:ext cx="228600" cy="15049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876395" y="3115248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1000" y="172778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743600" y="1272719"/>
            <a:ext cx="0" cy="199568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634818" y="3115248"/>
            <a:ext cx="223176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ross 55"/>
          <p:cNvSpPr/>
          <p:nvPr/>
        </p:nvSpPr>
        <p:spPr>
          <a:xfrm rot="2734294">
            <a:off x="618324" y="299519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/>
          <p:cNvSpPr/>
          <p:nvPr/>
        </p:nvSpPr>
        <p:spPr>
          <a:xfrm rot="2734294">
            <a:off x="2098022" y="159718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2124600" y="3030049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662765" y="161831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473753" y="3602804"/>
            <a:ext cx="451047" cy="459421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9667" y="1876897"/>
            <a:ext cx="451047" cy="459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820714" y="1310835"/>
            <a:ext cx="0" cy="248247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685398" y="3602804"/>
            <a:ext cx="2776154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ross 19"/>
          <p:cNvSpPr/>
          <p:nvPr/>
        </p:nvSpPr>
        <p:spPr>
          <a:xfrm rot="2734294">
            <a:off x="6935197" y="2131516"/>
            <a:ext cx="278084" cy="27808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4953213" y="2467185"/>
            <a:ext cx="995725" cy="1007573"/>
            <a:chOff x="6214102" y="2477924"/>
            <a:chExt cx="995725" cy="1007573"/>
          </a:xfrm>
        </p:grpSpPr>
        <p:sp>
          <p:nvSpPr>
            <p:cNvPr id="21" name="Cross 20"/>
            <p:cNvSpPr/>
            <p:nvPr/>
          </p:nvSpPr>
          <p:spPr>
            <a:xfrm rot="2734294">
              <a:off x="6214103" y="3069178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Cross 21"/>
            <p:cNvSpPr/>
            <p:nvPr/>
          </p:nvSpPr>
          <p:spPr>
            <a:xfrm rot="2734294">
              <a:off x="6877612" y="3207412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/>
            <p:cNvSpPr/>
            <p:nvPr/>
          </p:nvSpPr>
          <p:spPr>
            <a:xfrm rot="2734294">
              <a:off x="6515400" y="2855457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ross 23"/>
            <p:cNvSpPr/>
            <p:nvPr/>
          </p:nvSpPr>
          <p:spPr>
            <a:xfrm rot="2734294">
              <a:off x="6931743" y="2851048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Cross 24"/>
            <p:cNvSpPr/>
            <p:nvPr/>
          </p:nvSpPr>
          <p:spPr>
            <a:xfrm rot="2734294">
              <a:off x="6726221" y="2567063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/>
            <p:cNvSpPr/>
            <p:nvPr/>
          </p:nvSpPr>
          <p:spPr>
            <a:xfrm rot="2734294">
              <a:off x="6265721" y="2477923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199736" y="1315617"/>
            <a:ext cx="1013544" cy="930616"/>
            <a:chOff x="4902760" y="1420012"/>
            <a:chExt cx="1013544" cy="930616"/>
          </a:xfrm>
        </p:grpSpPr>
        <p:sp>
          <p:nvSpPr>
            <p:cNvPr id="12" name="Cross 11"/>
            <p:cNvSpPr/>
            <p:nvPr/>
          </p:nvSpPr>
          <p:spPr>
            <a:xfrm rot="2734294">
              <a:off x="5352159" y="2072543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/>
            <p:cNvSpPr/>
            <p:nvPr/>
          </p:nvSpPr>
          <p:spPr>
            <a:xfrm rot="2734294">
              <a:off x="5638220" y="1738555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/>
            <p:cNvSpPr/>
            <p:nvPr/>
          </p:nvSpPr>
          <p:spPr>
            <a:xfrm rot="2734294">
              <a:off x="5232653" y="1719764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Cross 26"/>
            <p:cNvSpPr/>
            <p:nvPr/>
          </p:nvSpPr>
          <p:spPr>
            <a:xfrm rot="2734294">
              <a:off x="4902761" y="2000650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Cross 27"/>
            <p:cNvSpPr/>
            <p:nvPr/>
          </p:nvSpPr>
          <p:spPr>
            <a:xfrm rot="2734294">
              <a:off x="4956060" y="1420011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119550" y="2544531"/>
            <a:ext cx="1098242" cy="869639"/>
            <a:chOff x="4898477" y="2610899"/>
            <a:chExt cx="1098242" cy="869639"/>
          </a:xfrm>
        </p:grpSpPr>
        <p:sp>
          <p:nvSpPr>
            <p:cNvPr id="9" name="Oval 8"/>
            <p:cNvSpPr/>
            <p:nvPr/>
          </p:nvSpPr>
          <p:spPr>
            <a:xfrm>
              <a:off x="4905744" y="2712525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5249772" y="3268576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5573935" y="3196086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4898477" y="3196086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355224" y="2956930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5784757" y="2850949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5342443" y="2610899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912613" y="1335843"/>
            <a:ext cx="1098241" cy="1040696"/>
            <a:chOff x="6208539" y="1406673"/>
            <a:chExt cx="1098241" cy="1040696"/>
          </a:xfrm>
        </p:grpSpPr>
        <p:sp>
          <p:nvSpPr>
            <p:cNvPr id="77" name="Oval 76"/>
            <p:cNvSpPr/>
            <p:nvPr/>
          </p:nvSpPr>
          <p:spPr>
            <a:xfrm>
              <a:off x="6304672" y="1651598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/>
            <p:nvPr/>
          </p:nvSpPr>
          <p:spPr>
            <a:xfrm>
              <a:off x="6559833" y="2064350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6990945" y="2235407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6208539" y="1991861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>
              <a:off x="6665286" y="1752705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7094818" y="1646723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6652504" y="1406673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572032" y="3638550"/>
            <a:ext cx="3009368" cy="1066800"/>
            <a:chOff x="572032" y="3638550"/>
            <a:chExt cx="2544238" cy="864870"/>
          </a:xfrm>
        </p:grpSpPr>
        <p:pic>
          <p:nvPicPr>
            <p:cNvPr id="88" name="Picture 8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2032" y="3638550"/>
              <a:ext cx="1693545" cy="232410"/>
            </a:xfrm>
            <a:prstGeom prst="rect">
              <a:avLst/>
            </a:prstGeom>
          </p:spPr>
        </p:pic>
        <p:pic>
          <p:nvPicPr>
            <p:cNvPr id="90" name="Picture 89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0441" y="3952875"/>
              <a:ext cx="1419225" cy="219075"/>
            </a:xfrm>
            <a:prstGeom prst="rect">
              <a:avLst/>
            </a:prstGeom>
          </p:spPr>
        </p:pic>
        <p:pic>
          <p:nvPicPr>
            <p:cNvPr id="92" name="Picture 9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5535" y="4248150"/>
              <a:ext cx="2070735" cy="2552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502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Simple example: AND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16" y="893117"/>
            <a:ext cx="1533525" cy="2533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" y="1276350"/>
            <a:ext cx="1699260" cy="234315"/>
          </a:xfrm>
          <a:prstGeom prst="rect">
            <a:avLst/>
          </a:prstGeom>
        </p:spPr>
      </p:pic>
      <p:sp>
        <p:nvSpPr>
          <p:cNvPr id="67" name="Oval 66"/>
          <p:cNvSpPr/>
          <p:nvPr/>
        </p:nvSpPr>
        <p:spPr>
          <a:xfrm>
            <a:off x="402272" y="3238405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402272" y="2559359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402272" y="1880312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/>
          <p:cNvCxnSpPr>
            <a:stCxn id="74" idx="6"/>
          </p:cNvCxnSpPr>
          <p:nvPr/>
        </p:nvCxnSpPr>
        <p:spPr>
          <a:xfrm>
            <a:off x="2576822" y="2812442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9" idx="6"/>
            <a:endCxn id="74" idx="2"/>
          </p:cNvCxnSpPr>
          <p:nvPr/>
        </p:nvCxnSpPr>
        <p:spPr>
          <a:xfrm>
            <a:off x="929272" y="2141484"/>
            <a:ext cx="1120550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endCxn id="74" idx="2"/>
          </p:cNvCxnSpPr>
          <p:nvPr/>
        </p:nvCxnSpPr>
        <p:spPr>
          <a:xfrm flipV="1">
            <a:off x="929272" y="2812441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7" idx="6"/>
            <a:endCxn id="74" idx="2"/>
          </p:cNvCxnSpPr>
          <p:nvPr/>
        </p:nvCxnSpPr>
        <p:spPr>
          <a:xfrm flipV="1">
            <a:off x="929272" y="2812441"/>
            <a:ext cx="1120550" cy="6871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049822" y="2551269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6" name="Picture 8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29" y="2772423"/>
            <a:ext cx="222885" cy="150495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72" y="3445523"/>
            <a:ext cx="228600" cy="1504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72" y="2082651"/>
            <a:ext cx="228600" cy="150395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795196"/>
              </p:ext>
            </p:extLst>
          </p:nvPr>
        </p:nvGraphicFramePr>
        <p:xfrm>
          <a:off x="4648200" y="2794761"/>
          <a:ext cx="4191000" cy="159816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489"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833" y="2903755"/>
            <a:ext cx="267462" cy="1805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280" y="2887183"/>
            <a:ext cx="274320" cy="180594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225" y="525633"/>
            <a:ext cx="298450" cy="176957"/>
          </a:xfrm>
          <a:prstGeom prst="rect">
            <a:avLst/>
          </a:prstGeom>
        </p:spPr>
      </p:pic>
      <p:pic>
        <p:nvPicPr>
          <p:cNvPr id="112" name="Picture 1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1" y="2667648"/>
            <a:ext cx="690562" cy="28472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998" y="2791106"/>
            <a:ext cx="737604" cy="304119"/>
          </a:xfrm>
          <a:prstGeom prst="rect">
            <a:avLst/>
          </a:prstGeom>
        </p:spPr>
      </p:pic>
      <p:pic>
        <p:nvPicPr>
          <p:cNvPr id="28" name="Picture 2" descr="https://upload.wikimedia.org/wikipedia/commons/thumb/8/88/Logistic-curve.svg/320px-Logistic-curve.svg.png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935" y="272562"/>
            <a:ext cx="3067050" cy="204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103555" y="2094546"/>
                <a:ext cx="4825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555" y="2094546"/>
                <a:ext cx="482504" cy="276999"/>
              </a:xfrm>
              <a:prstGeom prst="rect">
                <a:avLst/>
              </a:prstGeom>
              <a:blipFill rotWithShape="0">
                <a:blip r:embed="rId23"/>
                <a:stretch>
                  <a:fillRect l="-1266" r="-12658"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951520" y="2539487"/>
                <a:ext cx="3093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520" y="2539487"/>
                <a:ext cx="309380" cy="276999"/>
              </a:xfrm>
              <a:prstGeom prst="rect">
                <a:avLst/>
              </a:prstGeom>
              <a:blipFill rotWithShape="0">
                <a:blip r:embed="rId24"/>
                <a:stretch>
                  <a:fillRect l="-17647" r="-17647"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83392" y="3148015"/>
                <a:ext cx="3093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92" y="3148015"/>
                <a:ext cx="309380" cy="276999"/>
              </a:xfrm>
              <a:prstGeom prst="rect">
                <a:avLst/>
              </a:prstGeom>
              <a:blipFill rotWithShape="0">
                <a:blip r:embed="rId25"/>
                <a:stretch>
                  <a:fillRect l="-19608" r="-15686" b="-65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02272" y="4114217"/>
                <a:ext cx="37171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l-G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sub>
                      </m:sSub>
                      <m:d>
                        <m:d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𝟐𝟎</m:t>
                      </m:r>
                      <m:sSub>
                        <m:sSub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𝟐𝟎</m:t>
                      </m:r>
                      <m:sSub>
                        <m:sSub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72" y="4114217"/>
                <a:ext cx="3717108" cy="307777"/>
              </a:xfrm>
              <a:prstGeom prst="rect">
                <a:avLst/>
              </a:prstGeom>
              <a:blipFill rotWithShape="0">
                <a:blip r:embed="rId26"/>
                <a:stretch>
                  <a:fillRect l="-1311" t="-2000" r="-2131" b="-36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819299" y="3168524"/>
                <a:ext cx="12463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(−30)≈0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299" y="3168524"/>
                <a:ext cx="1246303" cy="276999"/>
              </a:xfrm>
              <a:prstGeom prst="rect">
                <a:avLst/>
              </a:prstGeom>
              <a:blipFill rotWithShape="0">
                <a:blip r:embed="rId27"/>
                <a:stretch>
                  <a:fillRect l="-4412" t="-2222" r="-3922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819295" y="3478188"/>
                <a:ext cx="12463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(−10)≈0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295" y="3478188"/>
                <a:ext cx="1246303" cy="276999"/>
              </a:xfrm>
              <a:prstGeom prst="rect">
                <a:avLst/>
              </a:prstGeom>
              <a:blipFill rotWithShape="0">
                <a:blip r:embed="rId28"/>
                <a:stretch>
                  <a:fillRect l="-4412" t="-4444" r="-3922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819295" y="3771907"/>
                <a:ext cx="12463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(−10)≈0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295" y="3771907"/>
                <a:ext cx="1246303" cy="276999"/>
              </a:xfrm>
              <a:prstGeom prst="rect">
                <a:avLst/>
              </a:prstGeom>
              <a:blipFill rotWithShape="0">
                <a:blip r:embed="rId29"/>
                <a:stretch>
                  <a:fillRect l="-4412" t="-2222" r="-3922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819296" y="4110051"/>
                <a:ext cx="12463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(+10)≈1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296" y="4110051"/>
                <a:ext cx="1246303" cy="276999"/>
              </a:xfrm>
              <a:prstGeom prst="rect">
                <a:avLst/>
              </a:prstGeom>
              <a:blipFill rotWithShape="0">
                <a:blip r:embed="rId30"/>
                <a:stretch>
                  <a:fillRect l="-4412" t="-2174" r="-3922" b="-326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173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Example: OR function</a:t>
            </a:r>
          </a:p>
        </p:txBody>
      </p:sp>
      <p:sp>
        <p:nvSpPr>
          <p:cNvPr id="67" name="Oval 66"/>
          <p:cNvSpPr/>
          <p:nvPr/>
        </p:nvSpPr>
        <p:spPr>
          <a:xfrm>
            <a:off x="655015" y="2811406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655015" y="213236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55015" y="145331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/>
          <p:cNvCxnSpPr>
            <a:stCxn id="74" idx="6"/>
          </p:cNvCxnSpPr>
          <p:nvPr/>
        </p:nvCxnSpPr>
        <p:spPr>
          <a:xfrm>
            <a:off x="2829565" y="2385443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9" idx="6"/>
            <a:endCxn id="74" idx="2"/>
          </p:cNvCxnSpPr>
          <p:nvPr/>
        </p:nvCxnSpPr>
        <p:spPr>
          <a:xfrm>
            <a:off x="1182015" y="1714485"/>
            <a:ext cx="1120550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endCxn id="74" idx="2"/>
          </p:cNvCxnSpPr>
          <p:nvPr/>
        </p:nvCxnSpPr>
        <p:spPr>
          <a:xfrm flipV="1">
            <a:off x="1182015" y="2385442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7" idx="6"/>
            <a:endCxn id="74" idx="2"/>
          </p:cNvCxnSpPr>
          <p:nvPr/>
        </p:nvCxnSpPr>
        <p:spPr>
          <a:xfrm flipV="1">
            <a:off x="1182015" y="2385442"/>
            <a:ext cx="1120550" cy="6871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302565" y="2124270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247231"/>
            <a:ext cx="619125" cy="255270"/>
          </a:xfrm>
          <a:prstGeom prst="rect">
            <a:avLst/>
          </a:prstGeom>
        </p:spPr>
      </p:pic>
      <p:pic>
        <p:nvPicPr>
          <p:cNvPr id="86" name="Picture 8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72" y="2345424"/>
            <a:ext cx="222885" cy="150495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15" y="3018524"/>
            <a:ext cx="228600" cy="1504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15" y="1655652"/>
            <a:ext cx="228600" cy="150395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24466"/>
              </p:ext>
            </p:extLst>
          </p:nvPr>
        </p:nvGraphicFramePr>
        <p:xfrm>
          <a:off x="4495800" y="1575561"/>
          <a:ext cx="4191000" cy="21717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489">
                <a:tc>
                  <a:txBody>
                    <a:bodyPr/>
                    <a:lstStyle/>
                    <a:p>
                      <a:pPr algn="ctr" fontAlgn="b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135" y="1647217"/>
            <a:ext cx="378058" cy="2552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164" y="1630645"/>
            <a:ext cx="387752" cy="25527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196" y="1577868"/>
            <a:ext cx="875134" cy="360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8350" y="1677523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0125" y="214927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6975" y="261621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02272" y="4114217"/>
                <a:ext cx="37171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l-G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sub>
                      </m:sSub>
                      <m:d>
                        <m:d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𝟐𝟎</m:t>
                      </m:r>
                      <m:sSub>
                        <m:sSub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𝟐𝟎</m:t>
                      </m:r>
                      <m:sSub>
                        <m:sSub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72" y="4114217"/>
                <a:ext cx="3717108" cy="307777"/>
              </a:xfrm>
              <a:prstGeom prst="rect">
                <a:avLst/>
              </a:prstGeom>
              <a:blipFill rotWithShape="0">
                <a:blip r:embed="rId15"/>
                <a:stretch>
                  <a:fillRect l="-1311" t="-2000" r="-2131" b="-36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816030" y="2076997"/>
                <a:ext cx="12463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(−10)≈0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30" y="2076997"/>
                <a:ext cx="1246303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4390" t="-4444" r="-3902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810008" y="2502501"/>
                <a:ext cx="12463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(+10)≈1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008" y="2502501"/>
                <a:ext cx="1246303" cy="276999"/>
              </a:xfrm>
              <a:prstGeom prst="rect">
                <a:avLst/>
              </a:prstGeom>
              <a:blipFill rotWithShape="0">
                <a:blip r:embed="rId17"/>
                <a:stretch>
                  <a:fillRect l="-4390" t="-4444" r="-3902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810009" y="2952751"/>
                <a:ext cx="12463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(+10)≈1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009" y="2952751"/>
                <a:ext cx="1246303" cy="276999"/>
              </a:xfrm>
              <a:prstGeom prst="rect">
                <a:avLst/>
              </a:prstGeom>
              <a:blipFill rotWithShape="0">
                <a:blip r:embed="rId18"/>
                <a:stretch>
                  <a:fillRect l="-4390" t="-2174" r="-3902" b="-326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816026" y="3400915"/>
                <a:ext cx="12463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(+30)≈1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26" y="3400915"/>
                <a:ext cx="1246303" cy="276999"/>
              </a:xfrm>
              <a:prstGeom prst="rect">
                <a:avLst/>
              </a:prstGeom>
              <a:blipFill rotWithShape="0">
                <a:blip r:embed="rId19"/>
                <a:stretch>
                  <a:fillRect l="-4390" t="-2222" r="-3902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6350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512064"/>
            <a:ext cx="1720215" cy="3093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512064"/>
            <a:ext cx="1453515" cy="30670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57200" y="1047750"/>
            <a:ext cx="822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" y="12001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Negation:</a:t>
            </a:r>
          </a:p>
        </p:txBody>
      </p:sp>
      <p:sp>
        <p:nvSpPr>
          <p:cNvPr id="11" name="Oval 10"/>
          <p:cNvSpPr/>
          <p:nvPr/>
        </p:nvSpPr>
        <p:spPr>
          <a:xfrm>
            <a:off x="655015" y="2875386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55015" y="2196339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17" idx="6"/>
          </p:cNvCxnSpPr>
          <p:nvPr/>
        </p:nvCxnSpPr>
        <p:spPr>
          <a:xfrm>
            <a:off x="2660600" y="2772032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2" idx="6"/>
            <a:endCxn id="17" idx="2"/>
          </p:cNvCxnSpPr>
          <p:nvPr/>
        </p:nvCxnSpPr>
        <p:spPr>
          <a:xfrm>
            <a:off x="1182015" y="2457511"/>
            <a:ext cx="951585" cy="31452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6"/>
            <a:endCxn id="17" idx="2"/>
          </p:cNvCxnSpPr>
          <p:nvPr/>
        </p:nvCxnSpPr>
        <p:spPr>
          <a:xfrm flipV="1">
            <a:off x="1182015" y="2772031"/>
            <a:ext cx="951585" cy="36452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133600" y="2510859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035" y="2633820"/>
            <a:ext cx="778565" cy="32100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72" y="3088450"/>
            <a:ext cx="222885" cy="15049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15" y="2398678"/>
            <a:ext cx="228600" cy="150395"/>
          </a:xfrm>
          <a:prstGeom prst="rect">
            <a:avLst/>
          </a:prstGeom>
        </p:spPr>
      </p:pic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848523"/>
              </p:ext>
            </p:extLst>
          </p:nvPr>
        </p:nvGraphicFramePr>
        <p:xfrm>
          <a:off x="4495800" y="1962150"/>
          <a:ext cx="3162300" cy="14859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489">
                <a:tc>
                  <a:txBody>
                    <a:bodyPr/>
                    <a:lstStyle/>
                    <a:p>
                      <a:pPr algn="ctr" fontAlgn="b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3" name="Picture 2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432" y="2120991"/>
            <a:ext cx="370367" cy="250077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038350"/>
            <a:ext cx="857331" cy="35348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15" y="3975494"/>
            <a:ext cx="2827782" cy="30632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395" y="3975494"/>
            <a:ext cx="3493008" cy="306324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>
            <a:off x="4191000" y="3790950"/>
            <a:ext cx="0" cy="1143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272957" y="2260178"/>
                <a:ext cx="3093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957" y="2260178"/>
                <a:ext cx="309380" cy="276999"/>
              </a:xfrm>
              <a:prstGeom prst="rect">
                <a:avLst/>
              </a:prstGeom>
              <a:blipFill rotWithShape="0">
                <a:blip r:embed="rId19"/>
                <a:stretch>
                  <a:fillRect l="-19608" r="-15686"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110846" y="2774370"/>
                <a:ext cx="4825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846" y="2774370"/>
                <a:ext cx="482504" cy="276999"/>
              </a:xfrm>
              <a:prstGeom prst="rect">
                <a:avLst/>
              </a:prstGeom>
              <a:blipFill rotWithShape="0">
                <a:blip r:embed="rId20"/>
                <a:stretch>
                  <a:fillRect l="-1266" r="-12658" b="-65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974385" y="2488701"/>
                <a:ext cx="16541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(+10)≈1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385" y="2488701"/>
                <a:ext cx="1654171" cy="369332"/>
              </a:xfrm>
              <a:prstGeom prst="rect">
                <a:avLst/>
              </a:prstGeom>
              <a:blipFill rotWithShape="0">
                <a:blip r:embed="rId21"/>
                <a:stretch>
                  <a:fillRect l="-4059" r="-4428" b="-344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958816" y="2968375"/>
                <a:ext cx="16541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(−10)≈0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816" y="2968375"/>
                <a:ext cx="1654171" cy="369332"/>
              </a:xfrm>
              <a:prstGeom prst="rect">
                <a:avLst/>
              </a:prstGeom>
              <a:blipFill rotWithShape="0">
                <a:blip r:embed="rId22"/>
                <a:stretch>
                  <a:fillRect l="-4044" r="-4044" b="-327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775395" y="4532263"/>
                <a:ext cx="25324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iff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=0)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395" y="4532263"/>
                <a:ext cx="2532425" cy="276999"/>
              </a:xfrm>
              <a:prstGeom prst="rect">
                <a:avLst/>
              </a:prstGeom>
              <a:blipFill rotWithShape="0">
                <a:blip r:embed="rId23"/>
                <a:stretch>
                  <a:fillRect l="-481" t="-2174" r="-2885" b="-326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706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Putting it together: 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330" y="393227"/>
            <a:ext cx="1703070" cy="262890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513598" y="903051"/>
            <a:ext cx="2521194" cy="1376504"/>
            <a:chOff x="402272" y="1880312"/>
            <a:chExt cx="3488691" cy="1880437"/>
          </a:xfrm>
        </p:grpSpPr>
        <p:sp>
          <p:nvSpPr>
            <p:cNvPr id="5" name="Oval 4"/>
            <p:cNvSpPr/>
            <p:nvPr/>
          </p:nvSpPr>
          <p:spPr>
            <a:xfrm>
              <a:off x="402272" y="3238405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402272" y="2559359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02272" y="1880312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>
              <a:stCxn id="12" idx="6"/>
            </p:cNvCxnSpPr>
            <p:nvPr/>
          </p:nvCxnSpPr>
          <p:spPr>
            <a:xfrm>
              <a:off x="2576822" y="2812442"/>
              <a:ext cx="527000" cy="1089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7" idx="6"/>
              <a:endCxn id="12" idx="2"/>
            </p:cNvCxnSpPr>
            <p:nvPr/>
          </p:nvCxnSpPr>
          <p:spPr>
            <a:xfrm>
              <a:off x="929272" y="2141484"/>
              <a:ext cx="1120550" cy="670957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endCxn id="12" idx="2"/>
            </p:cNvCxnSpPr>
            <p:nvPr/>
          </p:nvCxnSpPr>
          <p:spPr>
            <a:xfrm flipV="1">
              <a:off x="929272" y="2812441"/>
              <a:ext cx="1120550" cy="8090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5" idx="6"/>
              <a:endCxn id="12" idx="2"/>
            </p:cNvCxnSpPr>
            <p:nvPr/>
          </p:nvCxnSpPr>
          <p:spPr>
            <a:xfrm flipV="1">
              <a:off x="929272" y="2812441"/>
              <a:ext cx="1120550" cy="687137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2049822" y="2551269"/>
              <a:ext cx="527000" cy="52234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329" y="2772423"/>
              <a:ext cx="222885" cy="150495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672" y="3445523"/>
              <a:ext cx="228600" cy="150495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672" y="2082651"/>
              <a:ext cx="228600" cy="15039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1" y="2667648"/>
              <a:ext cx="690562" cy="284724"/>
            </a:xfrm>
            <a:prstGeom prst="rect">
              <a:avLst/>
            </a:prstGeom>
          </p:spPr>
        </p:pic>
      </p:grpSp>
      <p:sp>
        <p:nvSpPr>
          <p:cNvPr id="19" name="Oval 18"/>
          <p:cNvSpPr/>
          <p:nvPr/>
        </p:nvSpPr>
        <p:spPr>
          <a:xfrm>
            <a:off x="3463803" y="1917059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463803" y="1419989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463803" y="922918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26" idx="6"/>
          </p:cNvCxnSpPr>
          <p:nvPr/>
        </p:nvCxnSpPr>
        <p:spPr>
          <a:xfrm>
            <a:off x="5035299" y="1605249"/>
            <a:ext cx="380850" cy="797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1" idx="6"/>
            <a:endCxn id="26" idx="2"/>
          </p:cNvCxnSpPr>
          <p:nvPr/>
        </p:nvCxnSpPr>
        <p:spPr>
          <a:xfrm>
            <a:off x="3844653" y="1114099"/>
            <a:ext cx="809795" cy="491149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26" idx="2"/>
          </p:cNvCxnSpPr>
          <p:nvPr/>
        </p:nvCxnSpPr>
        <p:spPr>
          <a:xfrm flipV="1">
            <a:off x="3844653" y="1605248"/>
            <a:ext cx="809795" cy="5922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9" idx="6"/>
            <a:endCxn id="26" idx="2"/>
          </p:cNvCxnSpPr>
          <p:nvPr/>
        </p:nvCxnSpPr>
        <p:spPr>
          <a:xfrm flipV="1">
            <a:off x="3844653" y="1605248"/>
            <a:ext cx="809795" cy="502993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654448" y="1414067"/>
            <a:ext cx="380850" cy="382363"/>
          </a:xfrm>
          <a:prstGeom prst="ellipse">
            <a:avLst/>
          </a:prstGeom>
          <a:solidFill>
            <a:schemeClr val="bg1"/>
          </a:solidFill>
          <a:ln>
            <a:solidFill>
              <a:srgbClr val="00FF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691" y="1575955"/>
            <a:ext cx="161074" cy="11016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939" y="2068673"/>
            <a:ext cx="165204" cy="11016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939" y="1071033"/>
            <a:ext cx="165204" cy="110091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944" y="1499258"/>
            <a:ext cx="499053" cy="208422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6248400" y="1889491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248400" y="1392421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6248400" y="895350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stCxn id="39" idx="6"/>
          </p:cNvCxnSpPr>
          <p:nvPr/>
        </p:nvCxnSpPr>
        <p:spPr>
          <a:xfrm>
            <a:off x="7819896" y="1577681"/>
            <a:ext cx="380850" cy="7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6"/>
            <a:endCxn id="39" idx="2"/>
          </p:cNvCxnSpPr>
          <p:nvPr/>
        </p:nvCxnSpPr>
        <p:spPr>
          <a:xfrm>
            <a:off x="6629250" y="1086531"/>
            <a:ext cx="809795" cy="491149"/>
          </a:xfrm>
          <a:prstGeom prst="straightConnector1">
            <a:avLst/>
          </a:prstGeom>
          <a:ln w="952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39" idx="2"/>
          </p:cNvCxnSpPr>
          <p:nvPr/>
        </p:nvCxnSpPr>
        <p:spPr>
          <a:xfrm flipV="1">
            <a:off x="6629250" y="1577680"/>
            <a:ext cx="809795" cy="5922"/>
          </a:xfrm>
          <a:prstGeom prst="straightConnector1">
            <a:avLst/>
          </a:prstGeom>
          <a:ln w="952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2" idx="6"/>
            <a:endCxn id="39" idx="2"/>
          </p:cNvCxnSpPr>
          <p:nvPr/>
        </p:nvCxnSpPr>
        <p:spPr>
          <a:xfrm flipV="1">
            <a:off x="6629250" y="1577680"/>
            <a:ext cx="809795" cy="502993"/>
          </a:xfrm>
          <a:prstGeom prst="straightConnector1">
            <a:avLst/>
          </a:prstGeom>
          <a:ln w="952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439045" y="1386499"/>
            <a:ext cx="380850" cy="382363"/>
          </a:xfrm>
          <a:prstGeom prst="ellipse">
            <a:avLst/>
          </a:prstGeom>
          <a:solidFill>
            <a:schemeClr val="bg1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288" y="1548387"/>
            <a:ext cx="161074" cy="110164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536" y="2041105"/>
            <a:ext cx="165204" cy="110164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536" y="1043465"/>
            <a:ext cx="165204" cy="110091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541" y="1471690"/>
            <a:ext cx="499053" cy="208422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colorTemperature colorTemp="1125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753" y="2389737"/>
            <a:ext cx="982980" cy="176784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389737"/>
            <a:ext cx="2328672" cy="204216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5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766" y="2355154"/>
            <a:ext cx="830580" cy="175260"/>
          </a:xfrm>
          <a:prstGeom prst="rect">
            <a:avLst/>
          </a:prstGeom>
          <a:ln>
            <a:noFill/>
          </a:ln>
        </p:spPr>
      </p:pic>
      <p:sp>
        <p:nvSpPr>
          <p:cNvPr id="54" name="Oval 53"/>
          <p:cNvSpPr/>
          <p:nvPr/>
        </p:nvSpPr>
        <p:spPr>
          <a:xfrm>
            <a:off x="469350" y="4175491"/>
            <a:ext cx="425097" cy="4267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469350" y="3678421"/>
            <a:ext cx="425097" cy="4267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469350" y="3181350"/>
            <a:ext cx="425097" cy="4267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39" y="3834386"/>
            <a:ext cx="179788" cy="122963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86" y="4327104"/>
            <a:ext cx="184397" cy="122963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86" y="3329465"/>
            <a:ext cx="184397" cy="122881"/>
          </a:xfrm>
          <a:prstGeom prst="rect">
            <a:avLst/>
          </a:prstGeom>
        </p:spPr>
      </p:pic>
      <p:graphicFrame>
        <p:nvGraphicFramePr>
          <p:cNvPr id="66" name="Table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44141"/>
              </p:ext>
            </p:extLst>
          </p:nvPr>
        </p:nvGraphicFramePr>
        <p:xfrm>
          <a:off x="5743352" y="2949659"/>
          <a:ext cx="2867248" cy="159874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98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8265">
                <a:tc>
                  <a:txBody>
                    <a:bodyPr/>
                    <a:lstStyle/>
                    <a:p>
                      <a:pPr algn="ctr" fontAlgn="b"/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1" name="Picture 7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29" y="3146869"/>
            <a:ext cx="215063" cy="145214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706" y="3063280"/>
            <a:ext cx="597398" cy="246312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732" y="3146869"/>
            <a:ext cx="220578" cy="145214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546" y="3002825"/>
            <a:ext cx="351086" cy="323514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914" y="3004191"/>
            <a:ext cx="351086" cy="32351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66800" y="1090940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-30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1852" y="1404642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9935" y="1654963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38600" y="1099287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4202" y="1412989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-20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12285" y="1663310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-20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34930" y="1055422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-10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9982" y="1392274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78065" y="1642595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20</a:t>
            </a:r>
          </a:p>
        </p:txBody>
      </p:sp>
      <p:sp>
        <p:nvSpPr>
          <p:cNvPr id="75" name="Oval 74"/>
          <p:cNvSpPr/>
          <p:nvPr/>
        </p:nvSpPr>
        <p:spPr>
          <a:xfrm>
            <a:off x="1912527" y="3096199"/>
            <a:ext cx="425097" cy="4267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1890620" y="4120153"/>
            <a:ext cx="425097" cy="426786"/>
          </a:xfrm>
          <a:prstGeom prst="ellipse">
            <a:avLst/>
          </a:prstGeom>
          <a:noFill/>
          <a:ln>
            <a:solidFill>
              <a:srgbClr val="00FF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2535739" y="2725153"/>
            <a:ext cx="425097" cy="4267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3644684" y="3620993"/>
            <a:ext cx="425097" cy="426786"/>
          </a:xfrm>
          <a:prstGeom prst="ellipse">
            <a:avLst/>
          </a:prstGeom>
          <a:solidFill>
            <a:schemeClr val="bg1"/>
          </a:solidFill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7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088" y="2884086"/>
            <a:ext cx="184397" cy="122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914410" y="3139811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410" y="3139811"/>
                <a:ext cx="435184" cy="358431"/>
              </a:xfrm>
              <a:prstGeom prst="rect">
                <a:avLst/>
              </a:prstGeom>
              <a:blipFill rotWithShape="0">
                <a:blip r:embed="rId44"/>
                <a:stretch>
                  <a:fillRect l="-7042" t="-3390" r="-12676" b="-1355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1908238" y="4144896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238" y="4144896"/>
                <a:ext cx="435184" cy="358431"/>
              </a:xfrm>
              <a:prstGeom prst="rect">
                <a:avLst/>
              </a:prstGeom>
              <a:blipFill rotWithShape="0">
                <a:blip r:embed="rId45"/>
                <a:stretch>
                  <a:fillRect l="-7042" t="-3390" r="-12676" b="-1186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3634597" y="3655170"/>
                <a:ext cx="435184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597" y="3655170"/>
                <a:ext cx="435184" cy="345929"/>
              </a:xfrm>
              <a:prstGeom prst="rect">
                <a:avLst/>
              </a:prstGeom>
              <a:blipFill rotWithShape="0">
                <a:blip r:embed="rId46"/>
                <a:stretch>
                  <a:fillRect l="-6944" t="-3571" r="-11111" b="-178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/>
          <p:cNvCxnSpPr>
            <a:stCxn id="56" idx="6"/>
            <a:endCxn id="3" idx="1"/>
          </p:cNvCxnSpPr>
          <p:nvPr/>
        </p:nvCxnSpPr>
        <p:spPr>
          <a:xfrm flipV="1">
            <a:off x="894447" y="3319027"/>
            <a:ext cx="1019963" cy="75716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55" idx="6"/>
          </p:cNvCxnSpPr>
          <p:nvPr/>
        </p:nvCxnSpPr>
        <p:spPr>
          <a:xfrm flipV="1">
            <a:off x="894447" y="3394743"/>
            <a:ext cx="996173" cy="497071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endCxn id="75" idx="3"/>
          </p:cNvCxnSpPr>
          <p:nvPr/>
        </p:nvCxnSpPr>
        <p:spPr>
          <a:xfrm flipV="1">
            <a:off x="868916" y="3460484"/>
            <a:ext cx="1105865" cy="855775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56" idx="6"/>
            <a:endCxn id="77" idx="2"/>
          </p:cNvCxnSpPr>
          <p:nvPr/>
        </p:nvCxnSpPr>
        <p:spPr>
          <a:xfrm>
            <a:off x="894447" y="3394743"/>
            <a:ext cx="996173" cy="938803"/>
          </a:xfrm>
          <a:prstGeom prst="line">
            <a:avLst/>
          </a:prstGeom>
          <a:ln>
            <a:solidFill>
              <a:srgbClr val="00FFCC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endCxn id="77" idx="2"/>
          </p:cNvCxnSpPr>
          <p:nvPr/>
        </p:nvCxnSpPr>
        <p:spPr>
          <a:xfrm>
            <a:off x="904534" y="3891504"/>
            <a:ext cx="986086" cy="442042"/>
          </a:xfrm>
          <a:prstGeom prst="line">
            <a:avLst/>
          </a:prstGeom>
          <a:ln>
            <a:solidFill>
              <a:srgbClr val="00FFCC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endCxn id="77" idx="2"/>
          </p:cNvCxnSpPr>
          <p:nvPr/>
        </p:nvCxnSpPr>
        <p:spPr>
          <a:xfrm flipV="1">
            <a:off x="899490" y="4333546"/>
            <a:ext cx="991130" cy="7318"/>
          </a:xfrm>
          <a:prstGeom prst="line">
            <a:avLst/>
          </a:prstGeom>
          <a:ln>
            <a:solidFill>
              <a:srgbClr val="00FFCC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endCxn id="79" idx="2"/>
          </p:cNvCxnSpPr>
          <p:nvPr/>
        </p:nvCxnSpPr>
        <p:spPr>
          <a:xfrm>
            <a:off x="2337624" y="3372435"/>
            <a:ext cx="1307060" cy="461951"/>
          </a:xfrm>
          <a:prstGeom prst="line">
            <a:avLst/>
          </a:prstGeom>
          <a:ln>
            <a:solidFill>
              <a:srgbClr val="00FF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9" idx="2"/>
          </p:cNvCxnSpPr>
          <p:nvPr/>
        </p:nvCxnSpPr>
        <p:spPr>
          <a:xfrm>
            <a:off x="2910661" y="3086724"/>
            <a:ext cx="734023" cy="747662"/>
          </a:xfrm>
          <a:prstGeom prst="line">
            <a:avLst/>
          </a:prstGeom>
          <a:ln>
            <a:solidFill>
              <a:srgbClr val="00FF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endCxn id="82" idx="1"/>
          </p:cNvCxnSpPr>
          <p:nvPr/>
        </p:nvCxnSpPr>
        <p:spPr>
          <a:xfrm flipV="1">
            <a:off x="2307306" y="3828135"/>
            <a:ext cx="1327291" cy="505411"/>
          </a:xfrm>
          <a:prstGeom prst="line">
            <a:avLst/>
          </a:prstGeom>
          <a:ln>
            <a:solidFill>
              <a:srgbClr val="00FF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1026644" y="3161016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-30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8227" y="3610808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92252" y="4044892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4134" y="3396027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83364" y="3797154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-20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4218" y="4274309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-20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982801" y="3080531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-10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49295" y="3310692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20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02325" y="3978249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306673" y="2972776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73" y="2972776"/>
                <a:ext cx="281423" cy="276999"/>
              </a:xfrm>
              <a:prstGeom prst="rect">
                <a:avLst/>
              </a:prstGeom>
              <a:blipFill rotWithShape="0">
                <a:blip r:embed="rId47"/>
                <a:stretch>
                  <a:fillRect l="-13043" r="-8696" b="-1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2126763" y="2713025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763" y="2713025"/>
                <a:ext cx="435184" cy="358431"/>
              </a:xfrm>
              <a:prstGeom prst="rect">
                <a:avLst/>
              </a:prstGeom>
              <a:blipFill rotWithShape="0">
                <a:blip r:embed="rId48"/>
                <a:stretch>
                  <a:fillRect l="-7042" t="-3390" r="-11268" b="-1355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6753194" y="3366279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3194" y="3366279"/>
                <a:ext cx="181139" cy="276999"/>
              </a:xfrm>
              <a:prstGeom prst="rect">
                <a:avLst/>
              </a:prstGeom>
              <a:blipFill rotWithShape="0">
                <a:blip r:embed="rId49"/>
                <a:stretch>
                  <a:fillRect l="-33333" r="-26667" b="-65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6767990" y="3669956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990" y="3669956"/>
                <a:ext cx="181139" cy="276999"/>
              </a:xfrm>
              <a:prstGeom prst="rect">
                <a:avLst/>
              </a:prstGeom>
              <a:blipFill rotWithShape="0">
                <a:blip r:embed="rId50"/>
                <a:stretch>
                  <a:fillRect l="-30000" r="-30000" b="-111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6778065" y="3988018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065" y="3988018"/>
                <a:ext cx="181139" cy="276999"/>
              </a:xfrm>
              <a:prstGeom prst="rect">
                <a:avLst/>
              </a:prstGeom>
              <a:blipFill rotWithShape="0">
                <a:blip r:embed="rId51"/>
                <a:stretch>
                  <a:fillRect l="-33333" r="-26667" b="-869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6778366" y="4269940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it-IT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366" y="4269940"/>
                <a:ext cx="181139" cy="276999"/>
              </a:xfrm>
              <a:prstGeom prst="rect">
                <a:avLst/>
              </a:prstGeom>
              <a:blipFill rotWithShape="0">
                <a:blip r:embed="rId52"/>
                <a:stretch>
                  <a:fillRect l="-33333" r="-26667" b="-869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7291396" y="3359742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FFCC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it-IT" i="1" dirty="0">
                  <a:solidFill>
                    <a:srgbClr val="00FFCC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396" y="3359742"/>
                <a:ext cx="181139" cy="276999"/>
              </a:xfrm>
              <a:prstGeom prst="rect">
                <a:avLst/>
              </a:prstGeom>
              <a:blipFill rotWithShape="0">
                <a:blip r:embed="rId53"/>
                <a:stretch>
                  <a:fillRect l="-30000" r="-30000" b="-869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7288572" y="3661657"/>
                <a:ext cx="1795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FFCC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i="1" dirty="0">
                  <a:solidFill>
                    <a:srgbClr val="00FFCC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572" y="3661657"/>
                <a:ext cx="179536" cy="276999"/>
              </a:xfrm>
              <a:prstGeom prst="rect">
                <a:avLst/>
              </a:prstGeom>
              <a:blipFill rotWithShape="0">
                <a:blip r:embed="rId54"/>
                <a:stretch>
                  <a:fillRect l="-34483" r="-31034" b="-88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7288572" y="3988018"/>
                <a:ext cx="1795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FFCC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i="1" dirty="0">
                  <a:solidFill>
                    <a:srgbClr val="00FFCC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572" y="3988018"/>
                <a:ext cx="179536" cy="276999"/>
              </a:xfrm>
              <a:prstGeom prst="rect">
                <a:avLst/>
              </a:prstGeom>
              <a:blipFill rotWithShape="0">
                <a:blip r:embed="rId55"/>
                <a:stretch>
                  <a:fillRect l="-34483" r="-31034" b="-869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7288572" y="4269939"/>
                <a:ext cx="1795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FFCC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i="1" dirty="0">
                  <a:solidFill>
                    <a:srgbClr val="00FFCC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572" y="4269939"/>
                <a:ext cx="179536" cy="276999"/>
              </a:xfrm>
              <a:prstGeom prst="rect">
                <a:avLst/>
              </a:prstGeom>
              <a:blipFill rotWithShape="0">
                <a:blip r:embed="rId56"/>
                <a:stretch>
                  <a:fillRect l="-34483" r="-31034" b="-869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7993998" y="3361128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it-IT" i="1" dirty="0">
                  <a:solidFill>
                    <a:srgbClr val="00FF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998" y="3361128"/>
                <a:ext cx="181139" cy="276999"/>
              </a:xfrm>
              <a:prstGeom prst="rect">
                <a:avLst/>
              </a:prstGeom>
              <a:blipFill rotWithShape="0">
                <a:blip r:embed="rId57"/>
                <a:stretch>
                  <a:fillRect l="-30000" r="-30000" b="-869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7984920" y="3651999"/>
                <a:ext cx="1795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i="1" dirty="0">
                  <a:solidFill>
                    <a:srgbClr val="00FF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920" y="3651999"/>
                <a:ext cx="179536" cy="276999"/>
              </a:xfrm>
              <a:prstGeom prst="rect">
                <a:avLst/>
              </a:prstGeom>
              <a:blipFill rotWithShape="0">
                <a:blip r:embed="rId58"/>
                <a:stretch>
                  <a:fillRect l="-34483" r="-31034" b="-869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/>
              <p:cNvSpPr txBox="1"/>
              <p:nvPr/>
            </p:nvSpPr>
            <p:spPr>
              <a:xfrm>
                <a:off x="7993697" y="3981653"/>
                <a:ext cx="1795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i="1" dirty="0">
                  <a:solidFill>
                    <a:srgbClr val="00FF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7" name="TextBox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697" y="3981653"/>
                <a:ext cx="179536" cy="276999"/>
              </a:xfrm>
              <a:prstGeom prst="rect">
                <a:avLst/>
              </a:prstGeom>
              <a:blipFill rotWithShape="0">
                <a:blip r:embed="rId59"/>
                <a:stretch>
                  <a:fillRect l="-30000" r="-30000" b="-869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/>
              <p:cNvSpPr txBox="1"/>
              <p:nvPr/>
            </p:nvSpPr>
            <p:spPr>
              <a:xfrm>
                <a:off x="7993998" y="4234876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it-IT" i="1" dirty="0">
                  <a:solidFill>
                    <a:srgbClr val="00FF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8" name="TextBox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998" y="4234876"/>
                <a:ext cx="181139" cy="276999"/>
              </a:xfrm>
              <a:prstGeom prst="rect">
                <a:avLst/>
              </a:prstGeom>
              <a:blipFill rotWithShape="0">
                <a:blip r:embed="rId60"/>
                <a:stretch>
                  <a:fillRect l="-30000" r="-30000" b="-88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4072619" y="3482493"/>
                <a:ext cx="6369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619" y="3482493"/>
                <a:ext cx="636906" cy="276999"/>
              </a:xfrm>
              <a:prstGeom prst="rect">
                <a:avLst/>
              </a:prstGeom>
              <a:blipFill rotWithShape="0">
                <a:blip r:embed="rId61"/>
                <a:stretch>
                  <a:fillRect l="-8571" t="-2174" r="-12381" b="-326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Straight Arrow Connector 120"/>
          <p:cNvCxnSpPr>
            <a:stCxn id="82" idx="3"/>
          </p:cNvCxnSpPr>
          <p:nvPr/>
        </p:nvCxnSpPr>
        <p:spPr>
          <a:xfrm flipV="1">
            <a:off x="4069781" y="3808455"/>
            <a:ext cx="584667" cy="196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5522761" y="313293"/>
                <a:ext cx="24608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⋀</m:t>
                        </m:r>
                      </m:sub>
                    </m:sSub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∨(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t-IT" sz="2400" dirty="0"/>
                  <a:t>)</a:t>
                </a: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761" y="313293"/>
                <a:ext cx="2460866" cy="369332"/>
              </a:xfrm>
              <a:prstGeom prst="rect">
                <a:avLst/>
              </a:prstGeom>
              <a:blipFill rotWithShape="0">
                <a:blip r:embed="rId62"/>
                <a:stretch>
                  <a:fillRect l="-5941" t="-24590" r="-8416" b="-4918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56565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266950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Multi-class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0851693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1000" y="28575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Multiple output units: One-</a:t>
            </a:r>
            <a:r>
              <a:rPr lang="en-US" sz="2400" b="1" dirty="0" err="1"/>
              <a:t>vs</a:t>
            </a:r>
            <a:r>
              <a:rPr lang="en-US" sz="2400" b="1" dirty="0"/>
              <a:t>-all.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963245" y="762233"/>
            <a:ext cx="7193279" cy="1374613"/>
            <a:chOff x="563880" y="941070"/>
            <a:chExt cx="8046720" cy="1537703"/>
          </a:xfrm>
        </p:grpSpPr>
        <p:pic>
          <p:nvPicPr>
            <p:cNvPr id="2" name="Picture 6" descr="http://t2.gstatic.com/images?q=tbn:ANd9GcTL9hSacq02lg06-d1mjwiBX5E3yNKEBXdBdyL2OuTvLG_4Wq1i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50" b="2050"/>
            <a:stretch/>
          </p:blipFill>
          <p:spPr bwMode="auto">
            <a:xfrm>
              <a:off x="6934200" y="941070"/>
              <a:ext cx="1645919" cy="1097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16"/>
            <p:cNvPicPr>
              <a:picLocks noChangeAspect="1" noChangeArrowheads="1"/>
            </p:cNvPicPr>
            <p:nvPr/>
          </p:nvPicPr>
          <p:blipFill rotWithShape="1">
            <a:blip r:embed="rId7" cstate="print"/>
            <a:srcRect t="5752" b="5752"/>
            <a:stretch/>
          </p:blipFill>
          <p:spPr bwMode="auto">
            <a:xfrm>
              <a:off x="4800600" y="941070"/>
              <a:ext cx="1645919" cy="109728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</p:pic>
        <p:pic>
          <p:nvPicPr>
            <p:cNvPr id="4" name="Picture 8"/>
            <p:cNvPicPr>
              <a:picLocks noChangeAspect="1" noChangeArrowheads="1"/>
            </p:cNvPicPr>
            <p:nvPr/>
          </p:nvPicPr>
          <p:blipFill rotWithShape="1">
            <a:blip r:embed="rId8" cstate="print"/>
            <a:srcRect l="4106" t="18643" r="4106"/>
            <a:stretch/>
          </p:blipFill>
          <p:spPr bwMode="auto">
            <a:xfrm>
              <a:off x="2667000" y="941070"/>
              <a:ext cx="1645920" cy="109728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</p:pic>
        <p:pic>
          <p:nvPicPr>
            <p:cNvPr id="3074" name="Picture 2" descr="http://www.hsinjurylaw.com/upload/crossing-the-street.jpg"/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95" t="31780" r="23496" b="18221"/>
            <a:stretch/>
          </p:blipFill>
          <p:spPr bwMode="auto">
            <a:xfrm>
              <a:off x="563880" y="941070"/>
              <a:ext cx="1645920" cy="1097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563880" y="2031192"/>
              <a:ext cx="1676400" cy="447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Pedestrian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67000" y="2034771"/>
              <a:ext cx="1676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Car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800600" y="2038350"/>
              <a:ext cx="1676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Motorcycle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934200" y="2038350"/>
              <a:ext cx="1676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Truck</a:t>
              </a:r>
            </a:p>
          </p:txBody>
        </p:sp>
      </p:grpSp>
      <p:grpSp>
        <p:nvGrpSpPr>
          <p:cNvPr id="3081" name="Group 3080"/>
          <p:cNvGrpSpPr/>
          <p:nvPr/>
        </p:nvGrpSpPr>
        <p:grpSpPr>
          <a:xfrm>
            <a:off x="2035629" y="2159264"/>
            <a:ext cx="4961230" cy="1547403"/>
            <a:chOff x="1905000" y="2190750"/>
            <a:chExt cx="5591556" cy="1744001"/>
          </a:xfrm>
        </p:grpSpPr>
        <p:sp>
          <p:nvSpPr>
            <p:cNvPr id="11" name="Oval 10"/>
            <p:cNvSpPr/>
            <p:nvPr/>
          </p:nvSpPr>
          <p:spPr>
            <a:xfrm>
              <a:off x="1905000" y="3183496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1905000" y="2848532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1905000" y="2513568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2899779" y="2190751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5102454" y="236976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9800" y="2861530"/>
              <a:ext cx="1476756" cy="331470"/>
            </a:xfrm>
            <a:prstGeom prst="rect">
              <a:avLst/>
            </a:prstGeom>
          </p:spPr>
        </p:pic>
        <p:cxnSp>
          <p:nvCxnSpPr>
            <p:cNvPr id="41" name="Straight Arrow Connector 40"/>
            <p:cNvCxnSpPr>
              <a:stCxn id="13" idx="6"/>
              <a:endCxn id="27" idx="2"/>
            </p:cNvCxnSpPr>
            <p:nvPr/>
          </p:nvCxnSpPr>
          <p:spPr>
            <a:xfrm flipV="1">
              <a:off x="2191463" y="2334552"/>
              <a:ext cx="708316" cy="3228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12" idx="6"/>
              <a:endCxn id="27" idx="2"/>
            </p:cNvCxnSpPr>
            <p:nvPr/>
          </p:nvCxnSpPr>
          <p:spPr>
            <a:xfrm flipV="1">
              <a:off x="2191463" y="2334552"/>
              <a:ext cx="708316" cy="6577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11" idx="6"/>
              <a:endCxn id="27" idx="2"/>
            </p:cNvCxnSpPr>
            <p:nvPr/>
          </p:nvCxnSpPr>
          <p:spPr>
            <a:xfrm flipV="1">
              <a:off x="2191463" y="2334552"/>
              <a:ext cx="708316" cy="9927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/>
            <p:cNvSpPr/>
            <p:nvPr/>
          </p:nvSpPr>
          <p:spPr>
            <a:xfrm>
              <a:off x="2899778" y="2564055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>
              <a:stCxn id="13" idx="6"/>
              <a:endCxn id="52" idx="2"/>
            </p:cNvCxnSpPr>
            <p:nvPr/>
          </p:nvCxnSpPr>
          <p:spPr>
            <a:xfrm>
              <a:off x="2191463" y="2657369"/>
              <a:ext cx="708315" cy="504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12" idx="6"/>
              <a:endCxn id="52" idx="2"/>
            </p:cNvCxnSpPr>
            <p:nvPr/>
          </p:nvCxnSpPr>
          <p:spPr>
            <a:xfrm flipV="1">
              <a:off x="2191463" y="2707856"/>
              <a:ext cx="708315" cy="2844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11" idx="6"/>
              <a:endCxn id="52" idx="2"/>
            </p:cNvCxnSpPr>
            <p:nvPr/>
          </p:nvCxnSpPr>
          <p:spPr>
            <a:xfrm flipV="1">
              <a:off x="2191463" y="2707856"/>
              <a:ext cx="708315" cy="61944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Oval 61"/>
            <p:cNvSpPr/>
            <p:nvPr/>
          </p:nvSpPr>
          <p:spPr>
            <a:xfrm>
              <a:off x="2899777" y="292277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Arrow Connector 62"/>
            <p:cNvCxnSpPr>
              <a:stCxn id="13" idx="6"/>
              <a:endCxn id="62" idx="2"/>
            </p:cNvCxnSpPr>
            <p:nvPr/>
          </p:nvCxnSpPr>
          <p:spPr>
            <a:xfrm>
              <a:off x="2191463" y="2657369"/>
              <a:ext cx="708314" cy="40920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12" idx="6"/>
              <a:endCxn id="62" idx="2"/>
            </p:cNvCxnSpPr>
            <p:nvPr/>
          </p:nvCxnSpPr>
          <p:spPr>
            <a:xfrm>
              <a:off x="2191463" y="2992333"/>
              <a:ext cx="708314" cy="742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11" idx="6"/>
              <a:endCxn id="62" idx="2"/>
            </p:cNvCxnSpPr>
            <p:nvPr/>
          </p:nvCxnSpPr>
          <p:spPr>
            <a:xfrm flipV="1">
              <a:off x="2191463" y="3066578"/>
              <a:ext cx="708314" cy="2607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/>
            <p:cNvSpPr/>
            <p:nvPr/>
          </p:nvSpPr>
          <p:spPr>
            <a:xfrm>
              <a:off x="2899776" y="3273713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Straight Arrow Connector 70"/>
            <p:cNvCxnSpPr>
              <a:stCxn id="13" idx="6"/>
              <a:endCxn id="70" idx="2"/>
            </p:cNvCxnSpPr>
            <p:nvPr/>
          </p:nvCxnSpPr>
          <p:spPr>
            <a:xfrm>
              <a:off x="2191463" y="2657369"/>
              <a:ext cx="708313" cy="7601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12" idx="6"/>
              <a:endCxn id="70" idx="2"/>
            </p:cNvCxnSpPr>
            <p:nvPr/>
          </p:nvCxnSpPr>
          <p:spPr>
            <a:xfrm>
              <a:off x="2191463" y="2992333"/>
              <a:ext cx="708313" cy="4251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>
              <a:stCxn id="11" idx="6"/>
              <a:endCxn id="70" idx="2"/>
            </p:cNvCxnSpPr>
            <p:nvPr/>
          </p:nvCxnSpPr>
          <p:spPr>
            <a:xfrm>
              <a:off x="2191463" y="3327297"/>
              <a:ext cx="708313" cy="902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/>
            <p:cNvSpPr/>
            <p:nvPr/>
          </p:nvSpPr>
          <p:spPr>
            <a:xfrm>
              <a:off x="2899779" y="36385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Arrow Connector 80"/>
            <p:cNvCxnSpPr>
              <a:stCxn id="13" idx="6"/>
              <a:endCxn id="80" idx="2"/>
            </p:cNvCxnSpPr>
            <p:nvPr/>
          </p:nvCxnSpPr>
          <p:spPr>
            <a:xfrm>
              <a:off x="2191463" y="2657369"/>
              <a:ext cx="708316" cy="112498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12" idx="6"/>
              <a:endCxn id="80" idx="2"/>
            </p:cNvCxnSpPr>
            <p:nvPr/>
          </p:nvCxnSpPr>
          <p:spPr>
            <a:xfrm>
              <a:off x="2191463" y="2992333"/>
              <a:ext cx="708316" cy="79001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11" idx="6"/>
              <a:endCxn id="80" idx="2"/>
            </p:cNvCxnSpPr>
            <p:nvPr/>
          </p:nvCxnSpPr>
          <p:spPr>
            <a:xfrm>
              <a:off x="2191463" y="3327297"/>
              <a:ext cx="708316" cy="45505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Oval 86"/>
            <p:cNvSpPr/>
            <p:nvPr/>
          </p:nvSpPr>
          <p:spPr>
            <a:xfrm>
              <a:off x="4028197" y="21907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Arrow Connector 87"/>
            <p:cNvCxnSpPr>
              <a:stCxn id="27" idx="6"/>
              <a:endCxn id="87" idx="2"/>
            </p:cNvCxnSpPr>
            <p:nvPr/>
          </p:nvCxnSpPr>
          <p:spPr>
            <a:xfrm flipV="1">
              <a:off x="3186242" y="23345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52" idx="6"/>
              <a:endCxn id="87" idx="2"/>
            </p:cNvCxnSpPr>
            <p:nvPr/>
          </p:nvCxnSpPr>
          <p:spPr>
            <a:xfrm flipV="1">
              <a:off x="3186241" y="233455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62" idx="6"/>
              <a:endCxn id="87" idx="2"/>
            </p:cNvCxnSpPr>
            <p:nvPr/>
          </p:nvCxnSpPr>
          <p:spPr>
            <a:xfrm flipV="1">
              <a:off x="3186240" y="2334551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>
              <a:stCxn id="70" idx="6"/>
              <a:endCxn id="87" idx="2"/>
            </p:cNvCxnSpPr>
            <p:nvPr/>
          </p:nvCxnSpPr>
          <p:spPr>
            <a:xfrm flipV="1">
              <a:off x="3186239" y="2334551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>
              <a:stCxn id="80" idx="6"/>
              <a:endCxn id="87" idx="2"/>
            </p:cNvCxnSpPr>
            <p:nvPr/>
          </p:nvCxnSpPr>
          <p:spPr>
            <a:xfrm flipV="1">
              <a:off x="3186242" y="2334551"/>
              <a:ext cx="841955" cy="1447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99"/>
            <p:cNvSpPr/>
            <p:nvPr/>
          </p:nvSpPr>
          <p:spPr>
            <a:xfrm>
              <a:off x="4028196" y="2568528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Arrow Connector 100"/>
            <p:cNvCxnSpPr>
              <a:endCxn id="100" idx="2"/>
            </p:cNvCxnSpPr>
            <p:nvPr/>
          </p:nvCxnSpPr>
          <p:spPr>
            <a:xfrm flipV="1">
              <a:off x="3186241" y="2712329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stCxn id="62" idx="6"/>
              <a:endCxn id="100" idx="2"/>
            </p:cNvCxnSpPr>
            <p:nvPr/>
          </p:nvCxnSpPr>
          <p:spPr>
            <a:xfrm flipV="1">
              <a:off x="3186240" y="2712329"/>
              <a:ext cx="841956" cy="3542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endCxn id="100" idx="2"/>
            </p:cNvCxnSpPr>
            <p:nvPr/>
          </p:nvCxnSpPr>
          <p:spPr>
            <a:xfrm flipV="1">
              <a:off x="3186239" y="2712329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>
              <a:endCxn id="100" idx="2"/>
            </p:cNvCxnSpPr>
            <p:nvPr/>
          </p:nvCxnSpPr>
          <p:spPr>
            <a:xfrm flipV="1">
              <a:off x="3186238" y="2712329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27" idx="6"/>
              <a:endCxn id="100" idx="2"/>
            </p:cNvCxnSpPr>
            <p:nvPr/>
          </p:nvCxnSpPr>
          <p:spPr>
            <a:xfrm>
              <a:off x="3186242" y="2334552"/>
              <a:ext cx="841954" cy="3777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Oval 106"/>
            <p:cNvSpPr/>
            <p:nvPr/>
          </p:nvSpPr>
          <p:spPr>
            <a:xfrm>
              <a:off x="4030044" y="2915686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Arrow Connector 107"/>
            <p:cNvCxnSpPr>
              <a:endCxn id="107" idx="2"/>
            </p:cNvCxnSpPr>
            <p:nvPr/>
          </p:nvCxnSpPr>
          <p:spPr>
            <a:xfrm flipV="1">
              <a:off x="3188089" y="3059487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>
              <a:endCxn id="107" idx="2"/>
            </p:cNvCxnSpPr>
            <p:nvPr/>
          </p:nvCxnSpPr>
          <p:spPr>
            <a:xfrm flipV="1">
              <a:off x="3188088" y="3059487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>
              <a:endCxn id="107" idx="2"/>
            </p:cNvCxnSpPr>
            <p:nvPr/>
          </p:nvCxnSpPr>
          <p:spPr>
            <a:xfrm flipV="1">
              <a:off x="3188087" y="3059487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>
              <a:stCxn id="52" idx="6"/>
              <a:endCxn id="107" idx="2"/>
            </p:cNvCxnSpPr>
            <p:nvPr/>
          </p:nvCxnSpPr>
          <p:spPr>
            <a:xfrm>
              <a:off x="3186241" y="2707856"/>
              <a:ext cx="843803" cy="3516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>
              <a:stCxn id="27" idx="6"/>
              <a:endCxn id="107" idx="2"/>
            </p:cNvCxnSpPr>
            <p:nvPr/>
          </p:nvCxnSpPr>
          <p:spPr>
            <a:xfrm>
              <a:off x="3186242" y="2334552"/>
              <a:ext cx="843802" cy="72493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Oval 116"/>
            <p:cNvSpPr/>
            <p:nvPr/>
          </p:nvSpPr>
          <p:spPr>
            <a:xfrm>
              <a:off x="4028195" y="326390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Arrow Connector 117"/>
            <p:cNvCxnSpPr>
              <a:stCxn id="70" idx="6"/>
              <a:endCxn id="117" idx="2"/>
            </p:cNvCxnSpPr>
            <p:nvPr/>
          </p:nvCxnSpPr>
          <p:spPr>
            <a:xfrm flipV="1">
              <a:off x="3186239" y="3407701"/>
              <a:ext cx="841956" cy="981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/>
            <p:cNvCxnSpPr>
              <a:endCxn id="117" idx="2"/>
            </p:cNvCxnSpPr>
            <p:nvPr/>
          </p:nvCxnSpPr>
          <p:spPr>
            <a:xfrm flipV="1">
              <a:off x="3186239" y="340770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>
              <a:stCxn id="62" idx="6"/>
              <a:endCxn id="117" idx="2"/>
            </p:cNvCxnSpPr>
            <p:nvPr/>
          </p:nvCxnSpPr>
          <p:spPr>
            <a:xfrm>
              <a:off x="3186240" y="3066578"/>
              <a:ext cx="841955" cy="34112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>
              <a:stCxn id="52" idx="6"/>
              <a:endCxn id="117" idx="2"/>
            </p:cNvCxnSpPr>
            <p:nvPr/>
          </p:nvCxnSpPr>
          <p:spPr>
            <a:xfrm>
              <a:off x="3186241" y="2707856"/>
              <a:ext cx="841954" cy="6998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>
              <a:stCxn id="27" idx="6"/>
              <a:endCxn id="117" idx="2"/>
            </p:cNvCxnSpPr>
            <p:nvPr/>
          </p:nvCxnSpPr>
          <p:spPr>
            <a:xfrm>
              <a:off x="3186242" y="2334552"/>
              <a:ext cx="841953" cy="10731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Oval 127"/>
            <p:cNvSpPr/>
            <p:nvPr/>
          </p:nvSpPr>
          <p:spPr>
            <a:xfrm>
              <a:off x="4028194" y="36471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9" name="Straight Arrow Connector 128"/>
            <p:cNvCxnSpPr>
              <a:endCxn id="128" idx="2"/>
            </p:cNvCxnSpPr>
            <p:nvPr/>
          </p:nvCxnSpPr>
          <p:spPr>
            <a:xfrm flipV="1">
              <a:off x="3186239" y="37909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>
              <a:stCxn id="70" idx="6"/>
              <a:endCxn id="128" idx="2"/>
            </p:cNvCxnSpPr>
            <p:nvPr/>
          </p:nvCxnSpPr>
          <p:spPr>
            <a:xfrm>
              <a:off x="3186239" y="3417514"/>
              <a:ext cx="841955" cy="37343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/>
            <p:cNvCxnSpPr>
              <a:stCxn id="62" idx="6"/>
              <a:endCxn id="128" idx="2"/>
            </p:cNvCxnSpPr>
            <p:nvPr/>
          </p:nvCxnSpPr>
          <p:spPr>
            <a:xfrm>
              <a:off x="3186240" y="3066578"/>
              <a:ext cx="841954" cy="7243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52" idx="6"/>
              <a:endCxn id="128" idx="2"/>
            </p:cNvCxnSpPr>
            <p:nvPr/>
          </p:nvCxnSpPr>
          <p:spPr>
            <a:xfrm>
              <a:off x="3186241" y="2707856"/>
              <a:ext cx="841953" cy="108309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27" idx="6"/>
              <a:endCxn id="128" idx="2"/>
            </p:cNvCxnSpPr>
            <p:nvPr/>
          </p:nvCxnSpPr>
          <p:spPr>
            <a:xfrm>
              <a:off x="3186242" y="2334552"/>
              <a:ext cx="841952" cy="145639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>
              <a:stCxn id="87" idx="6"/>
              <a:endCxn id="36" idx="2"/>
            </p:cNvCxnSpPr>
            <p:nvPr/>
          </p:nvCxnSpPr>
          <p:spPr>
            <a:xfrm>
              <a:off x="4314660" y="2334551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stCxn id="100" idx="6"/>
              <a:endCxn id="36" idx="2"/>
            </p:cNvCxnSpPr>
            <p:nvPr/>
          </p:nvCxnSpPr>
          <p:spPr>
            <a:xfrm flipV="1">
              <a:off x="4314659" y="2513568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07" idx="6"/>
              <a:endCxn id="36" idx="2"/>
            </p:cNvCxnSpPr>
            <p:nvPr/>
          </p:nvCxnSpPr>
          <p:spPr>
            <a:xfrm flipV="1">
              <a:off x="4316507" y="2513568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/>
            <p:cNvCxnSpPr>
              <a:stCxn id="117" idx="6"/>
              <a:endCxn id="36" idx="2"/>
            </p:cNvCxnSpPr>
            <p:nvPr/>
          </p:nvCxnSpPr>
          <p:spPr>
            <a:xfrm flipV="1">
              <a:off x="4314658" y="2513568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/>
            <p:cNvCxnSpPr>
              <a:stCxn id="128" idx="6"/>
              <a:endCxn id="36" idx="2"/>
            </p:cNvCxnSpPr>
            <p:nvPr/>
          </p:nvCxnSpPr>
          <p:spPr>
            <a:xfrm flipV="1">
              <a:off x="4314657" y="2513568"/>
              <a:ext cx="787797" cy="127738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Oval 154"/>
            <p:cNvSpPr/>
            <p:nvPr/>
          </p:nvSpPr>
          <p:spPr>
            <a:xfrm>
              <a:off x="5102453" y="27456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6" name="Straight Arrow Connector 155"/>
            <p:cNvCxnSpPr>
              <a:endCxn id="155" idx="2"/>
            </p:cNvCxnSpPr>
            <p:nvPr/>
          </p:nvCxnSpPr>
          <p:spPr>
            <a:xfrm>
              <a:off x="4314659" y="27104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/>
            <p:cNvCxnSpPr>
              <a:endCxn id="155" idx="2"/>
            </p:cNvCxnSpPr>
            <p:nvPr/>
          </p:nvCxnSpPr>
          <p:spPr>
            <a:xfrm flipV="1">
              <a:off x="4314658" y="28894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/>
            <p:cNvCxnSpPr>
              <a:endCxn id="155" idx="2"/>
            </p:cNvCxnSpPr>
            <p:nvPr/>
          </p:nvCxnSpPr>
          <p:spPr>
            <a:xfrm flipV="1">
              <a:off x="4316506" y="2889453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/>
            <p:cNvCxnSpPr>
              <a:endCxn id="155" idx="2"/>
            </p:cNvCxnSpPr>
            <p:nvPr/>
          </p:nvCxnSpPr>
          <p:spPr>
            <a:xfrm flipV="1">
              <a:off x="4314657" y="2889453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/>
            <p:cNvCxnSpPr>
              <a:stCxn id="87" idx="6"/>
              <a:endCxn id="155" idx="2"/>
            </p:cNvCxnSpPr>
            <p:nvPr/>
          </p:nvCxnSpPr>
          <p:spPr>
            <a:xfrm>
              <a:off x="4314660" y="2334551"/>
              <a:ext cx="787793" cy="5549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Oval 161"/>
            <p:cNvSpPr/>
            <p:nvPr/>
          </p:nvSpPr>
          <p:spPr>
            <a:xfrm>
              <a:off x="5102452" y="3088214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3" name="Straight Arrow Connector 162"/>
            <p:cNvCxnSpPr>
              <a:endCxn id="162" idx="2"/>
            </p:cNvCxnSpPr>
            <p:nvPr/>
          </p:nvCxnSpPr>
          <p:spPr>
            <a:xfrm>
              <a:off x="4314658" y="3052998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/>
            <p:cNvCxnSpPr>
              <a:endCxn id="162" idx="2"/>
            </p:cNvCxnSpPr>
            <p:nvPr/>
          </p:nvCxnSpPr>
          <p:spPr>
            <a:xfrm flipV="1">
              <a:off x="4314657" y="3232015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/>
            <p:cNvCxnSpPr>
              <a:endCxn id="162" idx="2"/>
            </p:cNvCxnSpPr>
            <p:nvPr/>
          </p:nvCxnSpPr>
          <p:spPr>
            <a:xfrm flipV="1">
              <a:off x="4316505" y="3232015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/>
            <p:cNvCxnSpPr>
              <a:stCxn id="100" idx="6"/>
              <a:endCxn id="162" idx="2"/>
            </p:cNvCxnSpPr>
            <p:nvPr/>
          </p:nvCxnSpPr>
          <p:spPr>
            <a:xfrm>
              <a:off x="4314659" y="2712329"/>
              <a:ext cx="787793" cy="51968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/>
            <p:cNvCxnSpPr>
              <a:stCxn id="87" idx="6"/>
              <a:endCxn id="162" idx="2"/>
            </p:cNvCxnSpPr>
            <p:nvPr/>
          </p:nvCxnSpPr>
          <p:spPr>
            <a:xfrm>
              <a:off x="4314660" y="2334551"/>
              <a:ext cx="787792" cy="8974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Oval 169"/>
            <p:cNvSpPr/>
            <p:nvPr/>
          </p:nvSpPr>
          <p:spPr>
            <a:xfrm>
              <a:off x="5102454" y="34505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1" name="Straight Arrow Connector 170"/>
            <p:cNvCxnSpPr>
              <a:endCxn id="170" idx="2"/>
            </p:cNvCxnSpPr>
            <p:nvPr/>
          </p:nvCxnSpPr>
          <p:spPr>
            <a:xfrm>
              <a:off x="4314660" y="34153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/>
            <p:cNvCxnSpPr>
              <a:endCxn id="170" idx="2"/>
            </p:cNvCxnSpPr>
            <p:nvPr/>
          </p:nvCxnSpPr>
          <p:spPr>
            <a:xfrm flipV="1">
              <a:off x="4314659" y="35943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/>
            <p:cNvCxnSpPr>
              <a:stCxn id="107" idx="6"/>
              <a:endCxn id="170" idx="2"/>
            </p:cNvCxnSpPr>
            <p:nvPr/>
          </p:nvCxnSpPr>
          <p:spPr>
            <a:xfrm>
              <a:off x="4316507" y="3059487"/>
              <a:ext cx="785947" cy="53486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/>
            <p:cNvCxnSpPr>
              <a:stCxn id="100" idx="6"/>
              <a:endCxn id="170" idx="2"/>
            </p:cNvCxnSpPr>
            <p:nvPr/>
          </p:nvCxnSpPr>
          <p:spPr>
            <a:xfrm>
              <a:off x="4314659" y="2712329"/>
              <a:ext cx="787795" cy="8820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/>
            <p:cNvCxnSpPr>
              <a:stCxn id="87" idx="6"/>
              <a:endCxn id="170" idx="2"/>
            </p:cNvCxnSpPr>
            <p:nvPr/>
          </p:nvCxnSpPr>
          <p:spPr>
            <a:xfrm>
              <a:off x="4314660" y="2334551"/>
              <a:ext cx="787794" cy="12598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TextBox 178"/>
          <p:cNvSpPr txBox="1"/>
          <p:nvPr/>
        </p:nvSpPr>
        <p:spPr>
          <a:xfrm>
            <a:off x="453946" y="4051449"/>
            <a:ext cx="7702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Want                      ,                         ,                        ,   etc.</a:t>
            </a:r>
          </a:p>
        </p:txBody>
      </p:sp>
      <p:pic>
        <p:nvPicPr>
          <p:cNvPr id="3083" name="Picture 308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853" y="4015085"/>
            <a:ext cx="1369695" cy="609600"/>
          </a:xfrm>
          <a:prstGeom prst="rect">
            <a:avLst/>
          </a:prstGeom>
        </p:spPr>
      </p:pic>
      <p:pic>
        <p:nvPicPr>
          <p:cNvPr id="3084" name="Picture 308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905" y="4013756"/>
            <a:ext cx="1369695" cy="609600"/>
          </a:xfrm>
          <a:prstGeom prst="rect">
            <a:avLst/>
          </a:prstGeom>
        </p:spPr>
      </p:pic>
      <p:pic>
        <p:nvPicPr>
          <p:cNvPr id="3085" name="Picture 308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505" y="4019550"/>
            <a:ext cx="1369695" cy="609600"/>
          </a:xfrm>
          <a:prstGeom prst="rect">
            <a:avLst/>
          </a:prstGeom>
        </p:spPr>
      </p:pic>
      <p:sp>
        <p:nvSpPr>
          <p:cNvPr id="191" name="TextBox 190"/>
          <p:cNvSpPr txBox="1"/>
          <p:nvPr/>
        </p:nvSpPr>
        <p:spPr>
          <a:xfrm>
            <a:off x="963246" y="4579173"/>
            <a:ext cx="5894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when pedestrian         when car	when motorcycle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8560" y="2207647"/>
            <a:ext cx="30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endParaRPr lang="it-IT" dirty="0"/>
          </a:p>
        </p:txBody>
      </p:sp>
      <p:sp>
        <p:nvSpPr>
          <p:cNvPr id="98" name="TextBox 97"/>
          <p:cNvSpPr txBox="1"/>
          <p:nvPr/>
        </p:nvSpPr>
        <p:spPr>
          <a:xfrm>
            <a:off x="5178558" y="2578276"/>
            <a:ext cx="30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</a:t>
            </a:r>
            <a:endParaRPr lang="it-IT" dirty="0"/>
          </a:p>
        </p:txBody>
      </p:sp>
      <p:sp>
        <p:nvSpPr>
          <p:cNvPr id="99" name="TextBox 98"/>
          <p:cNvSpPr txBox="1"/>
          <p:nvPr/>
        </p:nvSpPr>
        <p:spPr>
          <a:xfrm>
            <a:off x="5178558" y="2887161"/>
            <a:ext cx="30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endParaRPr lang="it-IT" dirty="0"/>
          </a:p>
        </p:txBody>
      </p:sp>
      <p:sp>
        <p:nvSpPr>
          <p:cNvPr id="106" name="TextBox 105"/>
          <p:cNvSpPr txBox="1"/>
          <p:nvPr/>
        </p:nvSpPr>
        <p:spPr>
          <a:xfrm>
            <a:off x="5173957" y="3201124"/>
            <a:ext cx="30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577891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1000" y="28575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Multiple output units: One-</a:t>
            </a:r>
            <a:r>
              <a:rPr lang="en-US" sz="2400" b="1" dirty="0" err="1"/>
              <a:t>vs</a:t>
            </a:r>
            <a:r>
              <a:rPr lang="en-US" sz="2400" b="1" dirty="0"/>
              <a:t>-all.</a:t>
            </a:r>
          </a:p>
        </p:txBody>
      </p:sp>
      <p:grpSp>
        <p:nvGrpSpPr>
          <p:cNvPr id="3081" name="Group 3080"/>
          <p:cNvGrpSpPr/>
          <p:nvPr/>
        </p:nvGrpSpPr>
        <p:grpSpPr>
          <a:xfrm>
            <a:off x="2035629" y="685075"/>
            <a:ext cx="4961230" cy="1547403"/>
            <a:chOff x="1905000" y="2190750"/>
            <a:chExt cx="5591556" cy="1744001"/>
          </a:xfrm>
        </p:grpSpPr>
        <p:sp>
          <p:nvSpPr>
            <p:cNvPr id="11" name="Oval 10"/>
            <p:cNvSpPr/>
            <p:nvPr/>
          </p:nvSpPr>
          <p:spPr>
            <a:xfrm>
              <a:off x="1905000" y="3183496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1905000" y="2848532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1905000" y="2513568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2899779" y="2190751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5102454" y="236976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9800" y="2861530"/>
              <a:ext cx="1476756" cy="331470"/>
            </a:xfrm>
            <a:prstGeom prst="rect">
              <a:avLst/>
            </a:prstGeom>
          </p:spPr>
        </p:pic>
        <p:cxnSp>
          <p:nvCxnSpPr>
            <p:cNvPr id="41" name="Straight Arrow Connector 40"/>
            <p:cNvCxnSpPr>
              <a:stCxn id="13" idx="6"/>
              <a:endCxn id="27" idx="2"/>
            </p:cNvCxnSpPr>
            <p:nvPr/>
          </p:nvCxnSpPr>
          <p:spPr>
            <a:xfrm flipV="1">
              <a:off x="2191463" y="2334552"/>
              <a:ext cx="708316" cy="3228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12" idx="6"/>
              <a:endCxn id="27" idx="2"/>
            </p:cNvCxnSpPr>
            <p:nvPr/>
          </p:nvCxnSpPr>
          <p:spPr>
            <a:xfrm flipV="1">
              <a:off x="2191463" y="2334552"/>
              <a:ext cx="708316" cy="6577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11" idx="6"/>
              <a:endCxn id="27" idx="2"/>
            </p:cNvCxnSpPr>
            <p:nvPr/>
          </p:nvCxnSpPr>
          <p:spPr>
            <a:xfrm flipV="1">
              <a:off x="2191463" y="2334552"/>
              <a:ext cx="708316" cy="9927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/>
            <p:cNvSpPr/>
            <p:nvPr/>
          </p:nvSpPr>
          <p:spPr>
            <a:xfrm>
              <a:off x="2899778" y="2564055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>
              <a:stCxn id="13" idx="6"/>
              <a:endCxn id="52" idx="2"/>
            </p:cNvCxnSpPr>
            <p:nvPr/>
          </p:nvCxnSpPr>
          <p:spPr>
            <a:xfrm>
              <a:off x="2191463" y="2657369"/>
              <a:ext cx="708315" cy="504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12" idx="6"/>
              <a:endCxn id="52" idx="2"/>
            </p:cNvCxnSpPr>
            <p:nvPr/>
          </p:nvCxnSpPr>
          <p:spPr>
            <a:xfrm flipV="1">
              <a:off x="2191463" y="2707856"/>
              <a:ext cx="708315" cy="2844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11" idx="6"/>
              <a:endCxn id="52" idx="2"/>
            </p:cNvCxnSpPr>
            <p:nvPr/>
          </p:nvCxnSpPr>
          <p:spPr>
            <a:xfrm flipV="1">
              <a:off x="2191463" y="2707856"/>
              <a:ext cx="708315" cy="61944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Oval 61"/>
            <p:cNvSpPr/>
            <p:nvPr/>
          </p:nvSpPr>
          <p:spPr>
            <a:xfrm>
              <a:off x="2899777" y="292277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Arrow Connector 62"/>
            <p:cNvCxnSpPr>
              <a:stCxn id="13" idx="6"/>
              <a:endCxn id="62" idx="2"/>
            </p:cNvCxnSpPr>
            <p:nvPr/>
          </p:nvCxnSpPr>
          <p:spPr>
            <a:xfrm>
              <a:off x="2191463" y="2657369"/>
              <a:ext cx="708314" cy="40920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12" idx="6"/>
              <a:endCxn id="62" idx="2"/>
            </p:cNvCxnSpPr>
            <p:nvPr/>
          </p:nvCxnSpPr>
          <p:spPr>
            <a:xfrm>
              <a:off x="2191463" y="2992333"/>
              <a:ext cx="708314" cy="742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11" idx="6"/>
              <a:endCxn id="62" idx="2"/>
            </p:cNvCxnSpPr>
            <p:nvPr/>
          </p:nvCxnSpPr>
          <p:spPr>
            <a:xfrm flipV="1">
              <a:off x="2191463" y="3066578"/>
              <a:ext cx="708314" cy="2607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/>
            <p:cNvSpPr/>
            <p:nvPr/>
          </p:nvSpPr>
          <p:spPr>
            <a:xfrm>
              <a:off x="2899776" y="3273713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Straight Arrow Connector 70"/>
            <p:cNvCxnSpPr>
              <a:stCxn id="13" idx="6"/>
              <a:endCxn id="70" idx="2"/>
            </p:cNvCxnSpPr>
            <p:nvPr/>
          </p:nvCxnSpPr>
          <p:spPr>
            <a:xfrm>
              <a:off x="2191463" y="2657369"/>
              <a:ext cx="708313" cy="7601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12" idx="6"/>
              <a:endCxn id="70" idx="2"/>
            </p:cNvCxnSpPr>
            <p:nvPr/>
          </p:nvCxnSpPr>
          <p:spPr>
            <a:xfrm>
              <a:off x="2191463" y="2992333"/>
              <a:ext cx="708313" cy="4251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>
              <a:stCxn id="11" idx="6"/>
              <a:endCxn id="70" idx="2"/>
            </p:cNvCxnSpPr>
            <p:nvPr/>
          </p:nvCxnSpPr>
          <p:spPr>
            <a:xfrm>
              <a:off x="2191463" y="3327297"/>
              <a:ext cx="708313" cy="902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/>
            <p:cNvSpPr/>
            <p:nvPr/>
          </p:nvSpPr>
          <p:spPr>
            <a:xfrm>
              <a:off x="2899779" y="36385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Arrow Connector 80"/>
            <p:cNvCxnSpPr>
              <a:stCxn id="13" idx="6"/>
              <a:endCxn id="80" idx="2"/>
            </p:cNvCxnSpPr>
            <p:nvPr/>
          </p:nvCxnSpPr>
          <p:spPr>
            <a:xfrm>
              <a:off x="2191463" y="2657369"/>
              <a:ext cx="708316" cy="112498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12" idx="6"/>
              <a:endCxn id="80" idx="2"/>
            </p:cNvCxnSpPr>
            <p:nvPr/>
          </p:nvCxnSpPr>
          <p:spPr>
            <a:xfrm>
              <a:off x="2191463" y="2992333"/>
              <a:ext cx="708316" cy="79001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11" idx="6"/>
              <a:endCxn id="80" idx="2"/>
            </p:cNvCxnSpPr>
            <p:nvPr/>
          </p:nvCxnSpPr>
          <p:spPr>
            <a:xfrm>
              <a:off x="2191463" y="3327297"/>
              <a:ext cx="708316" cy="45505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Oval 86"/>
            <p:cNvSpPr/>
            <p:nvPr/>
          </p:nvSpPr>
          <p:spPr>
            <a:xfrm>
              <a:off x="4028197" y="21907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Arrow Connector 87"/>
            <p:cNvCxnSpPr>
              <a:stCxn id="27" idx="6"/>
              <a:endCxn id="87" idx="2"/>
            </p:cNvCxnSpPr>
            <p:nvPr/>
          </p:nvCxnSpPr>
          <p:spPr>
            <a:xfrm flipV="1">
              <a:off x="3186242" y="23345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52" idx="6"/>
              <a:endCxn id="87" idx="2"/>
            </p:cNvCxnSpPr>
            <p:nvPr/>
          </p:nvCxnSpPr>
          <p:spPr>
            <a:xfrm flipV="1">
              <a:off x="3186241" y="233455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62" idx="6"/>
              <a:endCxn id="87" idx="2"/>
            </p:cNvCxnSpPr>
            <p:nvPr/>
          </p:nvCxnSpPr>
          <p:spPr>
            <a:xfrm flipV="1">
              <a:off x="3186240" y="2334551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>
              <a:stCxn id="70" idx="6"/>
              <a:endCxn id="87" idx="2"/>
            </p:cNvCxnSpPr>
            <p:nvPr/>
          </p:nvCxnSpPr>
          <p:spPr>
            <a:xfrm flipV="1">
              <a:off x="3186239" y="2334551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>
              <a:stCxn id="80" idx="6"/>
              <a:endCxn id="87" idx="2"/>
            </p:cNvCxnSpPr>
            <p:nvPr/>
          </p:nvCxnSpPr>
          <p:spPr>
            <a:xfrm flipV="1">
              <a:off x="3186242" y="2334551"/>
              <a:ext cx="841955" cy="1447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99"/>
            <p:cNvSpPr/>
            <p:nvPr/>
          </p:nvSpPr>
          <p:spPr>
            <a:xfrm>
              <a:off x="4028196" y="2568528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Arrow Connector 100"/>
            <p:cNvCxnSpPr>
              <a:endCxn id="100" idx="2"/>
            </p:cNvCxnSpPr>
            <p:nvPr/>
          </p:nvCxnSpPr>
          <p:spPr>
            <a:xfrm flipV="1">
              <a:off x="3186241" y="2712329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stCxn id="62" idx="6"/>
              <a:endCxn id="100" idx="2"/>
            </p:cNvCxnSpPr>
            <p:nvPr/>
          </p:nvCxnSpPr>
          <p:spPr>
            <a:xfrm flipV="1">
              <a:off x="3186240" y="2712329"/>
              <a:ext cx="841956" cy="3542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endCxn id="100" idx="2"/>
            </p:cNvCxnSpPr>
            <p:nvPr/>
          </p:nvCxnSpPr>
          <p:spPr>
            <a:xfrm flipV="1">
              <a:off x="3186239" y="2712329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>
              <a:endCxn id="100" idx="2"/>
            </p:cNvCxnSpPr>
            <p:nvPr/>
          </p:nvCxnSpPr>
          <p:spPr>
            <a:xfrm flipV="1">
              <a:off x="3186238" y="2712329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27" idx="6"/>
              <a:endCxn id="100" idx="2"/>
            </p:cNvCxnSpPr>
            <p:nvPr/>
          </p:nvCxnSpPr>
          <p:spPr>
            <a:xfrm>
              <a:off x="3186242" y="2334552"/>
              <a:ext cx="841954" cy="3777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Oval 106"/>
            <p:cNvSpPr/>
            <p:nvPr/>
          </p:nvSpPr>
          <p:spPr>
            <a:xfrm>
              <a:off x="4030044" y="2915686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Arrow Connector 107"/>
            <p:cNvCxnSpPr>
              <a:endCxn id="107" idx="2"/>
            </p:cNvCxnSpPr>
            <p:nvPr/>
          </p:nvCxnSpPr>
          <p:spPr>
            <a:xfrm flipV="1">
              <a:off x="3188089" y="3059487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>
              <a:endCxn id="107" idx="2"/>
            </p:cNvCxnSpPr>
            <p:nvPr/>
          </p:nvCxnSpPr>
          <p:spPr>
            <a:xfrm flipV="1">
              <a:off x="3188088" y="3059487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>
              <a:endCxn id="107" idx="2"/>
            </p:cNvCxnSpPr>
            <p:nvPr/>
          </p:nvCxnSpPr>
          <p:spPr>
            <a:xfrm flipV="1">
              <a:off x="3188087" y="3059487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>
              <a:stCxn id="52" idx="6"/>
              <a:endCxn id="107" idx="2"/>
            </p:cNvCxnSpPr>
            <p:nvPr/>
          </p:nvCxnSpPr>
          <p:spPr>
            <a:xfrm>
              <a:off x="3186241" y="2707856"/>
              <a:ext cx="843803" cy="3516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>
              <a:stCxn id="27" idx="6"/>
              <a:endCxn id="107" idx="2"/>
            </p:cNvCxnSpPr>
            <p:nvPr/>
          </p:nvCxnSpPr>
          <p:spPr>
            <a:xfrm>
              <a:off x="3186242" y="2334552"/>
              <a:ext cx="843802" cy="72493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Oval 116"/>
            <p:cNvSpPr/>
            <p:nvPr/>
          </p:nvSpPr>
          <p:spPr>
            <a:xfrm>
              <a:off x="4028195" y="326390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Arrow Connector 117"/>
            <p:cNvCxnSpPr>
              <a:stCxn id="70" idx="6"/>
              <a:endCxn id="117" idx="2"/>
            </p:cNvCxnSpPr>
            <p:nvPr/>
          </p:nvCxnSpPr>
          <p:spPr>
            <a:xfrm flipV="1">
              <a:off x="3186239" y="3407701"/>
              <a:ext cx="841956" cy="981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/>
            <p:cNvCxnSpPr>
              <a:endCxn id="117" idx="2"/>
            </p:cNvCxnSpPr>
            <p:nvPr/>
          </p:nvCxnSpPr>
          <p:spPr>
            <a:xfrm flipV="1">
              <a:off x="3186239" y="340770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>
              <a:stCxn id="62" idx="6"/>
              <a:endCxn id="117" idx="2"/>
            </p:cNvCxnSpPr>
            <p:nvPr/>
          </p:nvCxnSpPr>
          <p:spPr>
            <a:xfrm>
              <a:off x="3186240" y="3066578"/>
              <a:ext cx="841955" cy="34112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>
              <a:stCxn id="52" idx="6"/>
              <a:endCxn id="117" idx="2"/>
            </p:cNvCxnSpPr>
            <p:nvPr/>
          </p:nvCxnSpPr>
          <p:spPr>
            <a:xfrm>
              <a:off x="3186241" y="2707856"/>
              <a:ext cx="841954" cy="6998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>
              <a:stCxn id="27" idx="6"/>
              <a:endCxn id="117" idx="2"/>
            </p:cNvCxnSpPr>
            <p:nvPr/>
          </p:nvCxnSpPr>
          <p:spPr>
            <a:xfrm>
              <a:off x="3186242" y="2334552"/>
              <a:ext cx="841953" cy="10731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Oval 127"/>
            <p:cNvSpPr/>
            <p:nvPr/>
          </p:nvSpPr>
          <p:spPr>
            <a:xfrm>
              <a:off x="4028194" y="36471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9" name="Straight Arrow Connector 128"/>
            <p:cNvCxnSpPr>
              <a:endCxn id="128" idx="2"/>
            </p:cNvCxnSpPr>
            <p:nvPr/>
          </p:nvCxnSpPr>
          <p:spPr>
            <a:xfrm flipV="1">
              <a:off x="3186239" y="37909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>
              <a:stCxn id="70" idx="6"/>
              <a:endCxn id="128" idx="2"/>
            </p:cNvCxnSpPr>
            <p:nvPr/>
          </p:nvCxnSpPr>
          <p:spPr>
            <a:xfrm>
              <a:off x="3186239" y="3417514"/>
              <a:ext cx="841955" cy="37343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/>
            <p:cNvCxnSpPr>
              <a:stCxn id="62" idx="6"/>
              <a:endCxn id="128" idx="2"/>
            </p:cNvCxnSpPr>
            <p:nvPr/>
          </p:nvCxnSpPr>
          <p:spPr>
            <a:xfrm>
              <a:off x="3186240" y="3066578"/>
              <a:ext cx="841954" cy="7243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52" idx="6"/>
              <a:endCxn id="128" idx="2"/>
            </p:cNvCxnSpPr>
            <p:nvPr/>
          </p:nvCxnSpPr>
          <p:spPr>
            <a:xfrm>
              <a:off x="3186241" y="2707856"/>
              <a:ext cx="841953" cy="108309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27" idx="6"/>
              <a:endCxn id="128" idx="2"/>
            </p:cNvCxnSpPr>
            <p:nvPr/>
          </p:nvCxnSpPr>
          <p:spPr>
            <a:xfrm>
              <a:off x="3186242" y="2334552"/>
              <a:ext cx="841952" cy="145639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>
              <a:stCxn id="87" idx="6"/>
              <a:endCxn id="36" idx="2"/>
            </p:cNvCxnSpPr>
            <p:nvPr/>
          </p:nvCxnSpPr>
          <p:spPr>
            <a:xfrm>
              <a:off x="4314660" y="2334551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stCxn id="100" idx="6"/>
              <a:endCxn id="36" idx="2"/>
            </p:cNvCxnSpPr>
            <p:nvPr/>
          </p:nvCxnSpPr>
          <p:spPr>
            <a:xfrm flipV="1">
              <a:off x="4314659" y="2513568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07" idx="6"/>
              <a:endCxn id="36" idx="2"/>
            </p:cNvCxnSpPr>
            <p:nvPr/>
          </p:nvCxnSpPr>
          <p:spPr>
            <a:xfrm flipV="1">
              <a:off x="4316507" y="2513568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/>
            <p:cNvCxnSpPr>
              <a:stCxn id="117" idx="6"/>
              <a:endCxn id="36" idx="2"/>
            </p:cNvCxnSpPr>
            <p:nvPr/>
          </p:nvCxnSpPr>
          <p:spPr>
            <a:xfrm flipV="1">
              <a:off x="4314658" y="2513568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/>
            <p:cNvCxnSpPr>
              <a:stCxn id="128" idx="6"/>
              <a:endCxn id="36" idx="2"/>
            </p:cNvCxnSpPr>
            <p:nvPr/>
          </p:nvCxnSpPr>
          <p:spPr>
            <a:xfrm flipV="1">
              <a:off x="4314657" y="2513568"/>
              <a:ext cx="787797" cy="127738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Oval 154"/>
            <p:cNvSpPr/>
            <p:nvPr/>
          </p:nvSpPr>
          <p:spPr>
            <a:xfrm>
              <a:off x="5102453" y="27456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6" name="Straight Arrow Connector 155"/>
            <p:cNvCxnSpPr>
              <a:endCxn id="155" idx="2"/>
            </p:cNvCxnSpPr>
            <p:nvPr/>
          </p:nvCxnSpPr>
          <p:spPr>
            <a:xfrm>
              <a:off x="4314659" y="27104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/>
            <p:cNvCxnSpPr>
              <a:endCxn id="155" idx="2"/>
            </p:cNvCxnSpPr>
            <p:nvPr/>
          </p:nvCxnSpPr>
          <p:spPr>
            <a:xfrm flipV="1">
              <a:off x="4314658" y="28894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/>
            <p:cNvCxnSpPr>
              <a:endCxn id="155" idx="2"/>
            </p:cNvCxnSpPr>
            <p:nvPr/>
          </p:nvCxnSpPr>
          <p:spPr>
            <a:xfrm flipV="1">
              <a:off x="4316506" y="2889453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/>
            <p:cNvCxnSpPr>
              <a:endCxn id="155" idx="2"/>
            </p:cNvCxnSpPr>
            <p:nvPr/>
          </p:nvCxnSpPr>
          <p:spPr>
            <a:xfrm flipV="1">
              <a:off x="4314657" y="2889453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/>
            <p:cNvCxnSpPr>
              <a:stCxn id="87" idx="6"/>
              <a:endCxn id="155" idx="2"/>
            </p:cNvCxnSpPr>
            <p:nvPr/>
          </p:nvCxnSpPr>
          <p:spPr>
            <a:xfrm>
              <a:off x="4314660" y="2334551"/>
              <a:ext cx="787793" cy="5549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Oval 161"/>
            <p:cNvSpPr/>
            <p:nvPr/>
          </p:nvSpPr>
          <p:spPr>
            <a:xfrm>
              <a:off x="5102452" y="3088214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3" name="Straight Arrow Connector 162"/>
            <p:cNvCxnSpPr>
              <a:endCxn id="162" idx="2"/>
            </p:cNvCxnSpPr>
            <p:nvPr/>
          </p:nvCxnSpPr>
          <p:spPr>
            <a:xfrm>
              <a:off x="4314658" y="3052998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/>
            <p:cNvCxnSpPr>
              <a:endCxn id="162" idx="2"/>
            </p:cNvCxnSpPr>
            <p:nvPr/>
          </p:nvCxnSpPr>
          <p:spPr>
            <a:xfrm flipV="1">
              <a:off x="4314657" y="3232015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/>
            <p:cNvCxnSpPr>
              <a:endCxn id="162" idx="2"/>
            </p:cNvCxnSpPr>
            <p:nvPr/>
          </p:nvCxnSpPr>
          <p:spPr>
            <a:xfrm flipV="1">
              <a:off x="4316505" y="3232015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/>
            <p:cNvCxnSpPr>
              <a:stCxn id="100" idx="6"/>
              <a:endCxn id="162" idx="2"/>
            </p:cNvCxnSpPr>
            <p:nvPr/>
          </p:nvCxnSpPr>
          <p:spPr>
            <a:xfrm>
              <a:off x="4314659" y="2712329"/>
              <a:ext cx="787793" cy="51968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/>
            <p:cNvCxnSpPr>
              <a:stCxn id="87" idx="6"/>
              <a:endCxn id="162" idx="2"/>
            </p:cNvCxnSpPr>
            <p:nvPr/>
          </p:nvCxnSpPr>
          <p:spPr>
            <a:xfrm>
              <a:off x="4314660" y="2334551"/>
              <a:ext cx="787792" cy="8974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Oval 169"/>
            <p:cNvSpPr/>
            <p:nvPr/>
          </p:nvSpPr>
          <p:spPr>
            <a:xfrm>
              <a:off x="5102454" y="34505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1" name="Straight Arrow Connector 170"/>
            <p:cNvCxnSpPr>
              <a:endCxn id="170" idx="2"/>
            </p:cNvCxnSpPr>
            <p:nvPr/>
          </p:nvCxnSpPr>
          <p:spPr>
            <a:xfrm>
              <a:off x="4314660" y="34153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/>
            <p:cNvCxnSpPr>
              <a:endCxn id="170" idx="2"/>
            </p:cNvCxnSpPr>
            <p:nvPr/>
          </p:nvCxnSpPr>
          <p:spPr>
            <a:xfrm flipV="1">
              <a:off x="4314659" y="35943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/>
            <p:cNvCxnSpPr>
              <a:stCxn id="107" idx="6"/>
              <a:endCxn id="170" idx="2"/>
            </p:cNvCxnSpPr>
            <p:nvPr/>
          </p:nvCxnSpPr>
          <p:spPr>
            <a:xfrm>
              <a:off x="4316507" y="3059487"/>
              <a:ext cx="785947" cy="53486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/>
            <p:cNvCxnSpPr>
              <a:stCxn id="100" idx="6"/>
              <a:endCxn id="170" idx="2"/>
            </p:cNvCxnSpPr>
            <p:nvPr/>
          </p:nvCxnSpPr>
          <p:spPr>
            <a:xfrm>
              <a:off x="4314659" y="2712329"/>
              <a:ext cx="787795" cy="8820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/>
            <p:cNvCxnSpPr>
              <a:stCxn id="87" idx="6"/>
              <a:endCxn id="170" idx="2"/>
            </p:cNvCxnSpPr>
            <p:nvPr/>
          </p:nvCxnSpPr>
          <p:spPr>
            <a:xfrm>
              <a:off x="4314660" y="2334551"/>
              <a:ext cx="787794" cy="12598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TextBox 178"/>
          <p:cNvSpPr txBox="1"/>
          <p:nvPr/>
        </p:nvSpPr>
        <p:spPr>
          <a:xfrm>
            <a:off x="453946" y="2304643"/>
            <a:ext cx="7702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Want                      ,                         ,                        ,   etc.</a:t>
            </a:r>
          </a:p>
        </p:txBody>
      </p:sp>
      <p:pic>
        <p:nvPicPr>
          <p:cNvPr id="3083" name="Picture 308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853" y="2268279"/>
            <a:ext cx="1369695" cy="609600"/>
          </a:xfrm>
          <a:prstGeom prst="rect">
            <a:avLst/>
          </a:prstGeom>
        </p:spPr>
      </p:pic>
      <p:pic>
        <p:nvPicPr>
          <p:cNvPr id="3084" name="Picture 308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905" y="2266950"/>
            <a:ext cx="1369695" cy="609600"/>
          </a:xfrm>
          <a:prstGeom prst="rect">
            <a:avLst/>
          </a:prstGeom>
        </p:spPr>
      </p:pic>
      <p:pic>
        <p:nvPicPr>
          <p:cNvPr id="3085" name="Picture 308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505" y="2272744"/>
            <a:ext cx="1369695" cy="609600"/>
          </a:xfrm>
          <a:prstGeom prst="rect">
            <a:avLst/>
          </a:prstGeom>
        </p:spPr>
      </p:pic>
      <p:sp>
        <p:nvSpPr>
          <p:cNvPr id="191" name="TextBox 190"/>
          <p:cNvSpPr txBox="1"/>
          <p:nvPr/>
        </p:nvSpPr>
        <p:spPr>
          <a:xfrm>
            <a:off x="963246" y="2832367"/>
            <a:ext cx="5894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when pedestrian         when car	when motorcycle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3946" y="3232477"/>
            <a:ext cx="7702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Training set: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3945" y="3943350"/>
            <a:ext cx="7470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one of          ,	 ,             ,	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09600" y="3325821"/>
            <a:ext cx="5766436" cy="1196649"/>
            <a:chOff x="609600" y="3325821"/>
            <a:chExt cx="5766436" cy="1196649"/>
          </a:xfrm>
        </p:grpSpPr>
        <p:pic>
          <p:nvPicPr>
            <p:cNvPr id="16" name="Picture 15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0276" y="3325821"/>
              <a:ext cx="4175760" cy="291465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4024122"/>
              <a:ext cx="339090" cy="276225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0790" y="3790950"/>
              <a:ext cx="393192" cy="731520"/>
            </a:xfrm>
            <a:prstGeom prst="rect">
              <a:avLst/>
            </a:prstGeom>
          </p:spPr>
        </p:pic>
        <p:pic>
          <p:nvPicPr>
            <p:cNvPr id="116" name="Picture 11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1305" y="3790950"/>
              <a:ext cx="393192" cy="73152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7408" y="3790950"/>
              <a:ext cx="393192" cy="731520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4608" y="3790950"/>
              <a:ext cx="393192" cy="731520"/>
            </a:xfrm>
            <a:prstGeom prst="rect">
              <a:avLst/>
            </a:prstGeom>
          </p:spPr>
        </p:pic>
      </p:grpSp>
      <p:sp>
        <p:nvSpPr>
          <p:cNvPr id="125" name="TextBox 124"/>
          <p:cNvSpPr txBox="1"/>
          <p:nvPr/>
        </p:nvSpPr>
        <p:spPr>
          <a:xfrm>
            <a:off x="1676400" y="4539942"/>
            <a:ext cx="5894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pedestrian    car	motorcycle   truck</a:t>
            </a:r>
          </a:p>
        </p:txBody>
      </p:sp>
    </p:spTree>
    <p:extLst>
      <p:ext uri="{BB962C8B-B14F-4D97-AF65-F5344CB8AC3E}">
        <p14:creationId xmlns:p14="http://schemas.microsoft.com/office/powerpoint/2010/main" val="359794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113" grpId="0"/>
      <p:bldP spid="1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Multiclass prediction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During prediction one input case is presented</a:t>
            </a:r>
          </a:p>
          <a:p>
            <a:r>
              <a:rPr lang="en-GB" sz="2400" dirty="0"/>
              <a:t>The net will predict the class with the highest probability</a:t>
            </a:r>
          </a:p>
          <a:p>
            <a:r>
              <a:rPr lang="en-GB" sz="2400" dirty="0"/>
              <a:t>The output units can be combined through the </a:t>
            </a:r>
            <a:r>
              <a:rPr lang="en-GB" sz="2400" b="1" dirty="0"/>
              <a:t>soft-max</a:t>
            </a:r>
            <a:r>
              <a:rPr lang="en-GB" sz="2400" dirty="0"/>
              <a:t> function (providing the probability of each class)</a:t>
            </a:r>
            <a:endParaRPr lang="it-IT" sz="2400" dirty="0"/>
          </a:p>
        </p:txBody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028950"/>
            <a:ext cx="4281905" cy="19657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5061484" y="3066484"/>
                <a:ext cx="3843553" cy="813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484" y="3066484"/>
                <a:ext cx="3843553" cy="8138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/>
          <p:cNvSpPr txBox="1"/>
          <p:nvPr/>
        </p:nvSpPr>
        <p:spPr>
          <a:xfrm>
            <a:off x="5196305" y="4095750"/>
            <a:ext cx="3185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Where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dirty="0"/>
              <a:t> is the number of classes and </a:t>
            </a:r>
            <a:r>
              <a:rPr lang="en-GB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z</a:t>
            </a:r>
            <a:r>
              <a:rPr lang="en-GB" dirty="0"/>
              <a:t> the output vector</a:t>
            </a:r>
            <a:endParaRPr lang="it-IT" dirty="0"/>
          </a:p>
        </p:txBody>
      </p:sp>
      <p:sp>
        <p:nvSpPr>
          <p:cNvPr id="86" name="Rounded Rectangle 85"/>
          <p:cNvSpPr/>
          <p:nvPr/>
        </p:nvSpPr>
        <p:spPr>
          <a:xfrm>
            <a:off x="4191000" y="3066484"/>
            <a:ext cx="457200" cy="179126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/>
              <p:cNvSpPr/>
              <p:nvPr/>
            </p:nvSpPr>
            <p:spPr>
              <a:xfrm>
                <a:off x="4546197" y="4525952"/>
                <a:ext cx="4079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87" name="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197" y="4525952"/>
                <a:ext cx="407932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976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5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n = 2500&#10;$&#10;&#10;\end{document}"/>
  <p:tag name="IGUANATEXSIZE" val="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i \times x_j&#10;$&#10;&#10;\end{document}"/>
  <p:tag name="IGUANATEXSIZE" val="2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 = \begin{bmatrix}&#10;00000000000000\\&#10;00000000000000\\&#10;\vdots\\&#10;00000000000000&#10;\end{bmatrix}&#10;$&#10;\end{document}"/>
  <p:tag name="IGUANATEXSIZE" val="2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 = \begin{bmatrix}&#10;x_0\\x_1\\x_2\\x_3&#10;\end{bmatrix}&#10;$&#10;&#10;\end{document}"/>
  <p:tag name="IGUANATEXSIZE" val="2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 = \begin{bmatrix}&#10;\theta_0\\\theta_1\\\theta_2\\\theta_3&#10;\end{bmatrix}&#10;$&#10;&#10;\end{document}"/>
  <p:tag name="IGUANATEXSIZE" val="2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 = \begin{bmatrix}&#10;x_0\\x_1\\x_2\\x_3&#10;\end{bmatrix}&#10;$&#10;&#10;\end{document}"/>
  <p:tag name="IGUANATEXSIZE" val="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 = \begin{bmatrix}&#10;\theta_0\\\theta_1\\\theta_2\\\theta_3&#10;\end{bmatrix}&#10;$&#10;&#10;\end{document}"/>
  <p:tag name="IGUANATEXSIZE" val="2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 = \begin{bmatrix}&#10;x_0\\x_1\\x_2\\x_3&#10;\end{bmatrix}&#10;$&#10;&#10;\end{document}"/>
  <p:tag name="IGUANATEXSIZE" val="2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 = \begin{bmatrix}&#10;\theta_0\\\theta_1\\\theta_2\\\theta_3&#10;\end{bmatrix}&#10;$&#10;&#10;\end{document}"/>
  <p:tag name="IGUANATEXSIZE" val="2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i^{(j)} =&#10;$&#10;&#10;\end{document}"/>
  <p:tag name="IGUANATEXSIZE" val="2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^{(j)} =&#10;$&#10;&#10;\end{document}"/>
  <p:tag name="IGUANATEXSIZE" val="2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&#10;\end{document}"/>
  <p:tag name="IGUANATEXSIZE" val="2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+1&#10;$&#10;&#10;\end{document}"/>
  <p:tag name="IGUANATEXSIZE" val="2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 = g(\Theta_{10}^{(1)} x_0 + \Theta_{11}^{(1)} x_1 + \Theta_{12}^{(1)} x_2 + \Theta_{13}^{(1)} x_3)&#10;$&#10;&#10;\end{document}"/>
  <p:tag name="IGUANATEXSIZE" val="2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 = g(\Theta_{20}^{(1)} x_0 + \Theta_{21}^{(1)} x_1 + \Theta_{22}^{(1)} x_2 + \Theta_{23}^{(1)} x_3)&#10;$&#10;&#10;\end{document}"/>
  <p:tag name="IGUANATEXSIZE" val="2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 = g(\Theta_{30}^{(1)} x_0 + \Theta_{31}^{(1)} x_1 + \Theta_{32}^{(1)} x_2 + \Theta_{33}^{(1)} x_3)&#10;$&#10;&#10;\end{document}"/>
  <p:tag name="IGUANATEXSIZE" val="2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a_1^{(3)} = g(\Theta_{10}^{(2)} a_0^{(2)} + \Theta_{11}^{(2)} a_1^{(2)} + \Theta_{12}^{(2)} a_2^{(2)}+ \Theta_{13}^{(2)} a_3^{(2)})&#10;$&#10;&#10;\end{document}"/>
  <p:tag name="IGUANATEXSIZE" val="2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s_j&#10;$&#10;&#10;\end{document}"/>
  <p:tag name="IGUANATEXSIZE" val="2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s_{j+1}&#10;$&#10;&#10;\end{document}"/>
  <p:tag name="IGUANATEXSIZE" val="2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+1&#10;$&#10;&#10;\end{document}"/>
  <p:tag name="IGUANATEXSIZE" val="2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^{(j)}&#10;$&#10;&#10;\end{document}"/>
  <p:tag name="IGUANATEXSIZE" val="2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s_{j+1} \times (s_j + 1)&#10;$&#10;&#10;\end{document}"/>
  <p:tag name="IGUANATEXSIZE" val="2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g(\Theta_{10}^{(2)} a_0^{(2)} + \Theta_{11}^{(2)} a_1^{(2)}&#10;+ \Theta_{12}^{(2)} a_2^{(2)}+ \Theta_{13}^{(2)} a_3^{(2)})&#10;$&#10;&#10;\end{document}"/>
  <p:tag name="IGUANATEXSIZE" val="2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 = \begin{bmatrix}&#10;x_0\\x_1\\x_2\\x_3&#10;\end{bmatrix}&#10;$&#10;&#10;\end{document}"/>
  <p:tag name="IGUANATEXSIZE" val="2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z^{(2)} = \begin{bmatrix}&#10;z^{(2)}_1\\z^{(2)}_2\\z^{(2)}_3&#10;\end{bmatrix}&#10;$&#10;&#10;\end{document}"/>
  <p:tag name="IGUANATEXSIZE" val="2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z^{(2)} = \Theta^{(1)} x&#10;$&#10;&#10;\end{document}"/>
  <p:tag name="IGUANATEXSIZE" val="2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^{(2)} = g(z^{(2)})&#10;$&#10;&#10;\end{document}"/>
  <p:tag name="IGUANATEXSIZE" val="2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z^{(3)} = \Theta^{(2)} a^{(2)}&#10;$&#10;&#10;\end{document}"/>
  <p:tag name="IGUANATEXSIZE" val="2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a^{(3)} = g(z^{(3)})&#10;$&#10;&#10;\end{document}"/>
  <p:tag name="IGUANATEXSIZE" val="2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0^{(2)} =1&#10;$&#10;&#10;\end{document}"/>
  <p:tag name="IGUANATEXSIZE" val="2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 = g(\Theta_{10}^{(1)} x_0 + \Theta_{11}^{(1)} x_1 + \Theta_{12}^{(1)} x_2 + \Theta_{13}^{(1)} x_3)&#10;$&#10;&#10;\end{document}"/>
  <p:tag name="IGUANATEXSIZE" val="2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 = g(\Theta_{20}^{(1)} x_0 + \Theta_{21}^{(1)} x_1 + \Theta_{22}^{(1)} x_2 + \Theta_{23}^{(1)} x_3)&#10;$&#10;&#10;\end{document}"/>
  <p:tag name="IGUANATEXSIZE" val="2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 = g(\Theta_{30}^{(1)} x_0 + \Theta_{31}^{(1)} x_1 + \Theta_{32}^{(1)} x_2 + \Theta_{33}^{(1)} x_3)&#10;$&#10;&#10;\end{document}"/>
  <p:tag name="IGUANATEXSIZE" val="2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x_1 $ XOR $ x_2$&#10;&#10;\end{document}"/>
  <p:tag name="IGUANATEXSIZE" val="2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$ XNOR $ x_2$&#10;&#10;\end{document}"/>
  <p:tag name="IGUANATEXSIZE" val="2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NOT ($x_1 $ XOR $ x_2$)&#10;&#10;\end{document}"/>
  <p:tag name="IGUANATEXSIZE" val="2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, x_2 \in \{ 0, 1\}&#10;$&#10;&#10;\end{document}"/>
  <p:tag name="IGUANATEXSIZE" val="2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y = x_1 $ AND $ x_2$&#10;&#10;\end{document}"/>
  <p:tag name="IGUANATEXSIZE" val="2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&#10;$&#10;&#10;\end{document}"/>
  <p:tag name="IGUANATEXSIZE" val="2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g(z)&#10;$&#10;&#10;\end{document}"/>
  <p:tag name="IGUANATEXSIZE" val="2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&#10;$&#10;&#10;\end{document}"/>
  <p:tag name="IGUANATEXSIZE" val="2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AND $ x_2$&#10;&#10;\end{document}"/>
  <p:tag name="IGUANATEXSIZE" val="28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OR $ x_2$&#10;&#10;\end{document}"/>
  <p:tag name="IGUANATEXSIZE" val="28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&#10;$&#10;&#10;\end{document}"/>
  <p:tag name="IGUANATEXSIZE" val="2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g(10-20x_1)&#10;$&#10;&#10;\end{document}"/>
  <p:tag name="IGUANATEXSIZE" val="2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(NOT $x_1$) AND (NOT $x_2$)&#10;&#10;\end{document}"/>
  <p:tag name="IGUANATEXSIZE" val="24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XNOR $ x_2$&#10;&#10;\end{document}"/>
  <p:tag name="IGUANATEXSIZE" val="24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AND $ x_2$&#10;&#10;\end{document}"/>
  <p:tag name="IGUANATEXSIZE" val="16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(NOT $x_1$) AND (NOT $x_2$)&#10;&#10;\end{document}"/>
  <p:tag name="IGUANATEXSIZE" val="16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OR $ x_2$&#10;&#10;\end{document}"/>
  <p:tag name="IGUANATEXSIZE" val="16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4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2&#10;$&#10;&#10;\end{document}"/>
  <p:tag name="IGUANATEXSIZE" val="2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a_1^{(2)}&#10;$&#10;&#10;\end{document}"/>
  <p:tag name="IGUANATEXSIZE" val="24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a_2^{(2)}&#10;$&#10;&#10;\end{document}"/>
  <p:tag name="IGUANATEXSIZE" val="2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1\\0\\0\\0&#10;\end{smallmatrix} \right]&#10;$&#10;&#10;\end{document}"/>
  <p:tag name="IGUANATEXSIZE" val="2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0\\1\\0\\0&#10;\end{smallmatrix} \right]&#10;$&#10;&#10;\end{document}"/>
  <p:tag name="IGUANATEXSIZE" val="2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0\\0\\1\\0&#10;\end{smallmatrix} \right]&#10;$&#10;&#10;\end{document}"/>
  <p:tag name="IGUANATEXSIZE" val="2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in \mathbb{R}^4&#10;$&#10;&#10;\end{document}"/>
  <p:tag name="IGUANATEXSIZE" val="24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1\\0\\0\\0&#10;\end{smallmatrix} \right]&#10;$&#10;&#10;\end{document}"/>
  <p:tag name="IGUANATEXSIZE" val="2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0\\1\\0\\0&#10;\end{smallmatrix} \right]&#10;$&#10;&#10;\end{document}"/>
  <p:tag name="IGUANATEXSIZE" val="2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0\\0\\1\\0&#10;\end{smallmatrix} \right]&#10;$&#10;&#10;\end{document}"/>
  <p:tag name="IGUANATEXSIZE" val="2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(x^{(1)}, y^{(1)}), (x^{(2)}, y^{(2)}), \dots, (x^{(m)}, y^{(m)}) &#10;$&#10;&#10;\end{document}"/>
  <p:tag name="IGUANATEXSIZE" val="2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^{(i)}&#10;$&#10;&#10;\end{document}"/>
  <p:tag name="IGUANATEXSIZE" val="2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1\\0\\0\\0&#10;\end{smallmatrix} \right]&#10;$&#10;&#10;\end{document}"/>
  <p:tag name="IGUANATEXSIZE" val="24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0\\1\\0\\0&#10;\end{smallmatrix} \right]&#10;$&#10;&#10;\end{document}"/>
  <p:tag name="IGUANATEXSIZE" val="24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0\\0\\1\\0&#10;\end{smallmatrix} \right]&#10;$&#10;&#10;\end{document}"/>
  <p:tag name="IGUANATEXSIZE" val="2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0\\0\\0\\1&#10;\end{smallmatrix} \right]&#10;$&#10;&#10;\end{document}"/>
  <p:tag name="IGUANATEXSIZE" val="24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in \mathbb{R}^4&#10;$&#10;&#10;\end{document}"/>
  <p:tag name="IGUANATEXSIZE" val="24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00FF00"/>
      </a:accent2>
      <a:accent3>
        <a:srgbClr val="00FFFF"/>
      </a:accent3>
      <a:accent4>
        <a:srgbClr val="FF00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5358</TotalTime>
  <Words>1060</Words>
  <Application>Microsoft Office PowerPoint</Application>
  <PresentationFormat>On-screen Show (16:9)</PresentationFormat>
  <Paragraphs>310</Paragraphs>
  <Slides>36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Cambria Math</vt:lpstr>
      <vt:lpstr>Times New Roman</vt:lpstr>
      <vt:lpstr>1_Lecture</vt:lpstr>
      <vt:lpstr>2_Office Theme</vt:lpstr>
      <vt:lpstr>3_Office Theme</vt:lpstr>
      <vt:lpstr>2_Lecture</vt:lpstr>
      <vt:lpstr>Non-linear hypotheses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Neurons and the brain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MLP: multi-layer perceptron</vt:lpstr>
      <vt:lpstr>PowerPoint Presentation</vt:lpstr>
      <vt:lpstr>PowerPoint Presentation</vt:lpstr>
      <vt:lpstr>PowerPoint Presentation</vt:lpstr>
      <vt:lpstr>Model representation II</vt:lpstr>
      <vt:lpstr>PowerPoint Presentation</vt:lpstr>
      <vt:lpstr>PowerPoint Presentation</vt:lpstr>
      <vt:lpstr>PowerPoint Presentation</vt:lpstr>
      <vt:lpstr>Examples and intuitions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Multi-class classification</vt:lpstr>
      <vt:lpstr>PowerPoint Presentation</vt:lpstr>
      <vt:lpstr>PowerPoint Presentation</vt:lpstr>
      <vt:lpstr>Multiclass prediction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Luigi Portinale</cp:lastModifiedBy>
  <cp:revision>426</cp:revision>
  <dcterms:created xsi:type="dcterms:W3CDTF">2010-07-08T21:59:02Z</dcterms:created>
  <dcterms:modified xsi:type="dcterms:W3CDTF">2019-01-15T21:58:16Z</dcterms:modified>
</cp:coreProperties>
</file>