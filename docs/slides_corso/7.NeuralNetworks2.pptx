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3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4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  <p:sldMasterId id="2147483748" r:id="rId5"/>
    <p:sldMasterId id="2147483761" r:id="rId6"/>
    <p:sldMasterId id="2147483774" r:id="rId7"/>
    <p:sldMasterId id="2147483787" r:id="rId8"/>
  </p:sldMasterIdLst>
  <p:notesMasterIdLst>
    <p:notesMasterId r:id="rId33"/>
  </p:notesMasterIdLst>
  <p:sldIdLst>
    <p:sldId id="367" r:id="rId9"/>
    <p:sldId id="460" r:id="rId10"/>
    <p:sldId id="461" r:id="rId11"/>
    <p:sldId id="466" r:id="rId12"/>
    <p:sldId id="503" r:id="rId13"/>
    <p:sldId id="465" r:id="rId14"/>
    <p:sldId id="467" r:id="rId15"/>
    <p:sldId id="468" r:id="rId16"/>
    <p:sldId id="505" r:id="rId17"/>
    <p:sldId id="264" r:id="rId18"/>
    <p:sldId id="287" r:id="rId19"/>
    <p:sldId id="506" r:id="rId20"/>
    <p:sldId id="469" r:id="rId21"/>
    <p:sldId id="482" r:id="rId22"/>
    <p:sldId id="478" r:id="rId23"/>
    <p:sldId id="507" r:id="rId24"/>
    <p:sldId id="484" r:id="rId25"/>
    <p:sldId id="496" r:id="rId26"/>
    <p:sldId id="497" r:id="rId27"/>
    <p:sldId id="498" r:id="rId28"/>
    <p:sldId id="499" r:id="rId29"/>
    <p:sldId id="508" r:id="rId30"/>
    <p:sldId id="509" r:id="rId31"/>
    <p:sldId id="510" r:id="rId32"/>
  </p:sldIdLst>
  <p:sldSz cx="9144000" cy="5143500" type="screen16x9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66"/>
    <a:srgbClr val="00CC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9822" autoAdjust="0"/>
  </p:normalViewPr>
  <p:slideViewPr>
    <p:cSldViewPr>
      <p:cViewPr varScale="1">
        <p:scale>
          <a:sx n="102" d="100"/>
          <a:sy n="102" d="100"/>
        </p:scale>
        <p:origin x="284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tags" Target="tags/tag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41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08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65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3387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12313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42232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21968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13099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29524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10286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56130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32287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16442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35373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72213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816212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509981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82655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956808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585541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68936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150925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769509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156059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53466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553643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681537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602539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982406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80215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42965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03564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228628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21495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521186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492507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139597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26027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624899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877158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655458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503935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721853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966914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82313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947901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616122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954849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459051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897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6325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959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543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251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3" Type="http://schemas.openxmlformats.org/officeDocument/2006/relationships/tags" Target="../tags/tag4.xml"/><Relationship Id="rId21" Type="http://schemas.openxmlformats.org/officeDocument/2006/relationships/image" Target="../media/image11.png"/><Relationship Id="rId7" Type="http://schemas.openxmlformats.org/officeDocument/2006/relationships/tags" Target="../tags/tag8.xml"/><Relationship Id="rId12" Type="http://schemas.openxmlformats.org/officeDocument/2006/relationships/image" Target="../media/image2.png"/><Relationship Id="rId17" Type="http://schemas.openxmlformats.org/officeDocument/2006/relationships/image" Target="../media/image7.png"/><Relationship Id="rId25" Type="http://schemas.openxmlformats.org/officeDocument/2006/relationships/image" Target="../media/image15.png"/><Relationship Id="rId2" Type="http://schemas.openxmlformats.org/officeDocument/2006/relationships/tags" Target="../tags/tag3.xml"/><Relationship Id="rId16" Type="http://schemas.openxmlformats.org/officeDocument/2006/relationships/image" Target="../media/image6.png"/><Relationship Id="rId20" Type="http://schemas.openxmlformats.org/officeDocument/2006/relationships/image" Target="../media/image10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47.xml"/><Relationship Id="rId24" Type="http://schemas.openxmlformats.org/officeDocument/2006/relationships/image" Target="../media/image14.png"/><Relationship Id="rId5" Type="http://schemas.openxmlformats.org/officeDocument/2006/relationships/tags" Target="../tags/tag6.xml"/><Relationship Id="rId15" Type="http://schemas.openxmlformats.org/officeDocument/2006/relationships/image" Target="../media/image5.png"/><Relationship Id="rId23" Type="http://schemas.openxmlformats.org/officeDocument/2006/relationships/image" Target="../media/image13.png"/><Relationship Id="rId10" Type="http://schemas.openxmlformats.org/officeDocument/2006/relationships/tags" Target="../tags/tag11.xml"/><Relationship Id="rId19" Type="http://schemas.openxmlformats.org/officeDocument/2006/relationships/image" Target="../media/image9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4.png"/><Relationship Id="rId22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4.xml"/><Relationship Id="rId7" Type="http://schemas.openxmlformats.org/officeDocument/2006/relationships/image" Target="../media/image16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20.png"/><Relationship Id="rId5" Type="http://schemas.openxmlformats.org/officeDocument/2006/relationships/tags" Target="../tags/tag16.xml"/><Relationship Id="rId10" Type="http://schemas.openxmlformats.org/officeDocument/2006/relationships/image" Target="../media/image19.png"/><Relationship Id="rId4" Type="http://schemas.openxmlformats.org/officeDocument/2006/relationships/tags" Target="../tags/tag15.xml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19.xml"/><Relationship Id="rId7" Type="http://schemas.openxmlformats.org/officeDocument/2006/relationships/image" Target="../media/image21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25.png"/><Relationship Id="rId5" Type="http://schemas.openxmlformats.org/officeDocument/2006/relationships/tags" Target="../tags/tag21.xml"/><Relationship Id="rId10" Type="http://schemas.openxmlformats.org/officeDocument/2006/relationships/image" Target="../media/image24.png"/><Relationship Id="rId4" Type="http://schemas.openxmlformats.org/officeDocument/2006/relationships/tags" Target="../tags/tag20.xml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390.png"/><Relationship Id="rId3" Type="http://schemas.openxmlformats.org/officeDocument/2006/relationships/tags" Target="../tags/tag25.xml"/><Relationship Id="rId21" Type="http://schemas.openxmlformats.org/officeDocument/2006/relationships/image" Target="../media/image42.png"/><Relationship Id="rId7" Type="http://schemas.openxmlformats.org/officeDocument/2006/relationships/tags" Target="../tags/tag29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8.png"/><Relationship Id="rId25" Type="http://schemas.openxmlformats.org/officeDocument/2006/relationships/image" Target="../media/image380.png"/><Relationship Id="rId2" Type="http://schemas.openxmlformats.org/officeDocument/2006/relationships/tags" Target="../tags/tag24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image" Target="../media/image370.png"/><Relationship Id="rId5" Type="http://schemas.openxmlformats.org/officeDocument/2006/relationships/tags" Target="../tags/tag27.xml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tags" Target="../tags/tag32.xml"/><Relationship Id="rId19" Type="http://schemas.openxmlformats.org/officeDocument/2006/relationships/image" Target="../media/image40.png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4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3" Type="http://schemas.openxmlformats.org/officeDocument/2006/relationships/image" Target="../media/image61.png"/><Relationship Id="rId7" Type="http://schemas.openxmlformats.org/officeDocument/2006/relationships/image" Target="../media/image48.emf"/><Relationship Id="rId12" Type="http://schemas.openxmlformats.org/officeDocument/2006/relationships/image" Target="../media/image70.png"/><Relationship Id="rId17" Type="http://schemas.openxmlformats.org/officeDocument/2006/relationships/image" Target="../media/image67.png"/><Relationship Id="rId2" Type="http://schemas.openxmlformats.org/officeDocument/2006/relationships/image" Target="../media/image47.emf"/><Relationship Id="rId16" Type="http://schemas.openxmlformats.org/officeDocument/2006/relationships/image" Target="../media/image74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11" Type="http://schemas.openxmlformats.org/officeDocument/2006/relationships/image" Target="../media/image65.png"/><Relationship Id="rId5" Type="http://schemas.openxmlformats.org/officeDocument/2006/relationships/image" Target="../media/image63.png"/><Relationship Id="rId15" Type="http://schemas.openxmlformats.org/officeDocument/2006/relationships/image" Target="../media/image66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62.png"/><Relationship Id="rId9" Type="http://schemas.openxmlformats.org/officeDocument/2006/relationships/image" Target="../media/image50.emf"/><Relationship Id="rId14" Type="http://schemas.openxmlformats.org/officeDocument/2006/relationships/image" Target="../media/image7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75.png"/><Relationship Id="rId26" Type="http://schemas.openxmlformats.org/officeDocument/2006/relationships/image" Target="../media/image99.png"/><Relationship Id="rId3" Type="http://schemas.openxmlformats.org/officeDocument/2006/relationships/tags" Target="../tags/tag37.xml"/><Relationship Id="rId21" Type="http://schemas.openxmlformats.org/officeDocument/2006/relationships/image" Target="../media/image94.png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image" Target="../media/image73.png"/><Relationship Id="rId25" Type="http://schemas.openxmlformats.org/officeDocument/2006/relationships/image" Target="../media/image98.png"/><Relationship Id="rId2" Type="http://schemas.openxmlformats.org/officeDocument/2006/relationships/tags" Target="../tags/tag36.xml"/><Relationship Id="rId16" Type="http://schemas.openxmlformats.org/officeDocument/2006/relationships/slideLayout" Target="../slideLayouts/slideLayout12.xml"/><Relationship Id="rId20" Type="http://schemas.openxmlformats.org/officeDocument/2006/relationships/image" Target="../media/image93.png"/><Relationship Id="rId29" Type="http://schemas.openxmlformats.org/officeDocument/2006/relationships/image" Target="../media/image102.png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24" Type="http://schemas.openxmlformats.org/officeDocument/2006/relationships/image" Target="../media/image97.png"/><Relationship Id="rId32" Type="http://schemas.openxmlformats.org/officeDocument/2006/relationships/image" Target="../media/image680.png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23" Type="http://schemas.openxmlformats.org/officeDocument/2006/relationships/image" Target="../media/image96.png"/><Relationship Id="rId28" Type="http://schemas.openxmlformats.org/officeDocument/2006/relationships/image" Target="../media/image101.png"/><Relationship Id="rId10" Type="http://schemas.openxmlformats.org/officeDocument/2006/relationships/tags" Target="../tags/tag44.xml"/><Relationship Id="rId19" Type="http://schemas.openxmlformats.org/officeDocument/2006/relationships/image" Target="../media/image78.png"/><Relationship Id="rId31" Type="http://schemas.openxmlformats.org/officeDocument/2006/relationships/image" Target="../media/image104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Relationship Id="rId22" Type="http://schemas.openxmlformats.org/officeDocument/2006/relationships/image" Target="../media/image95.png"/><Relationship Id="rId27" Type="http://schemas.openxmlformats.org/officeDocument/2006/relationships/image" Target="../media/image100.png"/><Relationship Id="rId30" Type="http://schemas.openxmlformats.org/officeDocument/2006/relationships/image" Target="../media/image10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image" Target="../media/image10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image" Target="../media/image109.png"/><Relationship Id="rId18" Type="http://schemas.openxmlformats.org/officeDocument/2006/relationships/image" Target="../media/image850.png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image" Target="../media/image108.png"/><Relationship Id="rId17" Type="http://schemas.openxmlformats.org/officeDocument/2006/relationships/image" Target="../media/image113.png"/><Relationship Id="rId2" Type="http://schemas.openxmlformats.org/officeDocument/2006/relationships/tags" Target="../tags/tag53.xml"/><Relationship Id="rId16" Type="http://schemas.openxmlformats.org/officeDocument/2006/relationships/image" Target="../media/image112.png"/><Relationship Id="rId20" Type="http://schemas.openxmlformats.org/officeDocument/2006/relationships/image" Target="../media/image870.png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107.png"/><Relationship Id="rId5" Type="http://schemas.openxmlformats.org/officeDocument/2006/relationships/tags" Target="../tags/tag56.xml"/><Relationship Id="rId15" Type="http://schemas.openxmlformats.org/officeDocument/2006/relationships/image" Target="../media/image111.png"/><Relationship Id="rId10" Type="http://schemas.openxmlformats.org/officeDocument/2006/relationships/image" Target="../media/image106.png"/><Relationship Id="rId19" Type="http://schemas.openxmlformats.org/officeDocument/2006/relationships/image" Target="../media/image860.png"/><Relationship Id="rId4" Type="http://schemas.openxmlformats.org/officeDocument/2006/relationships/tags" Target="../tags/tag55.xml"/><Relationship Id="rId9" Type="http://schemas.openxmlformats.org/officeDocument/2006/relationships/slideLayout" Target="../slideLayouts/slideLayout47.xml"/><Relationship Id="rId14" Type="http://schemas.openxmlformats.org/officeDocument/2006/relationships/image" Target="../media/image1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tags" Target="../tags/tag62.xml"/><Relationship Id="rId7" Type="http://schemas.openxmlformats.org/officeDocument/2006/relationships/image" Target="../media/image116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slideLayout" Target="../slideLayouts/slideLayout4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slideLayout" Target="../slideLayouts/slideLayout93.xml"/><Relationship Id="rId1" Type="http://schemas.openxmlformats.org/officeDocument/2006/relationships/tags" Target="../tags/tag6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120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119.png"/><Relationship Id="rId17" Type="http://schemas.openxmlformats.org/officeDocument/2006/relationships/image" Target="../media/image123.png"/><Relationship Id="rId2" Type="http://schemas.openxmlformats.org/officeDocument/2006/relationships/tags" Target="../tags/tag65.xml"/><Relationship Id="rId16" Type="http://schemas.openxmlformats.org/officeDocument/2006/relationships/image" Target="../media/image122.pn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118.png"/><Relationship Id="rId5" Type="http://schemas.openxmlformats.org/officeDocument/2006/relationships/tags" Target="../tags/tag68.xml"/><Relationship Id="rId15" Type="http://schemas.openxmlformats.org/officeDocument/2006/relationships/image" Target="../media/image121.png"/><Relationship Id="rId10" Type="http://schemas.openxmlformats.org/officeDocument/2006/relationships/image" Target="../media/image117.png"/><Relationship Id="rId4" Type="http://schemas.openxmlformats.org/officeDocument/2006/relationships/tags" Target="../tags/tag67.xml"/><Relationship Id="rId9" Type="http://schemas.openxmlformats.org/officeDocument/2006/relationships/slideLayout" Target="../slideLayouts/slideLayout93.xml"/><Relationship Id="rId14" Type="http://schemas.openxmlformats.org/officeDocument/2006/relationships/image" Target="../media/image9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3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124.png"/><Relationship Id="rId5" Type="http://schemas.openxmlformats.org/officeDocument/2006/relationships/image" Target="../media/image119.png"/><Relationship Id="rId4" Type="http://schemas.openxmlformats.org/officeDocument/2006/relationships/image" Target="../media/image9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png"/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93.xml"/><Relationship Id="rId5" Type="http://schemas.openxmlformats.org/officeDocument/2006/relationships/image" Target="../media/image1030.png"/><Relationship Id="rId4" Type="http://schemas.openxmlformats.org/officeDocument/2006/relationships/image" Target="../media/image10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1962150"/>
            <a:ext cx="4255345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function</a:t>
            </a:r>
          </a:p>
        </p:txBody>
      </p:sp>
    </p:spTree>
    <p:extLst>
      <p:ext uri="{BB962C8B-B14F-4D97-AF65-F5344CB8AC3E}">
        <p14:creationId xmlns:p14="http://schemas.microsoft.com/office/powerpoint/2010/main" val="76371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 (Classification)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36007" y="2276757"/>
            <a:ext cx="37660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Binary classification</a:t>
            </a:r>
          </a:p>
          <a:p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  1 output unit</a:t>
            </a:r>
          </a:p>
          <a:p>
            <a:endParaRPr lang="en-US" sz="2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990599" y="718120"/>
            <a:ext cx="3055882" cy="1588057"/>
            <a:chOff x="990599" y="738216"/>
            <a:chExt cx="3381620" cy="1757334"/>
          </a:xfrm>
        </p:grpSpPr>
        <p:grpSp>
          <p:nvGrpSpPr>
            <p:cNvPr id="77" name="Group 76"/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78" name="Oval 77"/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4" name="Straight Arrow Connector 83"/>
              <p:cNvCxnSpPr>
                <a:stCxn id="80" idx="6"/>
                <a:endCxn id="81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/>
              <p:cNvCxnSpPr>
                <a:stCxn id="79" idx="6"/>
                <a:endCxn id="81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/>
              <p:cNvCxnSpPr>
                <a:stCxn id="78" idx="6"/>
                <a:endCxn id="81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Oval 86"/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" name="Straight Arrow Connector 87"/>
              <p:cNvCxnSpPr>
                <a:stCxn id="80" idx="6"/>
                <a:endCxn id="8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/>
              <p:cNvCxnSpPr>
                <a:stCxn id="79" idx="6"/>
                <a:endCxn id="8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/>
              <p:cNvCxnSpPr>
                <a:stCxn id="78" idx="6"/>
                <a:endCxn id="8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Oval 90"/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2" name="Straight Arrow Connector 91"/>
              <p:cNvCxnSpPr>
                <a:stCxn id="80" idx="6"/>
                <a:endCxn id="9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/>
              <p:cNvCxnSpPr>
                <a:stCxn id="79" idx="6"/>
                <a:endCxn id="9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>
                <a:stCxn id="78" idx="6"/>
                <a:endCxn id="9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Oval 94"/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6" name="Straight Arrow Connector 95"/>
              <p:cNvCxnSpPr>
                <a:stCxn id="80" idx="6"/>
                <a:endCxn id="9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/>
              <p:cNvCxnSpPr>
                <a:stCxn id="79" idx="6"/>
                <a:endCxn id="9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/>
              <p:cNvCxnSpPr>
                <a:stCxn id="78" idx="6"/>
                <a:endCxn id="9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Oval 98"/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0" name="Straight Arrow Connector 99"/>
              <p:cNvCxnSpPr>
                <a:stCxn id="80" idx="6"/>
                <a:endCxn id="9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/>
              <p:cNvCxnSpPr>
                <a:stCxn id="79" idx="6"/>
                <a:endCxn id="9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/>
              <p:cNvCxnSpPr>
                <a:stCxn id="78" idx="6"/>
                <a:endCxn id="9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Oval 102"/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Arrow Connector 103"/>
              <p:cNvCxnSpPr>
                <a:stCxn id="81" idx="6"/>
                <a:endCxn id="10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/>
              <p:cNvCxnSpPr>
                <a:stCxn id="87" idx="6"/>
                <a:endCxn id="10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/>
              <p:cNvCxnSpPr>
                <a:stCxn id="91" idx="6"/>
                <a:endCxn id="10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/>
              <p:cNvCxnSpPr>
                <a:stCxn id="95" idx="6"/>
                <a:endCxn id="10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/>
              <p:cNvCxnSpPr>
                <a:stCxn id="99" idx="6"/>
                <a:endCxn id="10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Oval 108"/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0" name="Straight Arrow Connector 109"/>
              <p:cNvCxnSpPr>
                <a:endCxn id="10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/>
              <p:cNvCxnSpPr>
                <a:stCxn id="91" idx="6"/>
                <a:endCxn id="10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/>
              <p:cNvCxnSpPr>
                <a:endCxn id="10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/>
              <p:cNvCxnSpPr>
                <a:endCxn id="10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/>
              <p:cNvCxnSpPr>
                <a:stCxn id="81" idx="6"/>
                <a:endCxn id="10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Oval 114"/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Straight Arrow Connector 115"/>
              <p:cNvCxnSpPr>
                <a:endCxn id="11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/>
              <p:cNvCxnSpPr>
                <a:endCxn id="11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/>
              <p:cNvCxnSpPr>
                <a:endCxn id="11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Arrow Connector 118"/>
              <p:cNvCxnSpPr>
                <a:stCxn id="87" idx="6"/>
                <a:endCxn id="11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/>
              <p:cNvCxnSpPr>
                <a:stCxn id="81" idx="6"/>
                <a:endCxn id="11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Oval 120"/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2" name="Straight Arrow Connector 121"/>
              <p:cNvCxnSpPr>
                <a:stCxn id="95" idx="6"/>
                <a:endCxn id="121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/>
              <p:cNvCxnSpPr>
                <a:endCxn id="121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/>
              <p:cNvCxnSpPr>
                <a:stCxn id="91" idx="6"/>
                <a:endCxn id="121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/>
              <p:cNvCxnSpPr>
                <a:stCxn id="87" idx="6"/>
                <a:endCxn id="121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>
                <a:stCxn id="81" idx="6"/>
                <a:endCxn id="121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Oval 126"/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8" name="Straight Arrow Connector 127"/>
              <p:cNvCxnSpPr>
                <a:endCxn id="127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/>
              <p:cNvCxnSpPr>
                <a:stCxn id="95" idx="6"/>
                <a:endCxn id="127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/>
              <p:cNvCxnSpPr>
                <a:stCxn id="91" idx="6"/>
                <a:endCxn id="127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/>
              <p:cNvCxnSpPr>
                <a:stCxn id="87" idx="6"/>
                <a:endCxn id="127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Arrow Connector 131"/>
              <p:cNvCxnSpPr>
                <a:stCxn id="81" idx="6"/>
                <a:endCxn id="127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32"/>
              <p:cNvCxnSpPr>
                <a:stCxn id="103" idx="6"/>
                <a:endCxn id="82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/>
              <p:cNvCxnSpPr>
                <a:stCxn id="109" idx="6"/>
                <a:endCxn id="82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Arrow Connector 134"/>
              <p:cNvCxnSpPr>
                <a:stCxn id="115" idx="6"/>
                <a:endCxn id="82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/>
              <p:cNvCxnSpPr>
                <a:stCxn id="121" idx="6"/>
                <a:endCxn id="82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/>
              <p:cNvCxnSpPr>
                <a:stCxn id="127" idx="6"/>
                <a:endCxn id="82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Oval 141"/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3" name="Straight Arrow Connector 142"/>
              <p:cNvCxnSpPr>
                <a:endCxn id="142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/>
              <p:cNvCxnSpPr>
                <a:endCxn id="142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/>
              <p:cNvCxnSpPr>
                <a:endCxn id="142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/>
              <p:cNvCxnSpPr>
                <a:endCxn id="142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174"/>
              <p:cNvCxnSpPr>
                <a:stCxn id="103" idx="6"/>
                <a:endCxn id="142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Oval 177"/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Arrow Connector 178"/>
              <p:cNvCxnSpPr>
                <a:endCxn id="178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/>
              <p:cNvCxnSpPr>
                <a:endCxn id="178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Arrow Connector 180"/>
              <p:cNvCxnSpPr>
                <a:endCxn id="178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Arrow Connector 181"/>
              <p:cNvCxnSpPr>
                <a:stCxn id="109" idx="6"/>
                <a:endCxn id="178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Arrow Connector 182"/>
              <p:cNvCxnSpPr>
                <a:stCxn id="103" idx="6"/>
                <a:endCxn id="178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Oval 183"/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Arrow Connector 184"/>
              <p:cNvCxnSpPr>
                <a:endCxn id="184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Arrow Connector 185"/>
              <p:cNvCxnSpPr>
                <a:endCxn id="184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Arrow Connector 186"/>
              <p:cNvCxnSpPr>
                <a:stCxn id="115" idx="6"/>
                <a:endCxn id="184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Arrow Connector 187"/>
              <p:cNvCxnSpPr>
                <a:stCxn id="109" idx="6"/>
                <a:endCxn id="184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Arrow Connector 188"/>
              <p:cNvCxnSpPr>
                <a:stCxn id="103" idx="6"/>
                <a:endCxn id="184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0" name="TextBox 189"/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92" y="2779949"/>
            <a:ext cx="1093470" cy="22098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4572000" y="2190750"/>
            <a:ext cx="0" cy="2819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4528845" y="2215202"/>
            <a:ext cx="4724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Multi-class classification </a:t>
            </a:r>
            <a:r>
              <a:rPr lang="en-US" sz="2400" dirty="0"/>
              <a:t>(K classes)</a:t>
            </a:r>
            <a:endParaRPr lang="en-US" sz="2400" u="sng" dirty="0"/>
          </a:p>
          <a:p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endParaRPr lang="en-US" sz="3200" dirty="0"/>
          </a:p>
          <a:p>
            <a:r>
              <a:rPr lang="en-US" sz="2400" dirty="0"/>
              <a:t>  K output units</a:t>
            </a:r>
          </a:p>
          <a:p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2661285"/>
            <a:ext cx="950976" cy="3177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766" y="592484"/>
            <a:ext cx="4444365" cy="29146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766" y="1026795"/>
            <a:ext cx="417195" cy="1733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844" y="1504950"/>
            <a:ext cx="438150" cy="1524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913880" y="928806"/>
            <a:ext cx="2892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no. of layers in network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913880" y="1379130"/>
            <a:ext cx="38814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no. of units (not counting bias unit) in layer 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938686" y="2693361"/>
            <a:ext cx="2864778" cy="760074"/>
            <a:chOff x="1405530" y="3808422"/>
            <a:chExt cx="4232139" cy="1131625"/>
          </a:xfrm>
        </p:grpSpPr>
        <p:pic>
          <p:nvPicPr>
            <p:cNvPr id="202" name="Picture 20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9033" y="3808422"/>
              <a:ext cx="393192" cy="731520"/>
            </a:xfrm>
            <a:prstGeom prst="rect">
              <a:avLst/>
            </a:prstGeom>
          </p:spPr>
        </p:pic>
        <p:pic>
          <p:nvPicPr>
            <p:cNvPr id="203" name="Picture 20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9548" y="3808422"/>
              <a:ext cx="393192" cy="731520"/>
            </a:xfrm>
            <a:prstGeom prst="rect">
              <a:avLst/>
            </a:prstGeom>
          </p:spPr>
        </p:pic>
        <p:pic>
          <p:nvPicPr>
            <p:cNvPr id="204" name="Picture 20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5651" y="3808422"/>
              <a:ext cx="393192" cy="731520"/>
            </a:xfrm>
            <a:prstGeom prst="rect">
              <a:avLst/>
            </a:prstGeom>
          </p:spPr>
        </p:pic>
        <p:pic>
          <p:nvPicPr>
            <p:cNvPr id="205" name="Picture 20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2851" y="3808422"/>
              <a:ext cx="393192" cy="731520"/>
            </a:xfrm>
            <a:prstGeom prst="rect">
              <a:avLst/>
            </a:prstGeom>
          </p:spPr>
        </p:pic>
        <p:sp>
          <p:nvSpPr>
            <p:cNvPr id="206" name="TextBox 205"/>
            <p:cNvSpPr txBox="1"/>
            <p:nvPr/>
          </p:nvSpPr>
          <p:spPr>
            <a:xfrm>
              <a:off x="1405530" y="4473245"/>
              <a:ext cx="4232139" cy="466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pedestrian  car  motorcycle   truck</a:t>
              </a:r>
            </a:p>
          </p:txBody>
        </p:sp>
      </p:grpSp>
      <p:sp>
        <p:nvSpPr>
          <p:cNvPr id="207" name="TextBox 206"/>
          <p:cNvSpPr txBox="1"/>
          <p:nvPr/>
        </p:nvSpPr>
        <p:spPr>
          <a:xfrm>
            <a:off x="5786286" y="2694378"/>
            <a:ext cx="2864778" cy="313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E.g.           ,             ,                 ,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725" y="1745753"/>
            <a:ext cx="57150" cy="1790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68467" y="4235506"/>
                <a:ext cx="11758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467" y="4235506"/>
                <a:ext cx="1175835" cy="307777"/>
              </a:xfrm>
              <a:prstGeom prst="rect">
                <a:avLst/>
              </a:prstGeom>
              <a:blipFill rotWithShape="0">
                <a:blip r:embed="rId22"/>
                <a:stretch>
                  <a:fillRect l="-4663" t="-2000" r="-4145" b="-36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45618" y="4224517"/>
                <a:ext cx="154067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=1;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618" y="4224517"/>
                <a:ext cx="1540678" cy="307777"/>
              </a:xfrm>
              <a:prstGeom prst="rect">
                <a:avLst/>
              </a:prstGeom>
              <a:blipFill rotWithShape="0">
                <a:blip r:embed="rId23"/>
                <a:stretch>
                  <a:fillRect l="-1581" r="-3557" b="-16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/>
              <p:cNvSpPr txBox="1"/>
              <p:nvPr/>
            </p:nvSpPr>
            <p:spPr>
              <a:xfrm>
                <a:off x="4955759" y="4147868"/>
                <a:ext cx="13267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36" name="TextBox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5759" y="4147868"/>
                <a:ext cx="1326773" cy="307777"/>
              </a:xfrm>
              <a:prstGeom prst="rect">
                <a:avLst/>
              </a:prstGeom>
              <a:blipFill rotWithShape="0">
                <a:blip r:embed="rId24"/>
                <a:stretch>
                  <a:fillRect l="-4128" t="-1961" r="-459" b="-3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/>
              <p:cNvSpPr txBox="1"/>
              <p:nvPr/>
            </p:nvSpPr>
            <p:spPr>
              <a:xfrm>
                <a:off x="6611948" y="4143150"/>
                <a:ext cx="158530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≥3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37" name="TextBox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948" y="4143150"/>
                <a:ext cx="1585306" cy="307777"/>
              </a:xfrm>
              <a:prstGeom prst="rect">
                <a:avLst/>
              </a:prstGeom>
              <a:blipFill rotWithShape="0">
                <a:blip r:embed="rId25"/>
                <a:stretch>
                  <a:fillRect l="-1923" r="-3077" b="-16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65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/>
      <p:bldP spid="195" grpId="0"/>
      <p:bldP spid="207" grpId="0"/>
      <p:bldP spid="2" grpId="0"/>
      <p:bldP spid="3" grpId="0"/>
      <p:bldP spid="136" grpId="0"/>
      <p:bldP spid="1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 function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14400" y="870297"/>
            <a:ext cx="6477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Logistic regression (or NN with 1 output unit):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Neural network (with K output units):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379488"/>
            <a:ext cx="7392924" cy="7012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2" y="3242455"/>
            <a:ext cx="7154609" cy="6840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227" y="4061461"/>
            <a:ext cx="2330006" cy="69608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654" y="2798494"/>
            <a:ext cx="1570482" cy="3337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262" y="2798494"/>
            <a:ext cx="2834640" cy="33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8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Learning the parameters: gradient descent</a:t>
            </a:r>
          </a:p>
        </p:txBody>
      </p:sp>
      <p:pic>
        <p:nvPicPr>
          <p:cNvPr id="77" name="Picture 7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82334"/>
            <a:ext cx="6741414" cy="68408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625" y="1701340"/>
            <a:ext cx="2330006" cy="6960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56027"/>
            <a:ext cx="1188720" cy="43205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38200" y="3409950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Need code to compute: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 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64" y="3909149"/>
            <a:ext cx="621792" cy="3063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64" y="4251884"/>
            <a:ext cx="1259586" cy="53949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2798FE-665F-49B0-8DED-6450ECB44856}"/>
              </a:ext>
            </a:extLst>
          </p:cNvPr>
          <p:cNvCxnSpPr>
            <a:cxnSpLocks/>
          </p:cNvCxnSpPr>
          <p:nvPr/>
        </p:nvCxnSpPr>
        <p:spPr>
          <a:xfrm>
            <a:off x="2743200" y="455295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8AA7892-FCA1-4716-95EB-2DEA4B6D721C}"/>
              </a:ext>
            </a:extLst>
          </p:cNvPr>
          <p:cNvSpPr txBox="1"/>
          <p:nvPr/>
        </p:nvSpPr>
        <p:spPr>
          <a:xfrm>
            <a:off x="3581400" y="4368284"/>
            <a:ext cx="523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Efficient implementation: </a:t>
            </a:r>
            <a:r>
              <a:rPr lang="en-US" b="1" dirty="0"/>
              <a:t>backpropagation algorithm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602C6B-D9BA-4FAF-BA05-4317FAD0884C}"/>
              </a:ext>
            </a:extLst>
          </p:cNvPr>
          <p:cNvSpPr txBox="1"/>
          <p:nvPr/>
        </p:nvSpPr>
        <p:spPr>
          <a:xfrm>
            <a:off x="3581400" y="4616382"/>
            <a:ext cx="368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</a:t>
            </a:r>
            <a:r>
              <a:rPr lang="en-US" sz="1400" i="1" dirty="0" err="1"/>
              <a:t>Rumelhart</a:t>
            </a:r>
            <a:r>
              <a:rPr lang="en-US" sz="1400" i="1" dirty="0"/>
              <a:t>, Hinton, Williams 86]</a:t>
            </a:r>
          </a:p>
        </p:txBody>
      </p:sp>
    </p:spTree>
    <p:extLst>
      <p:ext uri="{BB962C8B-B14F-4D97-AF65-F5344CB8AC3E}">
        <p14:creationId xmlns:p14="http://schemas.microsoft.com/office/powerpoint/2010/main" val="2186066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Numerical estimation of gradients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057400" y="1123950"/>
            <a:ext cx="4686300" cy="1710839"/>
            <a:chOff x="1562100" y="707284"/>
            <a:chExt cx="5733288" cy="2093066"/>
          </a:xfrm>
        </p:grpSpPr>
        <p:cxnSp>
          <p:nvCxnSpPr>
            <p:cNvPr id="3" name="Straight Arrow Connector 2"/>
            <p:cNvCxnSpPr/>
            <p:nvPr/>
          </p:nvCxnSpPr>
          <p:spPr>
            <a:xfrm flipV="1">
              <a:off x="1708982" y="828836"/>
              <a:ext cx="0" cy="1971514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/>
            <p:cNvCxnSpPr/>
            <p:nvPr/>
          </p:nvCxnSpPr>
          <p:spPr>
            <a:xfrm>
              <a:off x="1562100" y="2647950"/>
              <a:ext cx="5448300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9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5412" y="707284"/>
              <a:ext cx="569976" cy="280797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CF3CED2-D07C-4A5C-B361-3EA26A838FCB}"/>
              </a:ext>
            </a:extLst>
          </p:cNvPr>
          <p:cNvGrpSpPr/>
          <p:nvPr/>
        </p:nvGrpSpPr>
        <p:grpSpPr>
          <a:xfrm>
            <a:off x="2260529" y="-2662413"/>
            <a:ext cx="4140268" cy="5334000"/>
            <a:chOff x="2667000" y="-2227264"/>
            <a:chExt cx="2438397" cy="5334000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E3C78028-9AD9-4B33-99A4-FF0298D3407D}"/>
                </a:ext>
              </a:extLst>
            </p:cNvPr>
            <p:cNvSpPr/>
            <p:nvPr/>
          </p:nvSpPr>
          <p:spPr>
            <a:xfrm rot="5400000">
              <a:off x="1219199" y="-779463"/>
              <a:ext cx="5333999" cy="2438397"/>
            </a:xfrm>
            <a:prstGeom prst="arc">
              <a:avLst>
                <a:gd name="adj1" fmla="val 17998091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4C3F25A8-04AF-44EF-AA26-364D6DE9B8BC}"/>
                </a:ext>
              </a:extLst>
            </p:cNvPr>
            <p:cNvSpPr/>
            <p:nvPr/>
          </p:nvSpPr>
          <p:spPr>
            <a:xfrm rot="16200000" flipH="1">
              <a:off x="1219199" y="-779462"/>
              <a:ext cx="5333999" cy="2438397"/>
            </a:xfrm>
            <a:prstGeom prst="arc">
              <a:avLst>
                <a:gd name="adj1" fmla="val 17998091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63346D2-8960-4961-BF7F-62AC1F8E3532}"/>
              </a:ext>
            </a:extLst>
          </p:cNvPr>
          <p:cNvCxnSpPr>
            <a:cxnSpLocks/>
          </p:cNvCxnSpPr>
          <p:nvPr/>
        </p:nvCxnSpPr>
        <p:spPr>
          <a:xfrm flipV="1">
            <a:off x="5181600" y="1423114"/>
            <a:ext cx="906780" cy="100682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D4EF758-C386-4FD2-B1DB-3641B06349FD}"/>
              </a:ext>
            </a:extLst>
          </p:cNvPr>
          <p:cNvCxnSpPr/>
          <p:nvPr/>
        </p:nvCxnSpPr>
        <p:spPr>
          <a:xfrm>
            <a:off x="5181600" y="2429941"/>
            <a:ext cx="0" cy="3679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8573ECA-D34B-4153-A68C-6B2AB99D42AF}"/>
              </a:ext>
            </a:extLst>
          </p:cNvPr>
          <p:cNvCxnSpPr/>
          <p:nvPr/>
        </p:nvCxnSpPr>
        <p:spPr>
          <a:xfrm>
            <a:off x="6088380" y="1441178"/>
            <a:ext cx="7620" cy="135675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8395B2-25D5-4907-9F2E-13A301ED7F79}"/>
              </a:ext>
            </a:extLst>
          </p:cNvPr>
          <p:cNvCxnSpPr>
            <a:cxnSpLocks/>
          </p:cNvCxnSpPr>
          <p:nvPr/>
        </p:nvCxnSpPr>
        <p:spPr>
          <a:xfrm>
            <a:off x="5638800" y="2721729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DC4C7B6-47FC-44F1-9961-2222D6D4746E}"/>
              </a:ext>
            </a:extLst>
          </p:cNvPr>
          <p:cNvCxnSpPr>
            <a:cxnSpLocks/>
          </p:cNvCxnSpPr>
          <p:nvPr/>
        </p:nvCxnSpPr>
        <p:spPr>
          <a:xfrm>
            <a:off x="5638800" y="2049859"/>
            <a:ext cx="0" cy="67187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432934E-84BD-4363-9F62-4C99C75FE00B}"/>
                  </a:ext>
                </a:extLst>
              </p:cNvPr>
              <p:cNvSpPr txBox="1"/>
              <p:nvPr/>
            </p:nvSpPr>
            <p:spPr>
              <a:xfrm>
                <a:off x="5822498" y="2811263"/>
                <a:ext cx="5783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432934E-84BD-4363-9F62-4C99C75FE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498" y="2811263"/>
                <a:ext cx="578300" cy="276999"/>
              </a:xfrm>
              <a:prstGeom prst="rect">
                <a:avLst/>
              </a:prstGeom>
              <a:blipFill>
                <a:blip r:embed="rId4"/>
                <a:stretch>
                  <a:fillRect l="-8421" r="-421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15487FE-A305-475D-95AC-3E3FD047E043}"/>
                  </a:ext>
                </a:extLst>
              </p:cNvPr>
              <p:cNvSpPr txBox="1"/>
              <p:nvPr/>
            </p:nvSpPr>
            <p:spPr>
              <a:xfrm>
                <a:off x="4876800" y="2808120"/>
                <a:ext cx="5783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15487FE-A305-475D-95AC-3E3FD047E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2808120"/>
                <a:ext cx="578300" cy="276999"/>
              </a:xfrm>
              <a:prstGeom prst="rect">
                <a:avLst/>
              </a:prstGeom>
              <a:blipFill>
                <a:blip r:embed="rId5"/>
                <a:stretch>
                  <a:fillRect l="-8421" r="-421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535CC3-A528-491B-98BB-9A03D8C2F056}"/>
                  </a:ext>
                </a:extLst>
              </p:cNvPr>
              <p:cNvSpPr txBox="1"/>
              <p:nvPr/>
            </p:nvSpPr>
            <p:spPr>
              <a:xfrm>
                <a:off x="5544062" y="2816782"/>
                <a:ext cx="1894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535CC3-A528-491B-98BB-9A03D8C2F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062" y="2816782"/>
                <a:ext cx="189474" cy="276999"/>
              </a:xfrm>
              <a:prstGeom prst="rect">
                <a:avLst/>
              </a:prstGeom>
              <a:blipFill>
                <a:blip r:embed="rId6"/>
                <a:stretch>
                  <a:fillRect l="-28125" r="-2187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A5046B7-40C1-4B4E-8F9A-F664FC0E69BF}"/>
              </a:ext>
            </a:extLst>
          </p:cNvPr>
          <p:cNvCxnSpPr/>
          <p:nvPr/>
        </p:nvCxnSpPr>
        <p:spPr>
          <a:xfrm>
            <a:off x="5181600" y="2430859"/>
            <a:ext cx="90678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3950FB5-5670-419E-A33E-EDEA07432E8F}"/>
                  </a:ext>
                </a:extLst>
              </p:cNvPr>
              <p:cNvSpPr txBox="1"/>
              <p:nvPr/>
            </p:nvSpPr>
            <p:spPr>
              <a:xfrm>
                <a:off x="5513582" y="2225078"/>
                <a:ext cx="294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3950FB5-5670-419E-A33E-EDEA07432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582" y="2225078"/>
                <a:ext cx="294248" cy="276999"/>
              </a:xfrm>
              <a:prstGeom prst="rect">
                <a:avLst/>
              </a:prstGeom>
              <a:blipFill>
                <a:blip r:embed="rId7"/>
                <a:stretch>
                  <a:fillRect l="-18367" r="-6122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ED6E351-C38B-489A-A954-D6328F300B61}"/>
                  </a:ext>
                </a:extLst>
              </p:cNvPr>
              <p:cNvSpPr txBox="1"/>
              <p:nvPr/>
            </p:nvSpPr>
            <p:spPr>
              <a:xfrm>
                <a:off x="6175717" y="2244201"/>
                <a:ext cx="8649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ED6E351-C38B-489A-A954-D6328F300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717" y="2244201"/>
                <a:ext cx="864917" cy="276999"/>
              </a:xfrm>
              <a:prstGeom prst="rect">
                <a:avLst/>
              </a:prstGeom>
              <a:blipFill>
                <a:blip r:embed="rId8"/>
                <a:stretch>
                  <a:fillRect l="-8451" t="-2174" r="-9155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CB22680-0045-4978-966F-B1A970FD542F}"/>
                  </a:ext>
                </a:extLst>
              </p:cNvPr>
              <p:cNvSpPr txBox="1"/>
              <p:nvPr/>
            </p:nvSpPr>
            <p:spPr>
              <a:xfrm>
                <a:off x="6094095" y="1343999"/>
                <a:ext cx="8649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CB22680-0045-4978-966F-B1A970FD5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095" y="1343999"/>
                <a:ext cx="864917" cy="276999"/>
              </a:xfrm>
              <a:prstGeom prst="rect">
                <a:avLst/>
              </a:prstGeom>
              <a:blipFill>
                <a:blip r:embed="rId9"/>
                <a:stretch>
                  <a:fillRect l="-8451" t="-2174" r="-9155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8E86FCA-E200-48DE-9C45-5AF5EFE6D012}"/>
                  </a:ext>
                </a:extLst>
              </p:cNvPr>
              <p:cNvSpPr txBox="1"/>
              <p:nvPr/>
            </p:nvSpPr>
            <p:spPr>
              <a:xfrm>
                <a:off x="609600" y="3324699"/>
                <a:ext cx="2815579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8E86FCA-E200-48DE-9C45-5AF5EFE6D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324699"/>
                <a:ext cx="2815579" cy="5375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DDAD6C8E-58EC-4773-81A0-9357AF93D0FB}"/>
              </a:ext>
            </a:extLst>
          </p:cNvPr>
          <p:cNvSpPr txBox="1"/>
          <p:nvPr/>
        </p:nvSpPr>
        <p:spPr>
          <a:xfrm>
            <a:off x="3962398" y="3399137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Smaller is </a:t>
            </a:r>
            <a:r>
              <a:rPr lang="en-US" i="1" dirty="0">
                <a:latin typeface="Symbol" panose="05050102010706020507" pitchFamily="18" charset="2"/>
              </a:rPr>
              <a:t>e</a:t>
            </a:r>
            <a:r>
              <a:rPr lang="en-US" dirty="0"/>
              <a:t>, more precise is the approximation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941F81-74B8-48D5-86AC-1F6032DA1786}"/>
              </a:ext>
            </a:extLst>
          </p:cNvPr>
          <p:cNvSpPr txBox="1"/>
          <p:nvPr/>
        </p:nvSpPr>
        <p:spPr>
          <a:xfrm>
            <a:off x="3368448" y="41607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inefficient approach!</a:t>
            </a:r>
          </a:p>
        </p:txBody>
      </p:sp>
    </p:spTree>
    <p:extLst>
      <p:ext uri="{BB962C8B-B14F-4D97-AF65-F5344CB8AC3E}">
        <p14:creationId xmlns:p14="http://schemas.microsoft.com/office/powerpoint/2010/main" val="3629764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2114550"/>
            <a:ext cx="4255345" cy="16764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Backpropagation algorithm</a:t>
            </a:r>
          </a:p>
        </p:txBody>
      </p:sp>
    </p:spTree>
    <p:extLst>
      <p:ext uri="{BB962C8B-B14F-4D97-AF65-F5344CB8AC3E}">
        <p14:creationId xmlns:p14="http://schemas.microsoft.com/office/powerpoint/2010/main" val="3526610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1809750"/>
            <a:ext cx="1040130" cy="27660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14948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one training example (   ,    ):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598" y="1034737"/>
            <a:ext cx="153162" cy="1371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80" y="1042357"/>
            <a:ext cx="144018" cy="1965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6622" y="12763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Forward propagation: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2205699"/>
            <a:ext cx="1885950" cy="2743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2613938"/>
            <a:ext cx="1723644" cy="3497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020161"/>
            <a:ext cx="1885950" cy="2743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3405275"/>
            <a:ext cx="1723644" cy="3497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821772"/>
            <a:ext cx="1885950" cy="2743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4203192"/>
            <a:ext cx="2916936" cy="34975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556788"/>
            <a:ext cx="1255014" cy="40690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57" y="3301514"/>
            <a:ext cx="1255014" cy="406908"/>
          </a:xfrm>
          <a:prstGeom prst="rect">
            <a:avLst/>
          </a:prstGeom>
        </p:spPr>
      </p:pic>
      <p:grpSp>
        <p:nvGrpSpPr>
          <p:cNvPr id="33" name="Group 32"/>
          <p:cNvGrpSpPr/>
          <p:nvPr/>
        </p:nvGrpSpPr>
        <p:grpSpPr>
          <a:xfrm>
            <a:off x="5253859" y="1916911"/>
            <a:ext cx="3055882" cy="1588057"/>
            <a:chOff x="990599" y="738216"/>
            <a:chExt cx="3381620" cy="1757334"/>
          </a:xfrm>
        </p:grpSpPr>
        <p:grpSp>
          <p:nvGrpSpPr>
            <p:cNvPr id="34" name="Group 33"/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/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/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/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/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/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/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/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/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/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/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/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/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/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/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/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/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/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/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/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/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/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/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/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/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/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/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/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/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/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/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/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/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/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/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/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/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/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/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/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/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/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/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/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/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/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/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/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/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/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/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/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/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/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/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/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11406" y="1219436"/>
                <a:ext cx="435184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406" y="1219436"/>
                <a:ext cx="435184" cy="288477"/>
              </a:xfrm>
              <a:prstGeom prst="rect">
                <a:avLst/>
              </a:prstGeom>
              <a:blipFill rotWithShape="0">
                <a:blip r:embed="rId24"/>
                <a:stretch>
                  <a:fillRect l="-7042" t="-8511" r="-1126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6100608" y="1213287"/>
                <a:ext cx="435184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it-IT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608" y="1213287"/>
                <a:ext cx="435184" cy="288477"/>
              </a:xfrm>
              <a:prstGeom prst="rect">
                <a:avLst/>
              </a:prstGeom>
              <a:blipFill rotWithShape="0">
                <a:blip r:embed="rId25"/>
                <a:stretch>
                  <a:fillRect l="-7042" t="-6383" r="-11268" b="-212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6944164" y="1216345"/>
                <a:ext cx="435184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</m:oMath>
                  </m:oMathPara>
                </a14:m>
                <a:endParaRPr lang="it-IT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164" y="1216345"/>
                <a:ext cx="435184" cy="288477"/>
              </a:xfrm>
              <a:prstGeom prst="rect">
                <a:avLst/>
              </a:prstGeom>
              <a:blipFill rotWithShape="0">
                <a:blip r:embed="rId26"/>
                <a:stretch>
                  <a:fillRect l="-6944" t="-8511" r="-111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741712" y="1210502"/>
                <a:ext cx="435184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712" y="1210502"/>
                <a:ext cx="435184" cy="288477"/>
              </a:xfrm>
              <a:prstGeom prst="rect">
                <a:avLst/>
              </a:prstGeom>
              <a:blipFill rotWithShape="0">
                <a:blip r:embed="rId27"/>
                <a:stretch>
                  <a:fillRect l="-7042" t="-8511" r="-1126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>
            <a:off x="5592571" y="1470547"/>
            <a:ext cx="0" cy="440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>
            <a:off x="7962898" y="1425780"/>
            <a:ext cx="0" cy="440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>
            <a:off x="6318200" y="1425780"/>
            <a:ext cx="0" cy="440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>
            <a:off x="7161756" y="1440362"/>
            <a:ext cx="0" cy="440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9F56929F-502E-44BE-8049-AE1ED7D1FDE6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</p:spTree>
    <p:extLst>
      <p:ext uri="{BB962C8B-B14F-4D97-AF65-F5344CB8AC3E}">
        <p14:creationId xmlns:p14="http://schemas.microsoft.com/office/powerpoint/2010/main" val="74516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19" grpId="0"/>
      <p:bldP spid="120" grpId="0"/>
      <p:bldP spid="1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381000" y="842005"/>
                <a:ext cx="8610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Intuition: given an example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/>
                  <a:t>             =“error” of node </a:t>
                </a:r>
                <a:r>
                  <a:rPr 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/>
                  <a:t> in layer   .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842005"/>
                <a:ext cx="8610600" cy="830997"/>
              </a:xfrm>
              <a:prstGeom prst="rect">
                <a:avLst/>
              </a:prstGeom>
              <a:blipFill>
                <a:blip r:embed="rId3"/>
                <a:stretch>
                  <a:fillRect l="-1133" t="-6618" r="-496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393" y="958295"/>
            <a:ext cx="68580" cy="214884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354213" y="1415933"/>
            <a:ext cx="445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output unit (layer L = 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607595" y="1986410"/>
                <a:ext cx="2392771" cy="384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⟶</m:t>
                          </m:r>
                          <m: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it-IT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595" y="1986410"/>
                <a:ext cx="2392771" cy="384657"/>
              </a:xfrm>
              <a:prstGeom prst="rect">
                <a:avLst/>
              </a:prstGeom>
              <a:blipFill>
                <a:blip r:embed="rId5"/>
                <a:stretch>
                  <a:fillRect l="-1531" t="-4762" r="-2551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2693EEE-2771-4CC4-A093-DEB82CCEF0AD}"/>
              </a:ext>
            </a:extLst>
          </p:cNvPr>
          <p:cNvGrpSpPr/>
          <p:nvPr/>
        </p:nvGrpSpPr>
        <p:grpSpPr>
          <a:xfrm>
            <a:off x="5867400" y="1641767"/>
            <a:ext cx="3055882" cy="1900903"/>
            <a:chOff x="5473984" y="1095332"/>
            <a:chExt cx="3055882" cy="1900903"/>
          </a:xfrm>
        </p:grpSpPr>
        <p:grpSp>
          <p:nvGrpSpPr>
            <p:cNvPr id="33" name="Group 32"/>
            <p:cNvGrpSpPr/>
            <p:nvPr/>
          </p:nvGrpSpPr>
          <p:grpSpPr>
            <a:xfrm>
              <a:off x="5473984" y="1408178"/>
              <a:ext cx="3055882" cy="1588057"/>
              <a:chOff x="990599" y="738216"/>
              <a:chExt cx="3381620" cy="1757334"/>
            </a:xfrm>
          </p:grpSpPr>
          <p:grpSp>
            <p:nvGrpSpPr>
              <p:cNvPr id="34" name="Group 33"/>
              <p:cNvGrpSpPr/>
              <p:nvPr/>
            </p:nvGrpSpPr>
            <p:grpSpPr>
              <a:xfrm>
                <a:off x="1239873" y="738216"/>
                <a:ext cx="2862230" cy="1432793"/>
                <a:chOff x="1905000" y="2190750"/>
                <a:chExt cx="3483917" cy="1744001"/>
              </a:xfrm>
            </p:grpSpPr>
            <p:sp>
              <p:nvSpPr>
                <p:cNvPr id="39" name="Oval 38"/>
                <p:cNvSpPr/>
                <p:nvPr/>
              </p:nvSpPr>
              <p:spPr>
                <a:xfrm>
                  <a:off x="1905000" y="3183496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Oval 39"/>
                <p:cNvSpPr/>
                <p:nvPr/>
              </p:nvSpPr>
              <p:spPr>
                <a:xfrm>
                  <a:off x="1905000" y="2848532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Oval 40"/>
                <p:cNvSpPr/>
                <p:nvPr/>
              </p:nvSpPr>
              <p:spPr>
                <a:xfrm>
                  <a:off x="1905000" y="2513568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Oval 41"/>
                <p:cNvSpPr/>
                <p:nvPr/>
              </p:nvSpPr>
              <p:spPr>
                <a:xfrm>
                  <a:off x="2899779" y="2190751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Oval 42"/>
                <p:cNvSpPr/>
                <p:nvPr/>
              </p:nvSpPr>
              <p:spPr>
                <a:xfrm>
                  <a:off x="5102454" y="2369767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4" name="Straight Arrow Connector 43"/>
                <p:cNvCxnSpPr>
                  <a:stCxn id="41" idx="6"/>
                  <a:endCxn id="42" idx="2"/>
                </p:cNvCxnSpPr>
                <p:nvPr/>
              </p:nvCxnSpPr>
              <p:spPr>
                <a:xfrm flipV="1">
                  <a:off x="2191463" y="2334552"/>
                  <a:ext cx="708316" cy="32281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/>
                <p:cNvCxnSpPr>
                  <a:stCxn id="40" idx="6"/>
                  <a:endCxn id="42" idx="2"/>
                </p:cNvCxnSpPr>
                <p:nvPr/>
              </p:nvCxnSpPr>
              <p:spPr>
                <a:xfrm flipV="1">
                  <a:off x="2191463" y="2334552"/>
                  <a:ext cx="708316" cy="65778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/>
                <p:cNvCxnSpPr>
                  <a:stCxn id="39" idx="6"/>
                  <a:endCxn id="42" idx="2"/>
                </p:cNvCxnSpPr>
                <p:nvPr/>
              </p:nvCxnSpPr>
              <p:spPr>
                <a:xfrm flipV="1">
                  <a:off x="2191463" y="2334552"/>
                  <a:ext cx="708316" cy="99274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Oval 46"/>
                <p:cNvSpPr/>
                <p:nvPr/>
              </p:nvSpPr>
              <p:spPr>
                <a:xfrm>
                  <a:off x="2899778" y="2564055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8" name="Straight Arrow Connector 47"/>
                <p:cNvCxnSpPr>
                  <a:stCxn id="41" idx="6"/>
                  <a:endCxn id="47" idx="2"/>
                </p:cNvCxnSpPr>
                <p:nvPr/>
              </p:nvCxnSpPr>
              <p:spPr>
                <a:xfrm>
                  <a:off x="2191463" y="2657369"/>
                  <a:ext cx="708315" cy="5048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/>
                <p:cNvCxnSpPr>
                  <a:stCxn id="40" idx="6"/>
                  <a:endCxn id="47" idx="2"/>
                </p:cNvCxnSpPr>
                <p:nvPr/>
              </p:nvCxnSpPr>
              <p:spPr>
                <a:xfrm flipV="1">
                  <a:off x="2191463" y="2707856"/>
                  <a:ext cx="708315" cy="28447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/>
                <p:cNvCxnSpPr>
                  <a:stCxn id="39" idx="6"/>
                  <a:endCxn id="47" idx="2"/>
                </p:cNvCxnSpPr>
                <p:nvPr/>
              </p:nvCxnSpPr>
              <p:spPr>
                <a:xfrm flipV="1">
                  <a:off x="2191463" y="2707856"/>
                  <a:ext cx="708315" cy="61944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Oval 50"/>
                <p:cNvSpPr/>
                <p:nvPr/>
              </p:nvSpPr>
              <p:spPr>
                <a:xfrm>
                  <a:off x="2899777" y="2922777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" name="Straight Arrow Connector 51"/>
                <p:cNvCxnSpPr>
                  <a:stCxn id="41" idx="6"/>
                  <a:endCxn id="51" idx="2"/>
                </p:cNvCxnSpPr>
                <p:nvPr/>
              </p:nvCxnSpPr>
              <p:spPr>
                <a:xfrm>
                  <a:off x="2191463" y="2657369"/>
                  <a:ext cx="708314" cy="40920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/>
                <p:cNvCxnSpPr>
                  <a:stCxn id="40" idx="6"/>
                  <a:endCxn id="51" idx="2"/>
                </p:cNvCxnSpPr>
                <p:nvPr/>
              </p:nvCxnSpPr>
              <p:spPr>
                <a:xfrm>
                  <a:off x="2191463" y="2992333"/>
                  <a:ext cx="708314" cy="7424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/>
                <p:cNvCxnSpPr>
                  <a:stCxn id="39" idx="6"/>
                  <a:endCxn id="51" idx="2"/>
                </p:cNvCxnSpPr>
                <p:nvPr/>
              </p:nvCxnSpPr>
              <p:spPr>
                <a:xfrm flipV="1">
                  <a:off x="2191463" y="3066578"/>
                  <a:ext cx="708314" cy="2607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Oval 54"/>
                <p:cNvSpPr/>
                <p:nvPr/>
              </p:nvSpPr>
              <p:spPr>
                <a:xfrm>
                  <a:off x="2899776" y="3273713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6" name="Straight Arrow Connector 55"/>
                <p:cNvCxnSpPr>
                  <a:stCxn id="41" idx="6"/>
                  <a:endCxn id="55" idx="2"/>
                </p:cNvCxnSpPr>
                <p:nvPr/>
              </p:nvCxnSpPr>
              <p:spPr>
                <a:xfrm>
                  <a:off x="2191463" y="2657369"/>
                  <a:ext cx="708313" cy="76014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/>
                <p:cNvCxnSpPr>
                  <a:stCxn id="40" idx="6"/>
                  <a:endCxn id="55" idx="2"/>
                </p:cNvCxnSpPr>
                <p:nvPr/>
              </p:nvCxnSpPr>
              <p:spPr>
                <a:xfrm>
                  <a:off x="2191463" y="2992333"/>
                  <a:ext cx="708313" cy="42518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/>
                <p:cNvCxnSpPr>
                  <a:stCxn id="39" idx="6"/>
                  <a:endCxn id="55" idx="2"/>
                </p:cNvCxnSpPr>
                <p:nvPr/>
              </p:nvCxnSpPr>
              <p:spPr>
                <a:xfrm>
                  <a:off x="2191463" y="3327297"/>
                  <a:ext cx="708313" cy="9021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" name="Oval 58"/>
                <p:cNvSpPr/>
                <p:nvPr/>
              </p:nvSpPr>
              <p:spPr>
                <a:xfrm>
                  <a:off x="2899779" y="3638550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0" name="Straight Arrow Connector 59"/>
                <p:cNvCxnSpPr>
                  <a:stCxn id="41" idx="6"/>
                  <a:endCxn id="59" idx="2"/>
                </p:cNvCxnSpPr>
                <p:nvPr/>
              </p:nvCxnSpPr>
              <p:spPr>
                <a:xfrm>
                  <a:off x="2191463" y="2657369"/>
                  <a:ext cx="708316" cy="1124982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Arrow Connector 60"/>
                <p:cNvCxnSpPr>
                  <a:stCxn id="40" idx="6"/>
                  <a:endCxn id="59" idx="2"/>
                </p:cNvCxnSpPr>
                <p:nvPr/>
              </p:nvCxnSpPr>
              <p:spPr>
                <a:xfrm>
                  <a:off x="2191463" y="2992333"/>
                  <a:ext cx="708316" cy="79001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/>
                <p:cNvCxnSpPr>
                  <a:stCxn id="39" idx="6"/>
                  <a:endCxn id="59" idx="2"/>
                </p:cNvCxnSpPr>
                <p:nvPr/>
              </p:nvCxnSpPr>
              <p:spPr>
                <a:xfrm>
                  <a:off x="2191463" y="3327297"/>
                  <a:ext cx="708316" cy="455054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Oval 62"/>
                <p:cNvSpPr/>
                <p:nvPr/>
              </p:nvSpPr>
              <p:spPr>
                <a:xfrm>
                  <a:off x="4028197" y="2190750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4" name="Straight Arrow Connector 63"/>
                <p:cNvCxnSpPr>
                  <a:stCxn id="42" idx="6"/>
                  <a:endCxn id="63" idx="2"/>
                </p:cNvCxnSpPr>
                <p:nvPr/>
              </p:nvCxnSpPr>
              <p:spPr>
                <a:xfrm flipV="1">
                  <a:off x="3186242" y="2334551"/>
                  <a:ext cx="841955" cy="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Arrow Connector 64"/>
                <p:cNvCxnSpPr>
                  <a:stCxn id="47" idx="6"/>
                  <a:endCxn id="63" idx="2"/>
                </p:cNvCxnSpPr>
                <p:nvPr/>
              </p:nvCxnSpPr>
              <p:spPr>
                <a:xfrm flipV="1">
                  <a:off x="3186241" y="2334551"/>
                  <a:ext cx="841956" cy="37330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/>
                <p:cNvCxnSpPr>
                  <a:stCxn id="51" idx="6"/>
                  <a:endCxn id="63" idx="2"/>
                </p:cNvCxnSpPr>
                <p:nvPr/>
              </p:nvCxnSpPr>
              <p:spPr>
                <a:xfrm flipV="1">
                  <a:off x="3186240" y="2334551"/>
                  <a:ext cx="841957" cy="73202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/>
                <p:cNvCxnSpPr>
                  <a:stCxn id="55" idx="6"/>
                  <a:endCxn id="63" idx="2"/>
                </p:cNvCxnSpPr>
                <p:nvPr/>
              </p:nvCxnSpPr>
              <p:spPr>
                <a:xfrm flipV="1">
                  <a:off x="3186239" y="2334551"/>
                  <a:ext cx="841958" cy="108296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/>
                <p:cNvCxnSpPr>
                  <a:stCxn id="59" idx="6"/>
                  <a:endCxn id="63" idx="2"/>
                </p:cNvCxnSpPr>
                <p:nvPr/>
              </p:nvCxnSpPr>
              <p:spPr>
                <a:xfrm flipV="1">
                  <a:off x="3186242" y="2334551"/>
                  <a:ext cx="841955" cy="1447800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9" name="Oval 68"/>
                <p:cNvSpPr/>
                <p:nvPr/>
              </p:nvSpPr>
              <p:spPr>
                <a:xfrm>
                  <a:off x="4028196" y="2568528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0" name="Straight Arrow Connector 69"/>
                <p:cNvCxnSpPr>
                  <a:endCxn id="69" idx="2"/>
                </p:cNvCxnSpPr>
                <p:nvPr/>
              </p:nvCxnSpPr>
              <p:spPr>
                <a:xfrm flipV="1">
                  <a:off x="3186241" y="2712329"/>
                  <a:ext cx="841955" cy="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Arrow Connector 70"/>
                <p:cNvCxnSpPr>
                  <a:stCxn id="51" idx="6"/>
                  <a:endCxn id="69" idx="2"/>
                </p:cNvCxnSpPr>
                <p:nvPr/>
              </p:nvCxnSpPr>
              <p:spPr>
                <a:xfrm flipV="1">
                  <a:off x="3186240" y="2712329"/>
                  <a:ext cx="841956" cy="35424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/>
                <p:cNvCxnSpPr>
                  <a:endCxn id="69" idx="2"/>
                </p:cNvCxnSpPr>
                <p:nvPr/>
              </p:nvCxnSpPr>
              <p:spPr>
                <a:xfrm flipV="1">
                  <a:off x="3186239" y="2712329"/>
                  <a:ext cx="841957" cy="73202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/>
                <p:cNvCxnSpPr>
                  <a:endCxn id="69" idx="2"/>
                </p:cNvCxnSpPr>
                <p:nvPr/>
              </p:nvCxnSpPr>
              <p:spPr>
                <a:xfrm flipV="1">
                  <a:off x="3186238" y="2712329"/>
                  <a:ext cx="841958" cy="108296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Arrow Connector 73"/>
                <p:cNvCxnSpPr>
                  <a:stCxn id="42" idx="6"/>
                  <a:endCxn id="69" idx="2"/>
                </p:cNvCxnSpPr>
                <p:nvPr/>
              </p:nvCxnSpPr>
              <p:spPr>
                <a:xfrm>
                  <a:off x="3186242" y="2334552"/>
                  <a:ext cx="841954" cy="37777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Oval 74"/>
                <p:cNvSpPr/>
                <p:nvPr/>
              </p:nvSpPr>
              <p:spPr>
                <a:xfrm>
                  <a:off x="4030044" y="2915686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6" name="Straight Arrow Connector 75"/>
                <p:cNvCxnSpPr>
                  <a:endCxn id="75" idx="2"/>
                </p:cNvCxnSpPr>
                <p:nvPr/>
              </p:nvCxnSpPr>
              <p:spPr>
                <a:xfrm flipV="1">
                  <a:off x="3188089" y="3059487"/>
                  <a:ext cx="841955" cy="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Arrow Connector 78"/>
                <p:cNvCxnSpPr>
                  <a:endCxn id="75" idx="2"/>
                </p:cNvCxnSpPr>
                <p:nvPr/>
              </p:nvCxnSpPr>
              <p:spPr>
                <a:xfrm flipV="1">
                  <a:off x="3188088" y="3059487"/>
                  <a:ext cx="841956" cy="37330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/>
                <p:cNvCxnSpPr>
                  <a:endCxn id="75" idx="2"/>
                </p:cNvCxnSpPr>
                <p:nvPr/>
              </p:nvCxnSpPr>
              <p:spPr>
                <a:xfrm flipV="1">
                  <a:off x="3188087" y="3059487"/>
                  <a:ext cx="841957" cy="73202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Arrow Connector 81"/>
                <p:cNvCxnSpPr>
                  <a:stCxn id="47" idx="6"/>
                  <a:endCxn id="75" idx="2"/>
                </p:cNvCxnSpPr>
                <p:nvPr/>
              </p:nvCxnSpPr>
              <p:spPr>
                <a:xfrm>
                  <a:off x="3186241" y="2707856"/>
                  <a:ext cx="843803" cy="35163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Arrow Connector 82"/>
                <p:cNvCxnSpPr>
                  <a:stCxn id="42" idx="6"/>
                  <a:endCxn id="75" idx="2"/>
                </p:cNvCxnSpPr>
                <p:nvPr/>
              </p:nvCxnSpPr>
              <p:spPr>
                <a:xfrm>
                  <a:off x="3186242" y="2334552"/>
                  <a:ext cx="843802" cy="72493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Oval 83"/>
                <p:cNvSpPr/>
                <p:nvPr/>
              </p:nvSpPr>
              <p:spPr>
                <a:xfrm>
                  <a:off x="4028195" y="3263900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5" name="Straight Arrow Connector 84"/>
                <p:cNvCxnSpPr>
                  <a:stCxn id="55" idx="6"/>
                  <a:endCxn id="84" idx="2"/>
                </p:cNvCxnSpPr>
                <p:nvPr/>
              </p:nvCxnSpPr>
              <p:spPr>
                <a:xfrm flipV="1">
                  <a:off x="3186239" y="3407701"/>
                  <a:ext cx="841956" cy="981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Arrow Connector 85"/>
                <p:cNvCxnSpPr>
                  <a:endCxn id="84" idx="2"/>
                </p:cNvCxnSpPr>
                <p:nvPr/>
              </p:nvCxnSpPr>
              <p:spPr>
                <a:xfrm flipV="1">
                  <a:off x="3186239" y="3407701"/>
                  <a:ext cx="841956" cy="37330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/>
                <p:cNvCxnSpPr>
                  <a:stCxn id="51" idx="6"/>
                  <a:endCxn id="84" idx="2"/>
                </p:cNvCxnSpPr>
                <p:nvPr/>
              </p:nvCxnSpPr>
              <p:spPr>
                <a:xfrm>
                  <a:off x="3186240" y="3066578"/>
                  <a:ext cx="841955" cy="34112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Arrow Connector 87"/>
                <p:cNvCxnSpPr>
                  <a:stCxn id="47" idx="6"/>
                  <a:endCxn id="84" idx="2"/>
                </p:cNvCxnSpPr>
                <p:nvPr/>
              </p:nvCxnSpPr>
              <p:spPr>
                <a:xfrm>
                  <a:off x="3186241" y="2707856"/>
                  <a:ext cx="841954" cy="69984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/>
                <p:cNvCxnSpPr>
                  <a:stCxn id="42" idx="6"/>
                  <a:endCxn id="84" idx="2"/>
                </p:cNvCxnSpPr>
                <p:nvPr/>
              </p:nvCxnSpPr>
              <p:spPr>
                <a:xfrm>
                  <a:off x="3186242" y="2334552"/>
                  <a:ext cx="841953" cy="107314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0" name="Oval 89"/>
                <p:cNvSpPr/>
                <p:nvPr/>
              </p:nvSpPr>
              <p:spPr>
                <a:xfrm>
                  <a:off x="4028194" y="3647150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1" name="Straight Arrow Connector 90"/>
                <p:cNvCxnSpPr>
                  <a:endCxn id="90" idx="2"/>
                </p:cNvCxnSpPr>
                <p:nvPr/>
              </p:nvCxnSpPr>
              <p:spPr>
                <a:xfrm flipV="1">
                  <a:off x="3186239" y="3790951"/>
                  <a:ext cx="841955" cy="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Arrow Connector 91"/>
                <p:cNvCxnSpPr>
                  <a:stCxn id="55" idx="6"/>
                  <a:endCxn id="90" idx="2"/>
                </p:cNvCxnSpPr>
                <p:nvPr/>
              </p:nvCxnSpPr>
              <p:spPr>
                <a:xfrm>
                  <a:off x="3186239" y="3417514"/>
                  <a:ext cx="841955" cy="37343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Arrow Connector 92"/>
                <p:cNvCxnSpPr>
                  <a:stCxn id="51" idx="6"/>
                  <a:endCxn id="90" idx="2"/>
                </p:cNvCxnSpPr>
                <p:nvPr/>
              </p:nvCxnSpPr>
              <p:spPr>
                <a:xfrm>
                  <a:off x="3186240" y="3066578"/>
                  <a:ext cx="841954" cy="72437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Arrow Connector 93"/>
                <p:cNvCxnSpPr>
                  <a:stCxn id="47" idx="6"/>
                  <a:endCxn id="90" idx="2"/>
                </p:cNvCxnSpPr>
                <p:nvPr/>
              </p:nvCxnSpPr>
              <p:spPr>
                <a:xfrm>
                  <a:off x="3186241" y="2707856"/>
                  <a:ext cx="841953" cy="108309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Arrow Connector 94"/>
                <p:cNvCxnSpPr>
                  <a:stCxn id="42" idx="6"/>
                  <a:endCxn id="90" idx="2"/>
                </p:cNvCxnSpPr>
                <p:nvPr/>
              </p:nvCxnSpPr>
              <p:spPr>
                <a:xfrm>
                  <a:off x="3186242" y="2334552"/>
                  <a:ext cx="841952" cy="145639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Arrow Connector 95"/>
                <p:cNvCxnSpPr>
                  <a:stCxn id="63" idx="6"/>
                  <a:endCxn id="43" idx="2"/>
                </p:cNvCxnSpPr>
                <p:nvPr/>
              </p:nvCxnSpPr>
              <p:spPr>
                <a:xfrm>
                  <a:off x="4314660" y="2334551"/>
                  <a:ext cx="787794" cy="17901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Arrow Connector 96"/>
                <p:cNvCxnSpPr>
                  <a:stCxn id="69" idx="6"/>
                  <a:endCxn id="43" idx="2"/>
                </p:cNvCxnSpPr>
                <p:nvPr/>
              </p:nvCxnSpPr>
              <p:spPr>
                <a:xfrm flipV="1">
                  <a:off x="4314659" y="2513568"/>
                  <a:ext cx="787795" cy="19876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Arrow Connector 97"/>
                <p:cNvCxnSpPr>
                  <a:stCxn id="75" idx="6"/>
                  <a:endCxn id="43" idx="2"/>
                </p:cNvCxnSpPr>
                <p:nvPr/>
              </p:nvCxnSpPr>
              <p:spPr>
                <a:xfrm flipV="1">
                  <a:off x="4316507" y="2513568"/>
                  <a:ext cx="785947" cy="5459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/>
                <p:cNvCxnSpPr>
                  <a:stCxn id="84" idx="6"/>
                  <a:endCxn id="43" idx="2"/>
                </p:cNvCxnSpPr>
                <p:nvPr/>
              </p:nvCxnSpPr>
              <p:spPr>
                <a:xfrm flipV="1">
                  <a:off x="4314658" y="2513568"/>
                  <a:ext cx="787796" cy="89413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/>
                <p:cNvCxnSpPr>
                  <a:stCxn id="90" idx="6"/>
                  <a:endCxn id="43" idx="2"/>
                </p:cNvCxnSpPr>
                <p:nvPr/>
              </p:nvCxnSpPr>
              <p:spPr>
                <a:xfrm flipV="1">
                  <a:off x="4314657" y="2513568"/>
                  <a:ext cx="787797" cy="127738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Oval 100"/>
                <p:cNvSpPr/>
                <p:nvPr/>
              </p:nvSpPr>
              <p:spPr>
                <a:xfrm>
                  <a:off x="5102453" y="2745652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2" name="Straight Arrow Connector 101"/>
                <p:cNvCxnSpPr>
                  <a:endCxn id="101" idx="2"/>
                </p:cNvCxnSpPr>
                <p:nvPr/>
              </p:nvCxnSpPr>
              <p:spPr>
                <a:xfrm>
                  <a:off x="4314659" y="2710436"/>
                  <a:ext cx="787794" cy="17901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Arrow Connector 102"/>
                <p:cNvCxnSpPr>
                  <a:endCxn id="101" idx="2"/>
                </p:cNvCxnSpPr>
                <p:nvPr/>
              </p:nvCxnSpPr>
              <p:spPr>
                <a:xfrm flipV="1">
                  <a:off x="4314658" y="2889453"/>
                  <a:ext cx="787795" cy="19876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Arrow Connector 103"/>
                <p:cNvCxnSpPr>
                  <a:endCxn id="101" idx="2"/>
                </p:cNvCxnSpPr>
                <p:nvPr/>
              </p:nvCxnSpPr>
              <p:spPr>
                <a:xfrm flipV="1">
                  <a:off x="4316506" y="2889453"/>
                  <a:ext cx="785947" cy="5459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Arrow Connector 104"/>
                <p:cNvCxnSpPr>
                  <a:endCxn id="101" idx="2"/>
                </p:cNvCxnSpPr>
                <p:nvPr/>
              </p:nvCxnSpPr>
              <p:spPr>
                <a:xfrm flipV="1">
                  <a:off x="4314657" y="2889453"/>
                  <a:ext cx="787796" cy="89413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Arrow Connector 105"/>
                <p:cNvCxnSpPr>
                  <a:stCxn id="63" idx="6"/>
                  <a:endCxn id="101" idx="2"/>
                </p:cNvCxnSpPr>
                <p:nvPr/>
              </p:nvCxnSpPr>
              <p:spPr>
                <a:xfrm>
                  <a:off x="4314660" y="2334551"/>
                  <a:ext cx="787793" cy="554902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7" name="Oval 106"/>
                <p:cNvSpPr/>
                <p:nvPr/>
              </p:nvSpPr>
              <p:spPr>
                <a:xfrm>
                  <a:off x="5102452" y="3088214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8" name="Straight Arrow Connector 107"/>
                <p:cNvCxnSpPr>
                  <a:endCxn id="107" idx="2"/>
                </p:cNvCxnSpPr>
                <p:nvPr/>
              </p:nvCxnSpPr>
              <p:spPr>
                <a:xfrm>
                  <a:off x="4314658" y="3052998"/>
                  <a:ext cx="787794" cy="17901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Arrow Connector 108"/>
                <p:cNvCxnSpPr>
                  <a:endCxn id="107" idx="2"/>
                </p:cNvCxnSpPr>
                <p:nvPr/>
              </p:nvCxnSpPr>
              <p:spPr>
                <a:xfrm flipV="1">
                  <a:off x="4314657" y="3232015"/>
                  <a:ext cx="787795" cy="19876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Arrow Connector 109"/>
                <p:cNvCxnSpPr>
                  <a:endCxn id="107" idx="2"/>
                </p:cNvCxnSpPr>
                <p:nvPr/>
              </p:nvCxnSpPr>
              <p:spPr>
                <a:xfrm flipV="1">
                  <a:off x="4316505" y="3232015"/>
                  <a:ext cx="785947" cy="5459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Arrow Connector 110"/>
                <p:cNvCxnSpPr>
                  <a:stCxn id="69" idx="6"/>
                  <a:endCxn id="107" idx="2"/>
                </p:cNvCxnSpPr>
                <p:nvPr/>
              </p:nvCxnSpPr>
              <p:spPr>
                <a:xfrm>
                  <a:off x="4314659" y="2712329"/>
                  <a:ext cx="787793" cy="519686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Arrow Connector 111"/>
                <p:cNvCxnSpPr>
                  <a:stCxn id="63" idx="6"/>
                  <a:endCxn id="107" idx="2"/>
                </p:cNvCxnSpPr>
                <p:nvPr/>
              </p:nvCxnSpPr>
              <p:spPr>
                <a:xfrm>
                  <a:off x="4314660" y="2334551"/>
                  <a:ext cx="787792" cy="897464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3" name="Oval 112"/>
                <p:cNvSpPr/>
                <p:nvPr/>
              </p:nvSpPr>
              <p:spPr>
                <a:xfrm>
                  <a:off x="5102454" y="3450552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4" name="Straight Arrow Connector 113"/>
                <p:cNvCxnSpPr>
                  <a:endCxn id="113" idx="2"/>
                </p:cNvCxnSpPr>
                <p:nvPr/>
              </p:nvCxnSpPr>
              <p:spPr>
                <a:xfrm>
                  <a:off x="4314660" y="3415336"/>
                  <a:ext cx="787794" cy="17901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Arrow Connector 114"/>
                <p:cNvCxnSpPr>
                  <a:endCxn id="113" idx="2"/>
                </p:cNvCxnSpPr>
                <p:nvPr/>
              </p:nvCxnSpPr>
              <p:spPr>
                <a:xfrm flipV="1">
                  <a:off x="4314659" y="3594353"/>
                  <a:ext cx="787795" cy="19876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Arrow Connector 115"/>
                <p:cNvCxnSpPr>
                  <a:stCxn id="75" idx="6"/>
                  <a:endCxn id="113" idx="2"/>
                </p:cNvCxnSpPr>
                <p:nvPr/>
              </p:nvCxnSpPr>
              <p:spPr>
                <a:xfrm>
                  <a:off x="4316507" y="3059487"/>
                  <a:ext cx="785947" cy="534866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Arrow Connector 116"/>
                <p:cNvCxnSpPr>
                  <a:stCxn id="69" idx="6"/>
                  <a:endCxn id="113" idx="2"/>
                </p:cNvCxnSpPr>
                <p:nvPr/>
              </p:nvCxnSpPr>
              <p:spPr>
                <a:xfrm>
                  <a:off x="4314659" y="2712329"/>
                  <a:ext cx="787795" cy="882024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Arrow Connector 117"/>
                <p:cNvCxnSpPr>
                  <a:stCxn id="63" idx="6"/>
                  <a:endCxn id="113" idx="2"/>
                </p:cNvCxnSpPr>
                <p:nvPr/>
              </p:nvCxnSpPr>
              <p:spPr>
                <a:xfrm>
                  <a:off x="4314660" y="2334551"/>
                  <a:ext cx="787794" cy="1259802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TextBox 34"/>
              <p:cNvSpPr txBox="1"/>
              <p:nvPr/>
            </p:nvSpPr>
            <p:spPr>
              <a:xfrm>
                <a:off x="990599" y="2156996"/>
                <a:ext cx="7755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Layer 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787019" y="2156996"/>
                <a:ext cx="7755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Layer 2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2715597" y="2156996"/>
                <a:ext cx="7755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Layer 3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3596641" y="2156996"/>
                <a:ext cx="7755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Layer 4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/>
                <p:cNvSpPr txBox="1"/>
                <p:nvPr/>
              </p:nvSpPr>
              <p:spPr>
                <a:xfrm>
                  <a:off x="7959152" y="1106873"/>
                  <a:ext cx="484107" cy="3206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GB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(4)</m:t>
                            </m:r>
                          </m:sup>
                        </m:sSup>
                      </m:oMath>
                    </m:oMathPara>
                  </a14:m>
                  <a:endParaRPr lang="it-IT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TextBox 1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9152" y="1106873"/>
                  <a:ext cx="484107" cy="320601"/>
                </a:xfrm>
                <a:prstGeom prst="rect">
                  <a:avLst/>
                </a:prstGeom>
                <a:blipFill>
                  <a:blip r:embed="rId6"/>
                  <a:stretch>
                    <a:fillRect l="-12500" t="-7547" r="-10000" b="-5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Curved Down Arrow 4"/>
            <p:cNvSpPr/>
            <p:nvPr/>
          </p:nvSpPr>
          <p:spPr>
            <a:xfrm rot="10800000" flipV="1">
              <a:off x="7488218" y="1173454"/>
              <a:ext cx="470933" cy="155308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/>
                <p:cNvSpPr txBox="1"/>
                <p:nvPr/>
              </p:nvSpPr>
              <p:spPr>
                <a:xfrm>
                  <a:off x="7067002" y="1101432"/>
                  <a:ext cx="484107" cy="3206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GB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p>
                      </m:oMath>
                    </m:oMathPara>
                  </a14:m>
                  <a:endParaRPr lang="it-IT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TextBox 1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002" y="1101432"/>
                  <a:ext cx="484107" cy="320601"/>
                </a:xfrm>
                <a:prstGeom prst="rect">
                  <a:avLst/>
                </a:prstGeom>
                <a:blipFill>
                  <a:blip r:embed="rId7"/>
                  <a:stretch>
                    <a:fillRect l="-12658" t="-5660" r="-11392" b="-5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/>
                <p:cNvSpPr txBox="1"/>
                <p:nvPr/>
              </p:nvSpPr>
              <p:spPr>
                <a:xfrm>
                  <a:off x="6174853" y="1095332"/>
                  <a:ext cx="484107" cy="3206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GB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p>
                      </m:oMath>
                    </m:oMathPara>
                  </a14:m>
                  <a:endParaRPr lang="it-IT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TextBox 1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4853" y="1095332"/>
                  <a:ext cx="484107" cy="320601"/>
                </a:xfrm>
                <a:prstGeom prst="rect">
                  <a:avLst/>
                </a:prstGeom>
                <a:blipFill>
                  <a:blip r:embed="rId8"/>
                  <a:stretch>
                    <a:fillRect l="-12500" t="-5660" r="-10000" b="-5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5" name="Curved Down Arrow 124"/>
            <p:cNvSpPr/>
            <p:nvPr/>
          </p:nvSpPr>
          <p:spPr>
            <a:xfrm rot="10800000" flipV="1">
              <a:off x="6626785" y="1133088"/>
              <a:ext cx="470933" cy="155308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86000" y="4122916"/>
                <a:ext cx="4360361" cy="9273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it-IT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GB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bSup>
                        </m:den>
                      </m:f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GB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sup>
                      </m:sSubSup>
                      <m:r>
                        <m:rPr>
                          <m:nor/>
                        </m:rPr>
                        <a:rPr lang="en-GB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(</m:t>
                      </m:r>
                      <m:r>
                        <m:rPr>
                          <m:nor/>
                        </m:rPr>
                        <a:rPr lang="en-GB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if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it-IT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122916"/>
                <a:ext cx="4360361" cy="9273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73FB52-5D29-42B2-92AC-FB2B203E995C}"/>
                  </a:ext>
                </a:extLst>
              </p:cNvPr>
              <p:cNvSpPr txBox="1"/>
              <p:nvPr/>
            </p:nvSpPr>
            <p:spPr>
              <a:xfrm>
                <a:off x="4960291" y="806431"/>
                <a:ext cx="537070" cy="4701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73FB52-5D29-42B2-92AC-FB2B203E9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291" y="806431"/>
                <a:ext cx="537070" cy="4701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D91C6D-99B1-4EE8-9E63-F3939B5451B0}"/>
                  </a:ext>
                </a:extLst>
              </p:cNvPr>
              <p:cNvSpPr txBox="1"/>
              <p:nvPr/>
            </p:nvSpPr>
            <p:spPr>
              <a:xfrm>
                <a:off x="350148" y="1928337"/>
                <a:ext cx="2114938" cy="4701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D91C6D-99B1-4EE8-9E63-F3939B545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48" y="1928337"/>
                <a:ext cx="2114938" cy="4701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737393-117D-4556-B7EA-B136371A6577}"/>
                  </a:ext>
                </a:extLst>
              </p:cNvPr>
              <p:cNvSpPr txBox="1"/>
              <p:nvPr/>
            </p:nvSpPr>
            <p:spPr>
              <a:xfrm>
                <a:off x="404335" y="3070722"/>
                <a:ext cx="4448076" cy="1089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sup>
                              </m:sSubSup>
                              <m:sSubSup>
                                <m:sSub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</m:e>
                      </m:d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737393-117D-4556-B7EA-B136371A6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35" y="3070722"/>
                <a:ext cx="4448076" cy="108997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8917D5CE-5DCB-40A1-BCE4-7D94C5874739}"/>
                  </a:ext>
                </a:extLst>
              </p:cNvPr>
              <p:cNvSpPr txBox="1"/>
              <p:nvPr/>
            </p:nvSpPr>
            <p:spPr>
              <a:xfrm>
                <a:off x="387658" y="2688993"/>
                <a:ext cx="44589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each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8917D5CE-5DCB-40A1-BCE4-7D94C5874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58" y="2688993"/>
                <a:ext cx="4458946" cy="461665"/>
              </a:xfrm>
              <a:prstGeom prst="rect">
                <a:avLst/>
              </a:prstGeom>
              <a:blipFill>
                <a:blip r:embed="rId13"/>
                <a:stretch>
                  <a:fillRect l="-218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1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2" grpId="0"/>
      <p:bldP spid="19" grpId="0"/>
      <p:bldP spid="20" grpId="0"/>
      <p:bldP spid="1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7B476-33CF-42CB-B329-F3FD9F21E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Cost and activation functions in backpropagation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816357-047E-4947-95C7-45AE657319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971550"/>
                <a:ext cx="8229600" cy="3394472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Previous formulae hold when considering a logistic activation and the square loss cost function (single example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1600" b="1" dirty="0"/>
                  <a:t>square loss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l-G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l-GR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→ 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𝜕𝜑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 2</a:t>
                </a:r>
                <a:r>
                  <a:rPr lang="en-US" sz="1600" baseline="30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nd</a:t>
                </a:r>
                <a:r>
                  <a:rPr lang="en-US" sz="16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and 3</a:t>
                </a:r>
                <a:r>
                  <a:rPr lang="en-US" sz="1600" baseline="30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rd</a:t>
                </a:r>
                <a:r>
                  <a:rPr lang="en-US" sz="16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factors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𝛿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sup>
                    </m:sSup>
                  </m:oMath>
                </a14:m>
                <a:endParaRPr lang="en-US" sz="1600" dirty="0"/>
              </a:p>
              <a:p>
                <a:r>
                  <a:rPr lang="en-US" sz="2000" dirty="0"/>
                  <a:t>Using </a:t>
                </a:r>
                <a:r>
                  <a:rPr lang="en-US" sz="2000" b="1" dirty="0"/>
                  <a:t>log loss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l-G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⁡(1−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816357-047E-4947-95C7-45AE657319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971550"/>
                <a:ext cx="8229600" cy="3394472"/>
              </a:xfrm>
              <a:blipFill>
                <a:blip r:embed="rId2"/>
                <a:stretch>
                  <a:fillRect l="-667" t="-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86333901-0D12-498B-A1D9-D8B761DC3A95}"/>
              </a:ext>
            </a:extLst>
          </p:cNvPr>
          <p:cNvGrpSpPr/>
          <p:nvPr/>
        </p:nvGrpSpPr>
        <p:grpSpPr>
          <a:xfrm>
            <a:off x="462379" y="3486150"/>
            <a:ext cx="7154590" cy="667812"/>
            <a:chOff x="-1290221" y="2855787"/>
            <a:chExt cx="7154590" cy="6678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23F56B84-9CD5-42AF-9932-3A52EF5643AD}"/>
                    </a:ext>
                  </a:extLst>
                </p:cNvPr>
                <p:cNvSpPr txBox="1"/>
                <p:nvPr/>
              </p:nvSpPr>
              <p:spPr>
                <a:xfrm>
                  <a:off x="-1290221" y="2855787"/>
                  <a:ext cx="4416138" cy="66781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23F56B84-9CD5-42AF-9932-3A52EF5643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290221" y="2855787"/>
                  <a:ext cx="4416138" cy="66781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12DD841-E8E2-46B0-B56B-9C11156EFB0A}"/>
                    </a:ext>
                  </a:extLst>
                </p:cNvPr>
                <p:cNvSpPr txBox="1"/>
                <p:nvPr/>
              </p:nvSpPr>
              <p:spPr>
                <a:xfrm>
                  <a:off x="3299500" y="2857430"/>
                  <a:ext cx="2564869" cy="5250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⟶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den>
                        </m:f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12DD841-E8E2-46B0-B56B-9C11156EF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9500" y="2857430"/>
                  <a:ext cx="2564869" cy="52508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5C08D12-E3E9-48DE-9279-B059FEB441B6}"/>
                  </a:ext>
                </a:extLst>
              </p:cNvPr>
              <p:cNvSpPr/>
              <p:nvPr/>
            </p:nvSpPr>
            <p:spPr>
              <a:xfrm>
                <a:off x="3657600" y="2116819"/>
                <a:ext cx="877933" cy="387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5C08D12-E3E9-48DE-9279-B059FEB441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116819"/>
                <a:ext cx="877933" cy="3879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CE8174-29C5-407D-8ACF-45F801733E69}"/>
                  </a:ext>
                </a:extLst>
              </p:cNvPr>
              <p:cNvSpPr txBox="1"/>
              <p:nvPr/>
            </p:nvSpPr>
            <p:spPr>
              <a:xfrm>
                <a:off x="571500" y="4245790"/>
                <a:ext cx="8077200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We can change the activation function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any derivable function (the computation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 will change accordingly)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CE8174-29C5-407D-8ACF-45F801733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4245790"/>
                <a:ext cx="8077200" cy="669992"/>
              </a:xfrm>
              <a:prstGeom prst="rect">
                <a:avLst/>
              </a:prstGeom>
              <a:blipFill>
                <a:blip r:embed="rId6"/>
                <a:stretch>
                  <a:fillRect l="-679" t="-4545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7065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3D118-3DD3-448C-988A-E8B3C47E1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29" y="503698"/>
            <a:ext cx="2984659" cy="994172"/>
          </a:xfrm>
        </p:spPr>
        <p:txBody>
          <a:bodyPr>
            <a:normAutofit fontScale="90000"/>
          </a:bodyPr>
          <a:lstStyle/>
          <a:p>
            <a:r>
              <a:rPr lang="en-US" dirty="0"/>
              <a:t>NN Recap: backpropagation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444AA1-49F8-49B3-BFF1-BDDC10B0532D}"/>
              </a:ext>
            </a:extLst>
          </p:cNvPr>
          <p:cNvGrpSpPr/>
          <p:nvPr/>
        </p:nvGrpSpPr>
        <p:grpSpPr>
          <a:xfrm>
            <a:off x="6254443" y="150354"/>
            <a:ext cx="2291912" cy="1611719"/>
            <a:chOff x="5473984" y="1095332"/>
            <a:chExt cx="3055882" cy="214895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3A426C1-5F3B-4044-B522-1C3FF85AD026}"/>
                </a:ext>
              </a:extLst>
            </p:cNvPr>
            <p:cNvGrpSpPr/>
            <p:nvPr/>
          </p:nvGrpSpPr>
          <p:grpSpPr>
            <a:xfrm>
              <a:off x="5473984" y="1408178"/>
              <a:ext cx="3055882" cy="1836112"/>
              <a:chOff x="990599" y="738216"/>
              <a:chExt cx="3381620" cy="203183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B9D9CA9-F07F-4356-BE95-DF86582A3219}"/>
                  </a:ext>
                </a:extLst>
              </p:cNvPr>
              <p:cNvGrpSpPr/>
              <p:nvPr/>
            </p:nvGrpSpPr>
            <p:grpSpPr>
              <a:xfrm>
                <a:off x="1239873" y="738216"/>
                <a:ext cx="2862230" cy="1432793"/>
                <a:chOff x="1905000" y="2190750"/>
                <a:chExt cx="3483917" cy="1744001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B2878DD0-FCAA-4F3E-8279-56CD0840076A}"/>
                    </a:ext>
                  </a:extLst>
                </p:cNvPr>
                <p:cNvSpPr/>
                <p:nvPr/>
              </p:nvSpPr>
              <p:spPr>
                <a:xfrm>
                  <a:off x="1905000" y="3183496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5B2F1F90-F3C5-4186-B052-DFBF78881D77}"/>
                    </a:ext>
                  </a:extLst>
                </p:cNvPr>
                <p:cNvSpPr/>
                <p:nvPr/>
              </p:nvSpPr>
              <p:spPr>
                <a:xfrm>
                  <a:off x="1905000" y="2848532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3AD435C3-8C30-4215-A621-89FB1A720669}"/>
                    </a:ext>
                  </a:extLst>
                </p:cNvPr>
                <p:cNvSpPr/>
                <p:nvPr/>
              </p:nvSpPr>
              <p:spPr>
                <a:xfrm>
                  <a:off x="1905000" y="2513568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CD1A5512-448C-48B4-8DD4-9B8A6EEC913E}"/>
                    </a:ext>
                  </a:extLst>
                </p:cNvPr>
                <p:cNvSpPr/>
                <p:nvPr/>
              </p:nvSpPr>
              <p:spPr>
                <a:xfrm>
                  <a:off x="2899779" y="2190751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8FD3C2F9-CD26-4471-AC50-0065125E5444}"/>
                    </a:ext>
                  </a:extLst>
                </p:cNvPr>
                <p:cNvSpPr/>
                <p:nvPr/>
              </p:nvSpPr>
              <p:spPr>
                <a:xfrm>
                  <a:off x="5102454" y="2369767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901F5022-AB8F-4A66-B4A9-DCEAFEF7DF40}"/>
                    </a:ext>
                  </a:extLst>
                </p:cNvPr>
                <p:cNvCxnSpPr>
                  <a:stCxn id="18" idx="6"/>
                  <a:endCxn id="19" idx="2"/>
                </p:cNvCxnSpPr>
                <p:nvPr/>
              </p:nvCxnSpPr>
              <p:spPr>
                <a:xfrm flipV="1">
                  <a:off x="2191463" y="2334552"/>
                  <a:ext cx="708316" cy="32281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087117E7-95EE-4507-AA0D-C6398B22C66F}"/>
                    </a:ext>
                  </a:extLst>
                </p:cNvPr>
                <p:cNvCxnSpPr>
                  <a:stCxn id="17" idx="6"/>
                  <a:endCxn id="19" idx="2"/>
                </p:cNvCxnSpPr>
                <p:nvPr/>
              </p:nvCxnSpPr>
              <p:spPr>
                <a:xfrm flipV="1">
                  <a:off x="2191463" y="2334552"/>
                  <a:ext cx="708316" cy="65778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A1C47650-4776-4636-BAA2-FB53B72CD322}"/>
                    </a:ext>
                  </a:extLst>
                </p:cNvPr>
                <p:cNvCxnSpPr>
                  <a:stCxn id="16" idx="6"/>
                  <a:endCxn id="19" idx="2"/>
                </p:cNvCxnSpPr>
                <p:nvPr/>
              </p:nvCxnSpPr>
              <p:spPr>
                <a:xfrm flipV="1">
                  <a:off x="2191463" y="2334552"/>
                  <a:ext cx="708316" cy="99274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2494720C-FE62-4482-BC8C-1CDCBFD9DE45}"/>
                    </a:ext>
                  </a:extLst>
                </p:cNvPr>
                <p:cNvSpPr/>
                <p:nvPr/>
              </p:nvSpPr>
              <p:spPr>
                <a:xfrm>
                  <a:off x="2899778" y="2564055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AF07FB37-2D11-4447-8A1A-F627745D6A25}"/>
                    </a:ext>
                  </a:extLst>
                </p:cNvPr>
                <p:cNvCxnSpPr>
                  <a:stCxn id="18" idx="6"/>
                  <a:endCxn id="24" idx="2"/>
                </p:cNvCxnSpPr>
                <p:nvPr/>
              </p:nvCxnSpPr>
              <p:spPr>
                <a:xfrm>
                  <a:off x="2191463" y="2657369"/>
                  <a:ext cx="708315" cy="5048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071EADB8-778C-4178-9054-E4AEB42EBEB5}"/>
                    </a:ext>
                  </a:extLst>
                </p:cNvPr>
                <p:cNvCxnSpPr>
                  <a:stCxn id="17" idx="6"/>
                  <a:endCxn id="24" idx="2"/>
                </p:cNvCxnSpPr>
                <p:nvPr/>
              </p:nvCxnSpPr>
              <p:spPr>
                <a:xfrm flipV="1">
                  <a:off x="2191463" y="2707856"/>
                  <a:ext cx="708315" cy="28447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FAD26F97-5BEE-4CE1-8C40-0A16FDA6F284}"/>
                    </a:ext>
                  </a:extLst>
                </p:cNvPr>
                <p:cNvCxnSpPr>
                  <a:stCxn id="16" idx="6"/>
                  <a:endCxn id="24" idx="2"/>
                </p:cNvCxnSpPr>
                <p:nvPr/>
              </p:nvCxnSpPr>
              <p:spPr>
                <a:xfrm flipV="1">
                  <a:off x="2191463" y="2707856"/>
                  <a:ext cx="708315" cy="61944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396B1BB8-3D0B-429B-AE5A-5E510492D3D0}"/>
                    </a:ext>
                  </a:extLst>
                </p:cNvPr>
                <p:cNvSpPr/>
                <p:nvPr/>
              </p:nvSpPr>
              <p:spPr>
                <a:xfrm>
                  <a:off x="2899777" y="2922777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66906EA3-6471-44C1-A46A-0F5F7022680A}"/>
                    </a:ext>
                  </a:extLst>
                </p:cNvPr>
                <p:cNvCxnSpPr>
                  <a:stCxn id="18" idx="6"/>
                  <a:endCxn id="28" idx="2"/>
                </p:cNvCxnSpPr>
                <p:nvPr/>
              </p:nvCxnSpPr>
              <p:spPr>
                <a:xfrm>
                  <a:off x="2191463" y="2657369"/>
                  <a:ext cx="708314" cy="40920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815E5647-CC6E-4BE9-A687-9B86A52548E9}"/>
                    </a:ext>
                  </a:extLst>
                </p:cNvPr>
                <p:cNvCxnSpPr>
                  <a:stCxn id="17" idx="6"/>
                  <a:endCxn id="28" idx="2"/>
                </p:cNvCxnSpPr>
                <p:nvPr/>
              </p:nvCxnSpPr>
              <p:spPr>
                <a:xfrm>
                  <a:off x="2191463" y="2992333"/>
                  <a:ext cx="708314" cy="7424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8925386A-0476-41FD-9E88-390DD1E6420C}"/>
                    </a:ext>
                  </a:extLst>
                </p:cNvPr>
                <p:cNvCxnSpPr>
                  <a:stCxn id="16" idx="6"/>
                  <a:endCxn id="28" idx="2"/>
                </p:cNvCxnSpPr>
                <p:nvPr/>
              </p:nvCxnSpPr>
              <p:spPr>
                <a:xfrm flipV="1">
                  <a:off x="2191463" y="3066578"/>
                  <a:ext cx="708314" cy="2607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2943B939-DAD3-4C54-B2FD-7886D29DCCAA}"/>
                    </a:ext>
                  </a:extLst>
                </p:cNvPr>
                <p:cNvSpPr/>
                <p:nvPr/>
              </p:nvSpPr>
              <p:spPr>
                <a:xfrm>
                  <a:off x="2899776" y="3273713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4E544FF2-1FD0-402F-8C77-5672141BFAD9}"/>
                    </a:ext>
                  </a:extLst>
                </p:cNvPr>
                <p:cNvCxnSpPr>
                  <a:stCxn id="18" idx="6"/>
                  <a:endCxn id="32" idx="2"/>
                </p:cNvCxnSpPr>
                <p:nvPr/>
              </p:nvCxnSpPr>
              <p:spPr>
                <a:xfrm>
                  <a:off x="2191463" y="2657369"/>
                  <a:ext cx="708313" cy="76014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F20CF1B0-75B6-4896-A025-2774643D6D9F}"/>
                    </a:ext>
                  </a:extLst>
                </p:cNvPr>
                <p:cNvCxnSpPr>
                  <a:stCxn id="17" idx="6"/>
                  <a:endCxn id="32" idx="2"/>
                </p:cNvCxnSpPr>
                <p:nvPr/>
              </p:nvCxnSpPr>
              <p:spPr>
                <a:xfrm>
                  <a:off x="2191463" y="2992333"/>
                  <a:ext cx="708313" cy="42518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2C8B9504-D53A-4C56-8B21-DE7CF25F68A0}"/>
                    </a:ext>
                  </a:extLst>
                </p:cNvPr>
                <p:cNvCxnSpPr>
                  <a:stCxn id="16" idx="6"/>
                  <a:endCxn id="32" idx="2"/>
                </p:cNvCxnSpPr>
                <p:nvPr/>
              </p:nvCxnSpPr>
              <p:spPr>
                <a:xfrm>
                  <a:off x="2191463" y="3327297"/>
                  <a:ext cx="708313" cy="9021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956E81D-F91E-4E73-A2F1-181746D64DAD}"/>
                    </a:ext>
                  </a:extLst>
                </p:cNvPr>
                <p:cNvSpPr/>
                <p:nvPr/>
              </p:nvSpPr>
              <p:spPr>
                <a:xfrm>
                  <a:off x="2899779" y="3638550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58BA1855-2974-45DF-97FB-F518C34AF3B2}"/>
                    </a:ext>
                  </a:extLst>
                </p:cNvPr>
                <p:cNvCxnSpPr>
                  <a:stCxn id="18" idx="6"/>
                  <a:endCxn id="36" idx="2"/>
                </p:cNvCxnSpPr>
                <p:nvPr/>
              </p:nvCxnSpPr>
              <p:spPr>
                <a:xfrm>
                  <a:off x="2191463" y="2657369"/>
                  <a:ext cx="708316" cy="1124982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067DCD96-8863-4062-98F1-7527B0CA6BD9}"/>
                    </a:ext>
                  </a:extLst>
                </p:cNvPr>
                <p:cNvCxnSpPr>
                  <a:stCxn id="17" idx="6"/>
                  <a:endCxn id="36" idx="2"/>
                </p:cNvCxnSpPr>
                <p:nvPr/>
              </p:nvCxnSpPr>
              <p:spPr>
                <a:xfrm>
                  <a:off x="2191463" y="2992333"/>
                  <a:ext cx="708316" cy="79001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F2F46FD4-0888-46F7-91BF-2DE20AD60629}"/>
                    </a:ext>
                  </a:extLst>
                </p:cNvPr>
                <p:cNvCxnSpPr>
                  <a:stCxn id="16" idx="6"/>
                  <a:endCxn id="36" idx="2"/>
                </p:cNvCxnSpPr>
                <p:nvPr/>
              </p:nvCxnSpPr>
              <p:spPr>
                <a:xfrm>
                  <a:off x="2191463" y="3327297"/>
                  <a:ext cx="708316" cy="455054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E7EE6FE7-4C8B-463A-A104-505ABBD43B36}"/>
                    </a:ext>
                  </a:extLst>
                </p:cNvPr>
                <p:cNvSpPr/>
                <p:nvPr/>
              </p:nvSpPr>
              <p:spPr>
                <a:xfrm>
                  <a:off x="4028197" y="2190750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165C5A12-F357-4FBD-BD8C-A86CB04B6437}"/>
                    </a:ext>
                  </a:extLst>
                </p:cNvPr>
                <p:cNvCxnSpPr>
                  <a:stCxn id="19" idx="6"/>
                  <a:endCxn id="40" idx="2"/>
                </p:cNvCxnSpPr>
                <p:nvPr/>
              </p:nvCxnSpPr>
              <p:spPr>
                <a:xfrm flipV="1">
                  <a:off x="3186242" y="2334551"/>
                  <a:ext cx="841955" cy="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374D5B8A-7BF3-4CBE-BB58-26141BCB59A8}"/>
                    </a:ext>
                  </a:extLst>
                </p:cNvPr>
                <p:cNvCxnSpPr>
                  <a:stCxn id="24" idx="6"/>
                  <a:endCxn id="40" idx="2"/>
                </p:cNvCxnSpPr>
                <p:nvPr/>
              </p:nvCxnSpPr>
              <p:spPr>
                <a:xfrm flipV="1">
                  <a:off x="3186241" y="2334551"/>
                  <a:ext cx="841956" cy="37330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EE448387-2B15-4740-9F7B-869EEC48CF37}"/>
                    </a:ext>
                  </a:extLst>
                </p:cNvPr>
                <p:cNvCxnSpPr>
                  <a:stCxn id="28" idx="6"/>
                  <a:endCxn id="40" idx="2"/>
                </p:cNvCxnSpPr>
                <p:nvPr/>
              </p:nvCxnSpPr>
              <p:spPr>
                <a:xfrm flipV="1">
                  <a:off x="3186240" y="2334551"/>
                  <a:ext cx="841957" cy="73202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9E73E252-A917-4B93-B7D6-9090A0DA489F}"/>
                    </a:ext>
                  </a:extLst>
                </p:cNvPr>
                <p:cNvCxnSpPr>
                  <a:stCxn id="32" idx="6"/>
                  <a:endCxn id="40" idx="2"/>
                </p:cNvCxnSpPr>
                <p:nvPr/>
              </p:nvCxnSpPr>
              <p:spPr>
                <a:xfrm flipV="1">
                  <a:off x="3186239" y="2334551"/>
                  <a:ext cx="841958" cy="108296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AF1252A-0328-44DC-91C7-0C6A80F60575}"/>
                    </a:ext>
                  </a:extLst>
                </p:cNvPr>
                <p:cNvCxnSpPr>
                  <a:stCxn id="36" idx="6"/>
                  <a:endCxn id="40" idx="2"/>
                </p:cNvCxnSpPr>
                <p:nvPr/>
              </p:nvCxnSpPr>
              <p:spPr>
                <a:xfrm flipV="1">
                  <a:off x="3186242" y="2334551"/>
                  <a:ext cx="841955" cy="1447800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8BC87CF1-3862-47D4-BACE-7D9B6F3D0C05}"/>
                    </a:ext>
                  </a:extLst>
                </p:cNvPr>
                <p:cNvSpPr/>
                <p:nvPr/>
              </p:nvSpPr>
              <p:spPr>
                <a:xfrm>
                  <a:off x="4028196" y="2568528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5F5D0F32-3A38-4B96-8B3C-0B6607D199B8}"/>
                    </a:ext>
                  </a:extLst>
                </p:cNvPr>
                <p:cNvCxnSpPr>
                  <a:endCxn id="46" idx="2"/>
                </p:cNvCxnSpPr>
                <p:nvPr/>
              </p:nvCxnSpPr>
              <p:spPr>
                <a:xfrm flipV="1">
                  <a:off x="3186241" y="2712329"/>
                  <a:ext cx="841955" cy="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6FBA43E8-BEF1-4119-860F-D05D83EC562D}"/>
                    </a:ext>
                  </a:extLst>
                </p:cNvPr>
                <p:cNvCxnSpPr>
                  <a:stCxn id="28" idx="6"/>
                  <a:endCxn id="46" idx="2"/>
                </p:cNvCxnSpPr>
                <p:nvPr/>
              </p:nvCxnSpPr>
              <p:spPr>
                <a:xfrm flipV="1">
                  <a:off x="3186240" y="2712329"/>
                  <a:ext cx="841956" cy="35424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C7DDA0C9-D824-467A-B8DF-9EBE00BB60E6}"/>
                    </a:ext>
                  </a:extLst>
                </p:cNvPr>
                <p:cNvCxnSpPr>
                  <a:endCxn id="46" idx="2"/>
                </p:cNvCxnSpPr>
                <p:nvPr/>
              </p:nvCxnSpPr>
              <p:spPr>
                <a:xfrm flipV="1">
                  <a:off x="3186239" y="2712329"/>
                  <a:ext cx="841957" cy="73202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66767092-F94C-45C4-9902-2144CD630595}"/>
                    </a:ext>
                  </a:extLst>
                </p:cNvPr>
                <p:cNvCxnSpPr>
                  <a:endCxn id="46" idx="2"/>
                </p:cNvCxnSpPr>
                <p:nvPr/>
              </p:nvCxnSpPr>
              <p:spPr>
                <a:xfrm flipV="1">
                  <a:off x="3186238" y="2712329"/>
                  <a:ext cx="841958" cy="108296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E8F75487-A1F4-422C-BFF7-6585E4087F79}"/>
                    </a:ext>
                  </a:extLst>
                </p:cNvPr>
                <p:cNvCxnSpPr>
                  <a:stCxn id="19" idx="6"/>
                  <a:endCxn id="46" idx="2"/>
                </p:cNvCxnSpPr>
                <p:nvPr/>
              </p:nvCxnSpPr>
              <p:spPr>
                <a:xfrm>
                  <a:off x="3186242" y="2334552"/>
                  <a:ext cx="841954" cy="37777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411E63B2-A95F-445E-9F96-8EB2F7E37F15}"/>
                    </a:ext>
                  </a:extLst>
                </p:cNvPr>
                <p:cNvSpPr/>
                <p:nvPr/>
              </p:nvSpPr>
              <p:spPr>
                <a:xfrm>
                  <a:off x="4030044" y="2915686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07EE0BC6-8B89-47CE-9969-B73F5A438712}"/>
                    </a:ext>
                  </a:extLst>
                </p:cNvPr>
                <p:cNvCxnSpPr>
                  <a:endCxn id="52" idx="2"/>
                </p:cNvCxnSpPr>
                <p:nvPr/>
              </p:nvCxnSpPr>
              <p:spPr>
                <a:xfrm flipV="1">
                  <a:off x="3188089" y="3059487"/>
                  <a:ext cx="841955" cy="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FD58620A-A8DD-4DE9-9B89-F878052D2DD1}"/>
                    </a:ext>
                  </a:extLst>
                </p:cNvPr>
                <p:cNvCxnSpPr>
                  <a:endCxn id="52" idx="2"/>
                </p:cNvCxnSpPr>
                <p:nvPr/>
              </p:nvCxnSpPr>
              <p:spPr>
                <a:xfrm flipV="1">
                  <a:off x="3188088" y="3059487"/>
                  <a:ext cx="841956" cy="37330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F152133D-3CB9-4695-ADEB-C58CC4EE10C9}"/>
                    </a:ext>
                  </a:extLst>
                </p:cNvPr>
                <p:cNvCxnSpPr>
                  <a:endCxn id="52" idx="2"/>
                </p:cNvCxnSpPr>
                <p:nvPr/>
              </p:nvCxnSpPr>
              <p:spPr>
                <a:xfrm flipV="1">
                  <a:off x="3188087" y="3059487"/>
                  <a:ext cx="841957" cy="73202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0984B8A3-6CC4-4419-ADF5-73B71E467CA0}"/>
                    </a:ext>
                  </a:extLst>
                </p:cNvPr>
                <p:cNvCxnSpPr>
                  <a:stCxn id="24" idx="6"/>
                  <a:endCxn id="52" idx="2"/>
                </p:cNvCxnSpPr>
                <p:nvPr/>
              </p:nvCxnSpPr>
              <p:spPr>
                <a:xfrm>
                  <a:off x="3186241" y="2707856"/>
                  <a:ext cx="843803" cy="35163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948A68B8-13A5-431D-AE3C-6880C1495838}"/>
                    </a:ext>
                  </a:extLst>
                </p:cNvPr>
                <p:cNvCxnSpPr>
                  <a:stCxn id="19" idx="6"/>
                  <a:endCxn id="52" idx="2"/>
                </p:cNvCxnSpPr>
                <p:nvPr/>
              </p:nvCxnSpPr>
              <p:spPr>
                <a:xfrm>
                  <a:off x="3186242" y="2334552"/>
                  <a:ext cx="843802" cy="72493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3B2A2BA8-E9B6-4289-B7C0-11595DE5A2EC}"/>
                    </a:ext>
                  </a:extLst>
                </p:cNvPr>
                <p:cNvSpPr/>
                <p:nvPr/>
              </p:nvSpPr>
              <p:spPr>
                <a:xfrm>
                  <a:off x="4028195" y="3263900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DDA9BAA8-DB33-4DCE-B0DF-9C300053352E}"/>
                    </a:ext>
                  </a:extLst>
                </p:cNvPr>
                <p:cNvCxnSpPr>
                  <a:stCxn id="32" idx="6"/>
                  <a:endCxn id="58" idx="2"/>
                </p:cNvCxnSpPr>
                <p:nvPr/>
              </p:nvCxnSpPr>
              <p:spPr>
                <a:xfrm flipV="1">
                  <a:off x="3186239" y="3407701"/>
                  <a:ext cx="841956" cy="981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4DA34009-A1B3-4E6E-98B8-930CB8FF5021}"/>
                    </a:ext>
                  </a:extLst>
                </p:cNvPr>
                <p:cNvCxnSpPr>
                  <a:endCxn id="58" idx="2"/>
                </p:cNvCxnSpPr>
                <p:nvPr/>
              </p:nvCxnSpPr>
              <p:spPr>
                <a:xfrm flipV="1">
                  <a:off x="3186239" y="3407701"/>
                  <a:ext cx="841956" cy="37330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32720B78-534F-4E24-A476-B3BCBDD9277C}"/>
                    </a:ext>
                  </a:extLst>
                </p:cNvPr>
                <p:cNvCxnSpPr>
                  <a:stCxn id="28" idx="6"/>
                  <a:endCxn id="58" idx="2"/>
                </p:cNvCxnSpPr>
                <p:nvPr/>
              </p:nvCxnSpPr>
              <p:spPr>
                <a:xfrm>
                  <a:off x="3186240" y="3066578"/>
                  <a:ext cx="841955" cy="34112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>
                  <a:extLst>
                    <a:ext uri="{FF2B5EF4-FFF2-40B4-BE49-F238E27FC236}">
                      <a16:creationId xmlns:a16="http://schemas.microsoft.com/office/drawing/2014/main" id="{7C44B76E-B83F-4D66-B4AC-2AA948CC18A1}"/>
                    </a:ext>
                  </a:extLst>
                </p:cNvPr>
                <p:cNvCxnSpPr>
                  <a:stCxn id="24" idx="6"/>
                  <a:endCxn id="58" idx="2"/>
                </p:cNvCxnSpPr>
                <p:nvPr/>
              </p:nvCxnSpPr>
              <p:spPr>
                <a:xfrm>
                  <a:off x="3186241" y="2707856"/>
                  <a:ext cx="841954" cy="69984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>
                  <a:extLst>
                    <a:ext uri="{FF2B5EF4-FFF2-40B4-BE49-F238E27FC236}">
                      <a16:creationId xmlns:a16="http://schemas.microsoft.com/office/drawing/2014/main" id="{659A5840-82E4-486F-B336-760C3B1D7212}"/>
                    </a:ext>
                  </a:extLst>
                </p:cNvPr>
                <p:cNvCxnSpPr>
                  <a:stCxn id="19" idx="6"/>
                  <a:endCxn id="58" idx="2"/>
                </p:cNvCxnSpPr>
                <p:nvPr/>
              </p:nvCxnSpPr>
              <p:spPr>
                <a:xfrm>
                  <a:off x="3186242" y="2334552"/>
                  <a:ext cx="841953" cy="107314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9FD63E55-B06E-49F6-9B4F-B05C30182B15}"/>
                    </a:ext>
                  </a:extLst>
                </p:cNvPr>
                <p:cNvSpPr/>
                <p:nvPr/>
              </p:nvSpPr>
              <p:spPr>
                <a:xfrm>
                  <a:off x="4028194" y="3647150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9FBD988D-C0D4-4733-9125-7BAD005BD8C7}"/>
                    </a:ext>
                  </a:extLst>
                </p:cNvPr>
                <p:cNvCxnSpPr>
                  <a:endCxn id="64" idx="2"/>
                </p:cNvCxnSpPr>
                <p:nvPr/>
              </p:nvCxnSpPr>
              <p:spPr>
                <a:xfrm flipV="1">
                  <a:off x="3186239" y="3790951"/>
                  <a:ext cx="841955" cy="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632B7176-EA10-4E10-9504-44964EFB8AA8}"/>
                    </a:ext>
                  </a:extLst>
                </p:cNvPr>
                <p:cNvCxnSpPr>
                  <a:stCxn id="32" idx="6"/>
                  <a:endCxn id="64" idx="2"/>
                </p:cNvCxnSpPr>
                <p:nvPr/>
              </p:nvCxnSpPr>
              <p:spPr>
                <a:xfrm>
                  <a:off x="3186239" y="3417514"/>
                  <a:ext cx="841955" cy="37343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3525C454-E87C-445A-949D-AF51A564A92B}"/>
                    </a:ext>
                  </a:extLst>
                </p:cNvPr>
                <p:cNvCxnSpPr>
                  <a:stCxn id="28" idx="6"/>
                  <a:endCxn id="64" idx="2"/>
                </p:cNvCxnSpPr>
                <p:nvPr/>
              </p:nvCxnSpPr>
              <p:spPr>
                <a:xfrm>
                  <a:off x="3186240" y="3066578"/>
                  <a:ext cx="841954" cy="72437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0A083A12-2B1B-4FB2-B75D-837BBDB4A511}"/>
                    </a:ext>
                  </a:extLst>
                </p:cNvPr>
                <p:cNvCxnSpPr>
                  <a:stCxn id="24" idx="6"/>
                  <a:endCxn id="64" idx="2"/>
                </p:cNvCxnSpPr>
                <p:nvPr/>
              </p:nvCxnSpPr>
              <p:spPr>
                <a:xfrm>
                  <a:off x="3186241" y="2707856"/>
                  <a:ext cx="841953" cy="108309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Arrow Connector 68">
                  <a:extLst>
                    <a:ext uri="{FF2B5EF4-FFF2-40B4-BE49-F238E27FC236}">
                      <a16:creationId xmlns:a16="http://schemas.microsoft.com/office/drawing/2014/main" id="{0D212DD8-9EC7-427A-BC80-E112D659E8CC}"/>
                    </a:ext>
                  </a:extLst>
                </p:cNvPr>
                <p:cNvCxnSpPr>
                  <a:stCxn id="19" idx="6"/>
                  <a:endCxn id="64" idx="2"/>
                </p:cNvCxnSpPr>
                <p:nvPr/>
              </p:nvCxnSpPr>
              <p:spPr>
                <a:xfrm>
                  <a:off x="3186242" y="2334552"/>
                  <a:ext cx="841952" cy="145639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FE38E088-6F3C-4CBA-8FCD-0B223BE83C1D}"/>
                    </a:ext>
                  </a:extLst>
                </p:cNvPr>
                <p:cNvCxnSpPr>
                  <a:stCxn id="40" idx="6"/>
                  <a:endCxn id="20" idx="2"/>
                </p:cNvCxnSpPr>
                <p:nvPr/>
              </p:nvCxnSpPr>
              <p:spPr>
                <a:xfrm>
                  <a:off x="4314660" y="2334551"/>
                  <a:ext cx="787794" cy="17901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Arrow Connector 70">
                  <a:extLst>
                    <a:ext uri="{FF2B5EF4-FFF2-40B4-BE49-F238E27FC236}">
                      <a16:creationId xmlns:a16="http://schemas.microsoft.com/office/drawing/2014/main" id="{2E78642C-F93C-4169-8B0B-3C656948D2AA}"/>
                    </a:ext>
                  </a:extLst>
                </p:cNvPr>
                <p:cNvCxnSpPr>
                  <a:stCxn id="46" idx="6"/>
                  <a:endCxn id="20" idx="2"/>
                </p:cNvCxnSpPr>
                <p:nvPr/>
              </p:nvCxnSpPr>
              <p:spPr>
                <a:xfrm flipV="1">
                  <a:off x="4314659" y="2513568"/>
                  <a:ext cx="787795" cy="19876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1ABB171F-193F-446F-9216-55FBBE960A80}"/>
                    </a:ext>
                  </a:extLst>
                </p:cNvPr>
                <p:cNvCxnSpPr>
                  <a:stCxn id="52" idx="6"/>
                  <a:endCxn id="20" idx="2"/>
                </p:cNvCxnSpPr>
                <p:nvPr/>
              </p:nvCxnSpPr>
              <p:spPr>
                <a:xfrm flipV="1">
                  <a:off x="4316507" y="2513568"/>
                  <a:ext cx="785947" cy="5459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61C208B8-510F-4C3D-BA61-F0EDB161910A}"/>
                    </a:ext>
                  </a:extLst>
                </p:cNvPr>
                <p:cNvCxnSpPr>
                  <a:stCxn id="58" idx="6"/>
                  <a:endCxn id="20" idx="2"/>
                </p:cNvCxnSpPr>
                <p:nvPr/>
              </p:nvCxnSpPr>
              <p:spPr>
                <a:xfrm flipV="1">
                  <a:off x="4314658" y="2513568"/>
                  <a:ext cx="787796" cy="89413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Arrow Connector 73">
                  <a:extLst>
                    <a:ext uri="{FF2B5EF4-FFF2-40B4-BE49-F238E27FC236}">
                      <a16:creationId xmlns:a16="http://schemas.microsoft.com/office/drawing/2014/main" id="{4E355CA7-0194-4EDD-8A40-4EAFDABFDEBE}"/>
                    </a:ext>
                  </a:extLst>
                </p:cNvPr>
                <p:cNvCxnSpPr>
                  <a:stCxn id="64" idx="6"/>
                  <a:endCxn id="20" idx="2"/>
                </p:cNvCxnSpPr>
                <p:nvPr/>
              </p:nvCxnSpPr>
              <p:spPr>
                <a:xfrm flipV="1">
                  <a:off x="4314657" y="2513568"/>
                  <a:ext cx="787797" cy="127738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0476E787-73EE-48E8-B383-5314E7483AD3}"/>
                    </a:ext>
                  </a:extLst>
                </p:cNvPr>
                <p:cNvSpPr/>
                <p:nvPr/>
              </p:nvSpPr>
              <p:spPr>
                <a:xfrm>
                  <a:off x="5102453" y="2745652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41F4372F-2786-4151-8EAC-9690F5A1B691}"/>
                    </a:ext>
                  </a:extLst>
                </p:cNvPr>
                <p:cNvCxnSpPr>
                  <a:endCxn id="75" idx="2"/>
                </p:cNvCxnSpPr>
                <p:nvPr/>
              </p:nvCxnSpPr>
              <p:spPr>
                <a:xfrm>
                  <a:off x="4314659" y="2710436"/>
                  <a:ext cx="787794" cy="17901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905F7C9C-7CB0-43B8-AA3A-A086258DD54C}"/>
                    </a:ext>
                  </a:extLst>
                </p:cNvPr>
                <p:cNvCxnSpPr>
                  <a:endCxn id="75" idx="2"/>
                </p:cNvCxnSpPr>
                <p:nvPr/>
              </p:nvCxnSpPr>
              <p:spPr>
                <a:xfrm flipV="1">
                  <a:off x="4314658" y="2889453"/>
                  <a:ext cx="787795" cy="19876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Arrow Connector 77">
                  <a:extLst>
                    <a:ext uri="{FF2B5EF4-FFF2-40B4-BE49-F238E27FC236}">
                      <a16:creationId xmlns:a16="http://schemas.microsoft.com/office/drawing/2014/main" id="{B54EB729-6A56-4F12-A001-8ECAC859E7B1}"/>
                    </a:ext>
                  </a:extLst>
                </p:cNvPr>
                <p:cNvCxnSpPr>
                  <a:endCxn id="75" idx="2"/>
                </p:cNvCxnSpPr>
                <p:nvPr/>
              </p:nvCxnSpPr>
              <p:spPr>
                <a:xfrm flipV="1">
                  <a:off x="4316506" y="2889453"/>
                  <a:ext cx="785947" cy="5459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Arrow Connector 78">
                  <a:extLst>
                    <a:ext uri="{FF2B5EF4-FFF2-40B4-BE49-F238E27FC236}">
                      <a16:creationId xmlns:a16="http://schemas.microsoft.com/office/drawing/2014/main" id="{D10AA24D-394E-432A-9136-5B5413A4D75C}"/>
                    </a:ext>
                  </a:extLst>
                </p:cNvPr>
                <p:cNvCxnSpPr>
                  <a:endCxn id="75" idx="2"/>
                </p:cNvCxnSpPr>
                <p:nvPr/>
              </p:nvCxnSpPr>
              <p:spPr>
                <a:xfrm flipV="1">
                  <a:off x="4314657" y="2889453"/>
                  <a:ext cx="787796" cy="89413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10914349-5E15-4AB6-B90F-234FD4C93D94}"/>
                    </a:ext>
                  </a:extLst>
                </p:cNvPr>
                <p:cNvCxnSpPr>
                  <a:stCxn id="40" idx="6"/>
                  <a:endCxn id="75" idx="2"/>
                </p:cNvCxnSpPr>
                <p:nvPr/>
              </p:nvCxnSpPr>
              <p:spPr>
                <a:xfrm>
                  <a:off x="4314660" y="2334551"/>
                  <a:ext cx="787793" cy="554902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42160A71-527D-4720-8062-6BEE7FB3A9E0}"/>
                    </a:ext>
                  </a:extLst>
                </p:cNvPr>
                <p:cNvSpPr/>
                <p:nvPr/>
              </p:nvSpPr>
              <p:spPr>
                <a:xfrm>
                  <a:off x="5102452" y="3088214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C61526FC-9A8E-4D3F-925B-7001B92594F1}"/>
                    </a:ext>
                  </a:extLst>
                </p:cNvPr>
                <p:cNvCxnSpPr>
                  <a:endCxn id="81" idx="2"/>
                </p:cNvCxnSpPr>
                <p:nvPr/>
              </p:nvCxnSpPr>
              <p:spPr>
                <a:xfrm>
                  <a:off x="4314658" y="3052998"/>
                  <a:ext cx="787794" cy="17901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Arrow Connector 82">
                  <a:extLst>
                    <a:ext uri="{FF2B5EF4-FFF2-40B4-BE49-F238E27FC236}">
                      <a16:creationId xmlns:a16="http://schemas.microsoft.com/office/drawing/2014/main" id="{D557AEF1-8761-4C3E-9472-70D84D8D700E}"/>
                    </a:ext>
                  </a:extLst>
                </p:cNvPr>
                <p:cNvCxnSpPr>
                  <a:endCxn id="81" idx="2"/>
                </p:cNvCxnSpPr>
                <p:nvPr/>
              </p:nvCxnSpPr>
              <p:spPr>
                <a:xfrm flipV="1">
                  <a:off x="4314657" y="3232015"/>
                  <a:ext cx="787795" cy="19876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FDAC91E4-A005-42A2-81ED-A98D935BABFD}"/>
                    </a:ext>
                  </a:extLst>
                </p:cNvPr>
                <p:cNvCxnSpPr>
                  <a:endCxn id="81" idx="2"/>
                </p:cNvCxnSpPr>
                <p:nvPr/>
              </p:nvCxnSpPr>
              <p:spPr>
                <a:xfrm flipV="1">
                  <a:off x="4316505" y="3232015"/>
                  <a:ext cx="785947" cy="5459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AA113CAA-6B72-4D19-A461-AE015D4F5470}"/>
                    </a:ext>
                  </a:extLst>
                </p:cNvPr>
                <p:cNvCxnSpPr>
                  <a:stCxn id="46" idx="6"/>
                  <a:endCxn id="81" idx="2"/>
                </p:cNvCxnSpPr>
                <p:nvPr/>
              </p:nvCxnSpPr>
              <p:spPr>
                <a:xfrm>
                  <a:off x="4314659" y="2712329"/>
                  <a:ext cx="787793" cy="519686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Arrow Connector 85">
                  <a:extLst>
                    <a:ext uri="{FF2B5EF4-FFF2-40B4-BE49-F238E27FC236}">
                      <a16:creationId xmlns:a16="http://schemas.microsoft.com/office/drawing/2014/main" id="{3444977E-0F0F-4DCE-9686-0BC0CE1D6875}"/>
                    </a:ext>
                  </a:extLst>
                </p:cNvPr>
                <p:cNvCxnSpPr>
                  <a:stCxn id="40" idx="6"/>
                  <a:endCxn id="81" idx="2"/>
                </p:cNvCxnSpPr>
                <p:nvPr/>
              </p:nvCxnSpPr>
              <p:spPr>
                <a:xfrm>
                  <a:off x="4314660" y="2334551"/>
                  <a:ext cx="787792" cy="897464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D277DDC2-8E0E-4C44-9217-FAFC2282FB4A}"/>
                    </a:ext>
                  </a:extLst>
                </p:cNvPr>
                <p:cNvSpPr/>
                <p:nvPr/>
              </p:nvSpPr>
              <p:spPr>
                <a:xfrm>
                  <a:off x="5102454" y="3450552"/>
                  <a:ext cx="286463" cy="2876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88" name="Straight Arrow Connector 87">
                  <a:extLst>
                    <a:ext uri="{FF2B5EF4-FFF2-40B4-BE49-F238E27FC236}">
                      <a16:creationId xmlns:a16="http://schemas.microsoft.com/office/drawing/2014/main" id="{6423B511-C484-4A16-9092-CAF51B026F93}"/>
                    </a:ext>
                  </a:extLst>
                </p:cNvPr>
                <p:cNvCxnSpPr>
                  <a:endCxn id="87" idx="2"/>
                </p:cNvCxnSpPr>
                <p:nvPr/>
              </p:nvCxnSpPr>
              <p:spPr>
                <a:xfrm>
                  <a:off x="4314660" y="3415336"/>
                  <a:ext cx="787794" cy="17901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>
                  <a:extLst>
                    <a:ext uri="{FF2B5EF4-FFF2-40B4-BE49-F238E27FC236}">
                      <a16:creationId xmlns:a16="http://schemas.microsoft.com/office/drawing/2014/main" id="{B3339706-8498-4EEB-98EB-38392AA8F380}"/>
                    </a:ext>
                  </a:extLst>
                </p:cNvPr>
                <p:cNvCxnSpPr>
                  <a:endCxn id="87" idx="2"/>
                </p:cNvCxnSpPr>
                <p:nvPr/>
              </p:nvCxnSpPr>
              <p:spPr>
                <a:xfrm flipV="1">
                  <a:off x="4314659" y="3594353"/>
                  <a:ext cx="787795" cy="19876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C545D57E-F13D-4E02-994F-A80CAD926D77}"/>
                    </a:ext>
                  </a:extLst>
                </p:cNvPr>
                <p:cNvCxnSpPr>
                  <a:stCxn id="52" idx="6"/>
                  <a:endCxn id="87" idx="2"/>
                </p:cNvCxnSpPr>
                <p:nvPr/>
              </p:nvCxnSpPr>
              <p:spPr>
                <a:xfrm>
                  <a:off x="4316507" y="3059487"/>
                  <a:ext cx="785947" cy="534866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Arrow Connector 90">
                  <a:extLst>
                    <a:ext uri="{FF2B5EF4-FFF2-40B4-BE49-F238E27FC236}">
                      <a16:creationId xmlns:a16="http://schemas.microsoft.com/office/drawing/2014/main" id="{7CA95C78-71A7-457D-BD27-411B7F74798D}"/>
                    </a:ext>
                  </a:extLst>
                </p:cNvPr>
                <p:cNvCxnSpPr>
                  <a:stCxn id="46" idx="6"/>
                  <a:endCxn id="87" idx="2"/>
                </p:cNvCxnSpPr>
                <p:nvPr/>
              </p:nvCxnSpPr>
              <p:spPr>
                <a:xfrm>
                  <a:off x="4314659" y="2712329"/>
                  <a:ext cx="787795" cy="882024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Arrow Connector 91">
                  <a:extLst>
                    <a:ext uri="{FF2B5EF4-FFF2-40B4-BE49-F238E27FC236}">
                      <a16:creationId xmlns:a16="http://schemas.microsoft.com/office/drawing/2014/main" id="{943F89C8-5F86-4F2A-ADBA-52E91F20434D}"/>
                    </a:ext>
                  </a:extLst>
                </p:cNvPr>
                <p:cNvCxnSpPr>
                  <a:stCxn id="40" idx="6"/>
                  <a:endCxn id="87" idx="2"/>
                </p:cNvCxnSpPr>
                <p:nvPr/>
              </p:nvCxnSpPr>
              <p:spPr>
                <a:xfrm>
                  <a:off x="4314660" y="2334551"/>
                  <a:ext cx="787794" cy="1259802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59B973-925E-4B58-97A3-FDB5A6E844E1}"/>
                  </a:ext>
                </a:extLst>
              </p:cNvPr>
              <p:cNvSpPr txBox="1"/>
              <p:nvPr/>
            </p:nvSpPr>
            <p:spPr>
              <a:xfrm>
                <a:off x="990599" y="2156996"/>
                <a:ext cx="775577" cy="613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Layer 1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A9F79C-F6C6-4E01-B16E-F1958A0DED8D}"/>
                  </a:ext>
                </a:extLst>
              </p:cNvPr>
              <p:cNvSpPr txBox="1"/>
              <p:nvPr/>
            </p:nvSpPr>
            <p:spPr>
              <a:xfrm>
                <a:off x="1787019" y="2156996"/>
                <a:ext cx="775577" cy="613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Layer 2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D6295B-8384-41DB-899B-20E9312A2520}"/>
                  </a:ext>
                </a:extLst>
              </p:cNvPr>
              <p:cNvSpPr txBox="1"/>
              <p:nvPr/>
            </p:nvSpPr>
            <p:spPr>
              <a:xfrm>
                <a:off x="2715597" y="2156996"/>
                <a:ext cx="775577" cy="613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Layer 3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4FB71B1-EBB1-4ABF-B191-275CC97EF19B}"/>
                  </a:ext>
                </a:extLst>
              </p:cNvPr>
              <p:cNvSpPr txBox="1"/>
              <p:nvPr/>
            </p:nvSpPr>
            <p:spPr>
              <a:xfrm>
                <a:off x="3596642" y="2156996"/>
                <a:ext cx="775577" cy="613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Layer 4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49A03FD-F838-4793-A4F0-49FC14ACAAFB}"/>
                    </a:ext>
                  </a:extLst>
                </p:cNvPr>
                <p:cNvSpPr txBox="1"/>
                <p:nvPr/>
              </p:nvSpPr>
              <p:spPr>
                <a:xfrm>
                  <a:off x="7959151" y="1106873"/>
                  <a:ext cx="485261" cy="320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GB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(4)</m:t>
                            </m:r>
                          </m:sup>
                        </m:sSup>
                      </m:oMath>
                    </m:oMathPara>
                  </a14:m>
                  <a:endParaRPr lang="it-IT" sz="15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49A03FD-F838-4793-A4F0-49FC14ACA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9151" y="1106873"/>
                  <a:ext cx="485261" cy="320600"/>
                </a:xfrm>
                <a:prstGeom prst="rect">
                  <a:avLst/>
                </a:prstGeom>
                <a:blipFill>
                  <a:blip r:embed="rId2"/>
                  <a:stretch>
                    <a:fillRect l="-13559" t="-5000" r="-13559" b="-750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Curved Down Arrow 4">
              <a:extLst>
                <a:ext uri="{FF2B5EF4-FFF2-40B4-BE49-F238E27FC236}">
                  <a16:creationId xmlns:a16="http://schemas.microsoft.com/office/drawing/2014/main" id="{9E945070-916C-4600-B4F3-39C56B84846E}"/>
                </a:ext>
              </a:extLst>
            </p:cNvPr>
            <p:cNvSpPr/>
            <p:nvPr/>
          </p:nvSpPr>
          <p:spPr>
            <a:xfrm rot="10800000" flipV="1">
              <a:off x="7488218" y="1173454"/>
              <a:ext cx="470933" cy="155308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35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ED1FA84-CB65-47B3-8B28-E93CCEFCB203}"/>
                    </a:ext>
                  </a:extLst>
                </p:cNvPr>
                <p:cNvSpPr txBox="1"/>
                <p:nvPr/>
              </p:nvSpPr>
              <p:spPr>
                <a:xfrm>
                  <a:off x="7067002" y="1101432"/>
                  <a:ext cx="485261" cy="320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GB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p>
                      </m:oMath>
                    </m:oMathPara>
                  </a14:m>
                  <a:endParaRPr lang="it-IT" sz="15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ED1FA84-CB65-47B3-8B28-E93CCEFCB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002" y="1101432"/>
                  <a:ext cx="485261" cy="320600"/>
                </a:xfrm>
                <a:prstGeom prst="rect">
                  <a:avLst/>
                </a:prstGeom>
                <a:blipFill>
                  <a:blip r:embed="rId3"/>
                  <a:stretch>
                    <a:fillRect l="-13333" t="-2500" r="-11667" b="-750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F868F0D-34F4-45D3-93CF-677141118B36}"/>
                    </a:ext>
                  </a:extLst>
                </p:cNvPr>
                <p:cNvSpPr txBox="1"/>
                <p:nvPr/>
              </p:nvSpPr>
              <p:spPr>
                <a:xfrm>
                  <a:off x="6174853" y="1095332"/>
                  <a:ext cx="485261" cy="320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GB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p>
                      </m:oMath>
                    </m:oMathPara>
                  </a14:m>
                  <a:endParaRPr lang="it-IT" sz="15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F868F0D-34F4-45D3-93CF-677141118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4853" y="1095332"/>
                  <a:ext cx="485261" cy="320600"/>
                </a:xfrm>
                <a:prstGeom prst="rect">
                  <a:avLst/>
                </a:prstGeom>
                <a:blipFill>
                  <a:blip r:embed="rId4"/>
                  <a:stretch>
                    <a:fillRect l="-11667" t="-5128" r="-11667" b="-7692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Curved Down Arrow 124">
              <a:extLst>
                <a:ext uri="{FF2B5EF4-FFF2-40B4-BE49-F238E27FC236}">
                  <a16:creationId xmlns:a16="http://schemas.microsoft.com/office/drawing/2014/main" id="{923833A0-EB9C-4CA9-B161-AA7786B19572}"/>
                </a:ext>
              </a:extLst>
            </p:cNvPr>
            <p:cNvSpPr/>
            <p:nvPr/>
          </p:nvSpPr>
          <p:spPr>
            <a:xfrm rot="10800000" flipV="1">
              <a:off x="6626785" y="1133088"/>
              <a:ext cx="470933" cy="155308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35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B1021F4-379C-4A73-90A1-875AC492466F}"/>
                  </a:ext>
                </a:extLst>
              </p:cNvPr>
              <p:cNvSpPr txBox="1"/>
              <p:nvPr/>
            </p:nvSpPr>
            <p:spPr>
              <a:xfrm>
                <a:off x="495452" y="1798386"/>
                <a:ext cx="4084580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cost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function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B1021F4-379C-4A73-90A1-875AC4924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452" y="1798386"/>
                <a:ext cx="4084580" cy="7562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E02125C-8A11-477F-839F-3575DB97F142}"/>
                  </a:ext>
                </a:extLst>
              </p:cNvPr>
              <p:cNvSpPr txBox="1"/>
              <p:nvPr/>
            </p:nvSpPr>
            <p:spPr>
              <a:xfrm>
                <a:off x="680248" y="2710655"/>
                <a:ext cx="1840056" cy="700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E02125C-8A11-477F-839F-3575DB97F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48" y="2710655"/>
                <a:ext cx="1840056" cy="70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6529383-F9AA-4666-A2B8-3310FBEAA13C}"/>
              </a:ext>
            </a:extLst>
          </p:cNvPr>
          <p:cNvGrpSpPr/>
          <p:nvPr/>
        </p:nvGrpSpPr>
        <p:grpSpPr>
          <a:xfrm>
            <a:off x="3873620" y="71818"/>
            <a:ext cx="2333657" cy="1731960"/>
            <a:chOff x="7962769" y="524702"/>
            <a:chExt cx="3055882" cy="2616136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4F505347-118E-489B-90E2-DA274CD960CF}"/>
                </a:ext>
              </a:extLst>
            </p:cNvPr>
            <p:cNvGrpSpPr/>
            <p:nvPr/>
          </p:nvGrpSpPr>
          <p:grpSpPr>
            <a:xfrm>
              <a:off x="7962769" y="524702"/>
              <a:ext cx="3055882" cy="2616136"/>
              <a:chOff x="7962769" y="524702"/>
              <a:chExt cx="3055882" cy="2616136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8B8BE25F-24F4-4282-93E5-436A699CEE99}"/>
                  </a:ext>
                </a:extLst>
              </p:cNvPr>
              <p:cNvGrpSpPr/>
              <p:nvPr/>
            </p:nvGrpSpPr>
            <p:grpSpPr>
              <a:xfrm>
                <a:off x="7962769" y="1231111"/>
                <a:ext cx="3055882" cy="1909727"/>
                <a:chOff x="990599" y="738216"/>
                <a:chExt cx="3381620" cy="2113292"/>
              </a:xfrm>
            </p:grpSpPr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3E35E289-CE4F-4EA8-8DAE-E5B5A34A5C88}"/>
                    </a:ext>
                  </a:extLst>
                </p:cNvPr>
                <p:cNvGrpSpPr/>
                <p:nvPr/>
              </p:nvGrpSpPr>
              <p:grpSpPr>
                <a:xfrm>
                  <a:off x="1239873" y="738216"/>
                  <a:ext cx="2862230" cy="1432793"/>
                  <a:chOff x="1905000" y="2190750"/>
                  <a:chExt cx="3483917" cy="1744001"/>
                </a:xfrm>
              </p:grpSpPr>
              <p:sp>
                <p:nvSpPr>
                  <p:cNvPr id="118" name="Oval 117">
                    <a:extLst>
                      <a:ext uri="{FF2B5EF4-FFF2-40B4-BE49-F238E27FC236}">
                        <a16:creationId xmlns:a16="http://schemas.microsoft.com/office/drawing/2014/main" id="{FE45DD77-48C5-4661-9FAB-917EC868ED6D}"/>
                      </a:ext>
                    </a:extLst>
                  </p:cNvPr>
                  <p:cNvSpPr/>
                  <p:nvPr/>
                </p:nvSpPr>
                <p:spPr>
                  <a:xfrm>
                    <a:off x="1905000" y="3183496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93FE040C-8419-428D-A2D2-06C0557EC1A6}"/>
                      </a:ext>
                    </a:extLst>
                  </p:cNvPr>
                  <p:cNvSpPr/>
                  <p:nvPr/>
                </p:nvSpPr>
                <p:spPr>
                  <a:xfrm>
                    <a:off x="1905000" y="2848532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DEB6F7D7-FFF8-41F7-A71D-8002E8A07F6D}"/>
                      </a:ext>
                    </a:extLst>
                  </p:cNvPr>
                  <p:cNvSpPr/>
                  <p:nvPr/>
                </p:nvSpPr>
                <p:spPr>
                  <a:xfrm>
                    <a:off x="1905000" y="2513568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21" name="Oval 120">
                    <a:extLst>
                      <a:ext uri="{FF2B5EF4-FFF2-40B4-BE49-F238E27FC236}">
                        <a16:creationId xmlns:a16="http://schemas.microsoft.com/office/drawing/2014/main" id="{B3CCB0DC-E19A-4C5B-B3A2-8E7035064E78}"/>
                      </a:ext>
                    </a:extLst>
                  </p:cNvPr>
                  <p:cNvSpPr/>
                  <p:nvPr/>
                </p:nvSpPr>
                <p:spPr>
                  <a:xfrm>
                    <a:off x="2899779" y="2190751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122" name="Oval 121">
                    <a:extLst>
                      <a:ext uri="{FF2B5EF4-FFF2-40B4-BE49-F238E27FC236}">
                        <a16:creationId xmlns:a16="http://schemas.microsoft.com/office/drawing/2014/main" id="{16159635-8484-435F-8102-F5DC1DFF406A}"/>
                      </a:ext>
                    </a:extLst>
                  </p:cNvPr>
                  <p:cNvSpPr/>
                  <p:nvPr/>
                </p:nvSpPr>
                <p:spPr>
                  <a:xfrm>
                    <a:off x="5102454" y="2369767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123" name="Straight Arrow Connector 122">
                    <a:extLst>
                      <a:ext uri="{FF2B5EF4-FFF2-40B4-BE49-F238E27FC236}">
                        <a16:creationId xmlns:a16="http://schemas.microsoft.com/office/drawing/2014/main" id="{9DE4DC46-1ABE-4646-BFE4-D5DCACE5A11C}"/>
                      </a:ext>
                    </a:extLst>
                  </p:cNvPr>
                  <p:cNvCxnSpPr>
                    <a:stCxn id="120" idx="6"/>
                    <a:endCxn id="121" idx="2"/>
                  </p:cNvCxnSpPr>
                  <p:nvPr/>
                </p:nvCxnSpPr>
                <p:spPr>
                  <a:xfrm flipV="1">
                    <a:off x="2191463" y="2334552"/>
                    <a:ext cx="708316" cy="322817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Arrow Connector 123">
                    <a:extLst>
                      <a:ext uri="{FF2B5EF4-FFF2-40B4-BE49-F238E27FC236}">
                        <a16:creationId xmlns:a16="http://schemas.microsoft.com/office/drawing/2014/main" id="{0160B539-BE2F-4CA9-8D2A-35EF4380889F}"/>
                      </a:ext>
                    </a:extLst>
                  </p:cNvPr>
                  <p:cNvCxnSpPr>
                    <a:stCxn id="119" idx="6"/>
                    <a:endCxn id="121" idx="2"/>
                  </p:cNvCxnSpPr>
                  <p:nvPr/>
                </p:nvCxnSpPr>
                <p:spPr>
                  <a:xfrm flipV="1">
                    <a:off x="2191463" y="2334552"/>
                    <a:ext cx="708316" cy="657781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Arrow Connector 124">
                    <a:extLst>
                      <a:ext uri="{FF2B5EF4-FFF2-40B4-BE49-F238E27FC236}">
                        <a16:creationId xmlns:a16="http://schemas.microsoft.com/office/drawing/2014/main" id="{CEFAF6F4-DFBD-4D57-9240-B5C50EE993D7}"/>
                      </a:ext>
                    </a:extLst>
                  </p:cNvPr>
                  <p:cNvCxnSpPr>
                    <a:stCxn id="118" idx="6"/>
                    <a:endCxn id="121" idx="2"/>
                  </p:cNvCxnSpPr>
                  <p:nvPr/>
                </p:nvCxnSpPr>
                <p:spPr>
                  <a:xfrm flipV="1">
                    <a:off x="2191463" y="2334552"/>
                    <a:ext cx="708316" cy="992745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6" name="Oval 125">
                    <a:extLst>
                      <a:ext uri="{FF2B5EF4-FFF2-40B4-BE49-F238E27FC236}">
                        <a16:creationId xmlns:a16="http://schemas.microsoft.com/office/drawing/2014/main" id="{7C14A48C-B13E-4E66-9151-DACE5DEDCF04}"/>
                      </a:ext>
                    </a:extLst>
                  </p:cNvPr>
                  <p:cNvSpPr/>
                  <p:nvPr/>
                </p:nvSpPr>
                <p:spPr>
                  <a:xfrm>
                    <a:off x="2899778" y="2564055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127" name="Straight Arrow Connector 126">
                    <a:extLst>
                      <a:ext uri="{FF2B5EF4-FFF2-40B4-BE49-F238E27FC236}">
                        <a16:creationId xmlns:a16="http://schemas.microsoft.com/office/drawing/2014/main" id="{F4E5981C-3A3B-4308-992F-147FDD63B8C7}"/>
                      </a:ext>
                    </a:extLst>
                  </p:cNvPr>
                  <p:cNvCxnSpPr>
                    <a:stCxn id="120" idx="6"/>
                    <a:endCxn id="126" idx="2"/>
                  </p:cNvCxnSpPr>
                  <p:nvPr/>
                </p:nvCxnSpPr>
                <p:spPr>
                  <a:xfrm>
                    <a:off x="2191463" y="2657369"/>
                    <a:ext cx="708315" cy="50487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Arrow Connector 127">
                    <a:extLst>
                      <a:ext uri="{FF2B5EF4-FFF2-40B4-BE49-F238E27FC236}">
                        <a16:creationId xmlns:a16="http://schemas.microsoft.com/office/drawing/2014/main" id="{942BA629-AD36-4256-8BBE-96E6C3ABEC11}"/>
                      </a:ext>
                    </a:extLst>
                  </p:cNvPr>
                  <p:cNvCxnSpPr>
                    <a:stCxn id="119" idx="6"/>
                    <a:endCxn id="126" idx="2"/>
                  </p:cNvCxnSpPr>
                  <p:nvPr/>
                </p:nvCxnSpPr>
                <p:spPr>
                  <a:xfrm flipV="1">
                    <a:off x="2191463" y="2707856"/>
                    <a:ext cx="708315" cy="284477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Arrow Connector 128">
                    <a:extLst>
                      <a:ext uri="{FF2B5EF4-FFF2-40B4-BE49-F238E27FC236}">
                        <a16:creationId xmlns:a16="http://schemas.microsoft.com/office/drawing/2014/main" id="{EB9CDF46-E00A-46B4-A5BA-D15C11DB8280}"/>
                      </a:ext>
                    </a:extLst>
                  </p:cNvPr>
                  <p:cNvCxnSpPr>
                    <a:stCxn id="118" idx="6"/>
                    <a:endCxn id="126" idx="2"/>
                  </p:cNvCxnSpPr>
                  <p:nvPr/>
                </p:nvCxnSpPr>
                <p:spPr>
                  <a:xfrm flipV="1">
                    <a:off x="2191463" y="2707856"/>
                    <a:ext cx="708315" cy="619441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0" name="Oval 129">
                    <a:extLst>
                      <a:ext uri="{FF2B5EF4-FFF2-40B4-BE49-F238E27FC236}">
                        <a16:creationId xmlns:a16="http://schemas.microsoft.com/office/drawing/2014/main" id="{88936587-1AE7-416F-8982-C7A1036B262E}"/>
                      </a:ext>
                    </a:extLst>
                  </p:cNvPr>
                  <p:cNvSpPr/>
                  <p:nvPr/>
                </p:nvSpPr>
                <p:spPr>
                  <a:xfrm>
                    <a:off x="2899777" y="2922777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131" name="Straight Arrow Connector 130">
                    <a:extLst>
                      <a:ext uri="{FF2B5EF4-FFF2-40B4-BE49-F238E27FC236}">
                        <a16:creationId xmlns:a16="http://schemas.microsoft.com/office/drawing/2014/main" id="{C21B89E0-7DA7-4F7D-B348-6F41644A54D4}"/>
                      </a:ext>
                    </a:extLst>
                  </p:cNvPr>
                  <p:cNvCxnSpPr>
                    <a:stCxn id="120" idx="6"/>
                    <a:endCxn id="130" idx="2"/>
                  </p:cNvCxnSpPr>
                  <p:nvPr/>
                </p:nvCxnSpPr>
                <p:spPr>
                  <a:xfrm>
                    <a:off x="2191463" y="2657369"/>
                    <a:ext cx="708314" cy="409209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Straight Arrow Connector 131">
                    <a:extLst>
                      <a:ext uri="{FF2B5EF4-FFF2-40B4-BE49-F238E27FC236}">
                        <a16:creationId xmlns:a16="http://schemas.microsoft.com/office/drawing/2014/main" id="{1AF559EC-6FDA-4CCD-AF85-0610334E2137}"/>
                      </a:ext>
                    </a:extLst>
                  </p:cNvPr>
                  <p:cNvCxnSpPr>
                    <a:stCxn id="119" idx="6"/>
                    <a:endCxn id="130" idx="2"/>
                  </p:cNvCxnSpPr>
                  <p:nvPr/>
                </p:nvCxnSpPr>
                <p:spPr>
                  <a:xfrm>
                    <a:off x="2191463" y="2992333"/>
                    <a:ext cx="708314" cy="74245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Straight Arrow Connector 132">
                    <a:extLst>
                      <a:ext uri="{FF2B5EF4-FFF2-40B4-BE49-F238E27FC236}">
                        <a16:creationId xmlns:a16="http://schemas.microsoft.com/office/drawing/2014/main" id="{6BD16540-AB65-4A5F-B610-2D8C86B6532E}"/>
                      </a:ext>
                    </a:extLst>
                  </p:cNvPr>
                  <p:cNvCxnSpPr>
                    <a:stCxn id="118" idx="6"/>
                    <a:endCxn id="130" idx="2"/>
                  </p:cNvCxnSpPr>
                  <p:nvPr/>
                </p:nvCxnSpPr>
                <p:spPr>
                  <a:xfrm flipV="1">
                    <a:off x="2191463" y="3066578"/>
                    <a:ext cx="708314" cy="260719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4" name="Oval 133">
                    <a:extLst>
                      <a:ext uri="{FF2B5EF4-FFF2-40B4-BE49-F238E27FC236}">
                        <a16:creationId xmlns:a16="http://schemas.microsoft.com/office/drawing/2014/main" id="{8A9A6910-C547-4A72-8E6B-C1466150548D}"/>
                      </a:ext>
                    </a:extLst>
                  </p:cNvPr>
                  <p:cNvSpPr/>
                  <p:nvPr/>
                </p:nvSpPr>
                <p:spPr>
                  <a:xfrm>
                    <a:off x="2899776" y="3273713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135" name="Straight Arrow Connector 134">
                    <a:extLst>
                      <a:ext uri="{FF2B5EF4-FFF2-40B4-BE49-F238E27FC236}">
                        <a16:creationId xmlns:a16="http://schemas.microsoft.com/office/drawing/2014/main" id="{74A1EA16-FC03-4B13-A076-74B766D2557F}"/>
                      </a:ext>
                    </a:extLst>
                  </p:cNvPr>
                  <p:cNvCxnSpPr>
                    <a:stCxn id="120" idx="6"/>
                    <a:endCxn id="134" idx="2"/>
                  </p:cNvCxnSpPr>
                  <p:nvPr/>
                </p:nvCxnSpPr>
                <p:spPr>
                  <a:xfrm>
                    <a:off x="2191463" y="2657369"/>
                    <a:ext cx="708313" cy="760145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Arrow Connector 135">
                    <a:extLst>
                      <a:ext uri="{FF2B5EF4-FFF2-40B4-BE49-F238E27FC236}">
                        <a16:creationId xmlns:a16="http://schemas.microsoft.com/office/drawing/2014/main" id="{01749E59-5DF6-4D10-9F38-783D7A2855C5}"/>
                      </a:ext>
                    </a:extLst>
                  </p:cNvPr>
                  <p:cNvCxnSpPr>
                    <a:stCxn id="119" idx="6"/>
                    <a:endCxn id="134" idx="2"/>
                  </p:cNvCxnSpPr>
                  <p:nvPr/>
                </p:nvCxnSpPr>
                <p:spPr>
                  <a:xfrm>
                    <a:off x="2191463" y="2992333"/>
                    <a:ext cx="708313" cy="425181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Arrow Connector 136">
                    <a:extLst>
                      <a:ext uri="{FF2B5EF4-FFF2-40B4-BE49-F238E27FC236}">
                        <a16:creationId xmlns:a16="http://schemas.microsoft.com/office/drawing/2014/main" id="{8112CB3A-5BD8-44CE-8391-9E004273071F}"/>
                      </a:ext>
                    </a:extLst>
                  </p:cNvPr>
                  <p:cNvCxnSpPr>
                    <a:stCxn id="118" idx="6"/>
                    <a:endCxn id="134" idx="2"/>
                  </p:cNvCxnSpPr>
                  <p:nvPr/>
                </p:nvCxnSpPr>
                <p:spPr>
                  <a:xfrm>
                    <a:off x="2191463" y="3327297"/>
                    <a:ext cx="708313" cy="90217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5D13BCFA-A811-4891-8730-5538BE911B64}"/>
                      </a:ext>
                    </a:extLst>
                  </p:cNvPr>
                  <p:cNvSpPr/>
                  <p:nvPr/>
                </p:nvSpPr>
                <p:spPr>
                  <a:xfrm>
                    <a:off x="2899779" y="3638550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139" name="Straight Arrow Connector 138">
                    <a:extLst>
                      <a:ext uri="{FF2B5EF4-FFF2-40B4-BE49-F238E27FC236}">
                        <a16:creationId xmlns:a16="http://schemas.microsoft.com/office/drawing/2014/main" id="{6C99D021-41D4-4565-ADCA-74E86189BDA1}"/>
                      </a:ext>
                    </a:extLst>
                  </p:cNvPr>
                  <p:cNvCxnSpPr>
                    <a:stCxn id="120" idx="6"/>
                    <a:endCxn id="138" idx="2"/>
                  </p:cNvCxnSpPr>
                  <p:nvPr/>
                </p:nvCxnSpPr>
                <p:spPr>
                  <a:xfrm>
                    <a:off x="2191463" y="2657369"/>
                    <a:ext cx="708316" cy="1124982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Straight Arrow Connector 139">
                    <a:extLst>
                      <a:ext uri="{FF2B5EF4-FFF2-40B4-BE49-F238E27FC236}">
                        <a16:creationId xmlns:a16="http://schemas.microsoft.com/office/drawing/2014/main" id="{54DF1047-A2C7-4118-95D8-BAE0BEBBA8D9}"/>
                      </a:ext>
                    </a:extLst>
                  </p:cNvPr>
                  <p:cNvCxnSpPr>
                    <a:stCxn id="119" idx="6"/>
                    <a:endCxn id="138" idx="2"/>
                  </p:cNvCxnSpPr>
                  <p:nvPr/>
                </p:nvCxnSpPr>
                <p:spPr>
                  <a:xfrm>
                    <a:off x="2191463" y="2992333"/>
                    <a:ext cx="708316" cy="790018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Arrow Connector 140">
                    <a:extLst>
                      <a:ext uri="{FF2B5EF4-FFF2-40B4-BE49-F238E27FC236}">
                        <a16:creationId xmlns:a16="http://schemas.microsoft.com/office/drawing/2014/main" id="{30767124-3D03-4365-94DB-BE5099AC46C3}"/>
                      </a:ext>
                    </a:extLst>
                  </p:cNvPr>
                  <p:cNvCxnSpPr>
                    <a:stCxn id="118" idx="6"/>
                    <a:endCxn id="138" idx="2"/>
                  </p:cNvCxnSpPr>
                  <p:nvPr/>
                </p:nvCxnSpPr>
                <p:spPr>
                  <a:xfrm>
                    <a:off x="2191463" y="3327297"/>
                    <a:ext cx="708316" cy="455054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2" name="Oval 141">
                    <a:extLst>
                      <a:ext uri="{FF2B5EF4-FFF2-40B4-BE49-F238E27FC236}">
                        <a16:creationId xmlns:a16="http://schemas.microsoft.com/office/drawing/2014/main" id="{B6E6B147-1681-4C48-A362-11C17A5E761F}"/>
                      </a:ext>
                    </a:extLst>
                  </p:cNvPr>
                  <p:cNvSpPr/>
                  <p:nvPr/>
                </p:nvSpPr>
                <p:spPr>
                  <a:xfrm>
                    <a:off x="4028197" y="2190750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143" name="Straight Arrow Connector 142">
                    <a:extLst>
                      <a:ext uri="{FF2B5EF4-FFF2-40B4-BE49-F238E27FC236}">
                        <a16:creationId xmlns:a16="http://schemas.microsoft.com/office/drawing/2014/main" id="{1443F841-856E-4D27-9F78-EDD4B7E2539C}"/>
                      </a:ext>
                    </a:extLst>
                  </p:cNvPr>
                  <p:cNvCxnSpPr>
                    <a:stCxn id="121" idx="6"/>
                    <a:endCxn id="142" idx="2"/>
                  </p:cNvCxnSpPr>
                  <p:nvPr/>
                </p:nvCxnSpPr>
                <p:spPr>
                  <a:xfrm flipV="1">
                    <a:off x="3186242" y="2334551"/>
                    <a:ext cx="841955" cy="1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Straight Arrow Connector 143">
                    <a:extLst>
                      <a:ext uri="{FF2B5EF4-FFF2-40B4-BE49-F238E27FC236}">
                        <a16:creationId xmlns:a16="http://schemas.microsoft.com/office/drawing/2014/main" id="{E2863720-0B84-4697-B9BA-B49CCD3A5B64}"/>
                      </a:ext>
                    </a:extLst>
                  </p:cNvPr>
                  <p:cNvCxnSpPr>
                    <a:stCxn id="126" idx="6"/>
                    <a:endCxn id="142" idx="2"/>
                  </p:cNvCxnSpPr>
                  <p:nvPr/>
                </p:nvCxnSpPr>
                <p:spPr>
                  <a:xfrm flipV="1">
                    <a:off x="3186241" y="2334551"/>
                    <a:ext cx="841956" cy="373305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Arrow Connector 144">
                    <a:extLst>
                      <a:ext uri="{FF2B5EF4-FFF2-40B4-BE49-F238E27FC236}">
                        <a16:creationId xmlns:a16="http://schemas.microsoft.com/office/drawing/2014/main" id="{B5A19F0A-C249-4F13-B764-367A77FF2523}"/>
                      </a:ext>
                    </a:extLst>
                  </p:cNvPr>
                  <p:cNvCxnSpPr>
                    <a:stCxn id="130" idx="6"/>
                    <a:endCxn id="142" idx="2"/>
                  </p:cNvCxnSpPr>
                  <p:nvPr/>
                </p:nvCxnSpPr>
                <p:spPr>
                  <a:xfrm flipV="1">
                    <a:off x="3186240" y="2334551"/>
                    <a:ext cx="841957" cy="732027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Arrow Connector 145">
                    <a:extLst>
                      <a:ext uri="{FF2B5EF4-FFF2-40B4-BE49-F238E27FC236}">
                        <a16:creationId xmlns:a16="http://schemas.microsoft.com/office/drawing/2014/main" id="{AC976139-2F28-41AE-B2C7-8E6FBB998B52}"/>
                      </a:ext>
                    </a:extLst>
                  </p:cNvPr>
                  <p:cNvCxnSpPr>
                    <a:stCxn id="134" idx="6"/>
                    <a:endCxn id="142" idx="2"/>
                  </p:cNvCxnSpPr>
                  <p:nvPr/>
                </p:nvCxnSpPr>
                <p:spPr>
                  <a:xfrm flipV="1">
                    <a:off x="3186239" y="2334551"/>
                    <a:ext cx="841958" cy="1082963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Straight Arrow Connector 146">
                    <a:extLst>
                      <a:ext uri="{FF2B5EF4-FFF2-40B4-BE49-F238E27FC236}">
                        <a16:creationId xmlns:a16="http://schemas.microsoft.com/office/drawing/2014/main" id="{A13DC6D7-6DBA-4824-9C4C-316279D511EA}"/>
                      </a:ext>
                    </a:extLst>
                  </p:cNvPr>
                  <p:cNvCxnSpPr>
                    <a:stCxn id="138" idx="6"/>
                    <a:endCxn id="142" idx="2"/>
                  </p:cNvCxnSpPr>
                  <p:nvPr/>
                </p:nvCxnSpPr>
                <p:spPr>
                  <a:xfrm flipV="1">
                    <a:off x="3186242" y="2334551"/>
                    <a:ext cx="841955" cy="1447800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8" name="Oval 147">
                    <a:extLst>
                      <a:ext uri="{FF2B5EF4-FFF2-40B4-BE49-F238E27FC236}">
                        <a16:creationId xmlns:a16="http://schemas.microsoft.com/office/drawing/2014/main" id="{3396A7A5-2833-477E-A744-A59A6F4BD230}"/>
                      </a:ext>
                    </a:extLst>
                  </p:cNvPr>
                  <p:cNvSpPr/>
                  <p:nvPr/>
                </p:nvSpPr>
                <p:spPr>
                  <a:xfrm>
                    <a:off x="4028196" y="2568528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149" name="Straight Arrow Connector 148">
                    <a:extLst>
                      <a:ext uri="{FF2B5EF4-FFF2-40B4-BE49-F238E27FC236}">
                        <a16:creationId xmlns:a16="http://schemas.microsoft.com/office/drawing/2014/main" id="{C36E87B7-121C-4C72-B0E6-68A45C365190}"/>
                      </a:ext>
                    </a:extLst>
                  </p:cNvPr>
                  <p:cNvCxnSpPr>
                    <a:endCxn id="148" idx="2"/>
                  </p:cNvCxnSpPr>
                  <p:nvPr/>
                </p:nvCxnSpPr>
                <p:spPr>
                  <a:xfrm flipV="1">
                    <a:off x="3186241" y="2712329"/>
                    <a:ext cx="841955" cy="1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Straight Arrow Connector 149">
                    <a:extLst>
                      <a:ext uri="{FF2B5EF4-FFF2-40B4-BE49-F238E27FC236}">
                        <a16:creationId xmlns:a16="http://schemas.microsoft.com/office/drawing/2014/main" id="{9160F4A9-13A2-4E91-BC9F-23F45B5FDAF7}"/>
                      </a:ext>
                    </a:extLst>
                  </p:cNvPr>
                  <p:cNvCxnSpPr>
                    <a:stCxn id="130" idx="6"/>
                    <a:endCxn id="148" idx="2"/>
                  </p:cNvCxnSpPr>
                  <p:nvPr/>
                </p:nvCxnSpPr>
                <p:spPr>
                  <a:xfrm flipV="1">
                    <a:off x="3186240" y="2712329"/>
                    <a:ext cx="841956" cy="354249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Straight Arrow Connector 150">
                    <a:extLst>
                      <a:ext uri="{FF2B5EF4-FFF2-40B4-BE49-F238E27FC236}">
                        <a16:creationId xmlns:a16="http://schemas.microsoft.com/office/drawing/2014/main" id="{33F2B8F9-5E43-467A-9680-172E22383E35}"/>
                      </a:ext>
                    </a:extLst>
                  </p:cNvPr>
                  <p:cNvCxnSpPr>
                    <a:endCxn id="148" idx="2"/>
                  </p:cNvCxnSpPr>
                  <p:nvPr/>
                </p:nvCxnSpPr>
                <p:spPr>
                  <a:xfrm flipV="1">
                    <a:off x="3186239" y="2712329"/>
                    <a:ext cx="841957" cy="732027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Arrow Connector 151">
                    <a:extLst>
                      <a:ext uri="{FF2B5EF4-FFF2-40B4-BE49-F238E27FC236}">
                        <a16:creationId xmlns:a16="http://schemas.microsoft.com/office/drawing/2014/main" id="{9EF4749D-691A-4F2C-867A-D65142CFDEE0}"/>
                      </a:ext>
                    </a:extLst>
                  </p:cNvPr>
                  <p:cNvCxnSpPr>
                    <a:endCxn id="148" idx="2"/>
                  </p:cNvCxnSpPr>
                  <p:nvPr/>
                </p:nvCxnSpPr>
                <p:spPr>
                  <a:xfrm flipV="1">
                    <a:off x="3186238" y="2712329"/>
                    <a:ext cx="841958" cy="1082963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Straight Arrow Connector 152">
                    <a:extLst>
                      <a:ext uri="{FF2B5EF4-FFF2-40B4-BE49-F238E27FC236}">
                        <a16:creationId xmlns:a16="http://schemas.microsoft.com/office/drawing/2014/main" id="{E0D8582B-58F9-4208-98EE-A7A81639C922}"/>
                      </a:ext>
                    </a:extLst>
                  </p:cNvPr>
                  <p:cNvCxnSpPr>
                    <a:stCxn id="121" idx="6"/>
                    <a:endCxn id="148" idx="2"/>
                  </p:cNvCxnSpPr>
                  <p:nvPr/>
                </p:nvCxnSpPr>
                <p:spPr>
                  <a:xfrm>
                    <a:off x="3186242" y="2334552"/>
                    <a:ext cx="841954" cy="377777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Oval 153">
                    <a:extLst>
                      <a:ext uri="{FF2B5EF4-FFF2-40B4-BE49-F238E27FC236}">
                        <a16:creationId xmlns:a16="http://schemas.microsoft.com/office/drawing/2014/main" id="{6F8AE7D9-EE73-466B-B060-21B4C5AE7C09}"/>
                      </a:ext>
                    </a:extLst>
                  </p:cNvPr>
                  <p:cNvSpPr/>
                  <p:nvPr/>
                </p:nvSpPr>
                <p:spPr>
                  <a:xfrm>
                    <a:off x="4030044" y="2915686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155" name="Straight Arrow Connector 154">
                    <a:extLst>
                      <a:ext uri="{FF2B5EF4-FFF2-40B4-BE49-F238E27FC236}">
                        <a16:creationId xmlns:a16="http://schemas.microsoft.com/office/drawing/2014/main" id="{50BC492A-3D4D-4F75-83F1-09B46E4C3F0F}"/>
                      </a:ext>
                    </a:extLst>
                  </p:cNvPr>
                  <p:cNvCxnSpPr>
                    <a:endCxn id="154" idx="2"/>
                  </p:cNvCxnSpPr>
                  <p:nvPr/>
                </p:nvCxnSpPr>
                <p:spPr>
                  <a:xfrm flipV="1">
                    <a:off x="3188089" y="3059487"/>
                    <a:ext cx="841955" cy="1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Straight Arrow Connector 155">
                    <a:extLst>
                      <a:ext uri="{FF2B5EF4-FFF2-40B4-BE49-F238E27FC236}">
                        <a16:creationId xmlns:a16="http://schemas.microsoft.com/office/drawing/2014/main" id="{576964BB-7596-42A1-B8FB-83D7426CD4DE}"/>
                      </a:ext>
                    </a:extLst>
                  </p:cNvPr>
                  <p:cNvCxnSpPr>
                    <a:endCxn id="154" idx="2"/>
                  </p:cNvCxnSpPr>
                  <p:nvPr/>
                </p:nvCxnSpPr>
                <p:spPr>
                  <a:xfrm flipV="1">
                    <a:off x="3188088" y="3059487"/>
                    <a:ext cx="841956" cy="373305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Straight Arrow Connector 156">
                    <a:extLst>
                      <a:ext uri="{FF2B5EF4-FFF2-40B4-BE49-F238E27FC236}">
                        <a16:creationId xmlns:a16="http://schemas.microsoft.com/office/drawing/2014/main" id="{6CAA799A-145D-4710-9547-40C4C9E82828}"/>
                      </a:ext>
                    </a:extLst>
                  </p:cNvPr>
                  <p:cNvCxnSpPr>
                    <a:endCxn id="154" idx="2"/>
                  </p:cNvCxnSpPr>
                  <p:nvPr/>
                </p:nvCxnSpPr>
                <p:spPr>
                  <a:xfrm flipV="1">
                    <a:off x="3188087" y="3059487"/>
                    <a:ext cx="841957" cy="732027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Straight Arrow Connector 157">
                    <a:extLst>
                      <a:ext uri="{FF2B5EF4-FFF2-40B4-BE49-F238E27FC236}">
                        <a16:creationId xmlns:a16="http://schemas.microsoft.com/office/drawing/2014/main" id="{6CE1AB95-5E28-48EE-882D-5B6D68004A3C}"/>
                      </a:ext>
                    </a:extLst>
                  </p:cNvPr>
                  <p:cNvCxnSpPr>
                    <a:stCxn id="126" idx="6"/>
                    <a:endCxn id="154" idx="2"/>
                  </p:cNvCxnSpPr>
                  <p:nvPr/>
                </p:nvCxnSpPr>
                <p:spPr>
                  <a:xfrm>
                    <a:off x="3186241" y="2707856"/>
                    <a:ext cx="843803" cy="351631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Arrow Connector 158">
                    <a:extLst>
                      <a:ext uri="{FF2B5EF4-FFF2-40B4-BE49-F238E27FC236}">
                        <a16:creationId xmlns:a16="http://schemas.microsoft.com/office/drawing/2014/main" id="{B6F6B0B9-AC39-4E25-90A0-C05DC0913149}"/>
                      </a:ext>
                    </a:extLst>
                  </p:cNvPr>
                  <p:cNvCxnSpPr>
                    <a:stCxn id="121" idx="6"/>
                    <a:endCxn id="154" idx="2"/>
                  </p:cNvCxnSpPr>
                  <p:nvPr/>
                </p:nvCxnSpPr>
                <p:spPr>
                  <a:xfrm>
                    <a:off x="3186242" y="2334552"/>
                    <a:ext cx="843802" cy="724935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0" name="Oval 159">
                    <a:extLst>
                      <a:ext uri="{FF2B5EF4-FFF2-40B4-BE49-F238E27FC236}">
                        <a16:creationId xmlns:a16="http://schemas.microsoft.com/office/drawing/2014/main" id="{907F1464-7A4A-4810-9AFD-68EC8E1D8317}"/>
                      </a:ext>
                    </a:extLst>
                  </p:cNvPr>
                  <p:cNvSpPr/>
                  <p:nvPr/>
                </p:nvSpPr>
                <p:spPr>
                  <a:xfrm>
                    <a:off x="4028195" y="3263900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161" name="Straight Arrow Connector 160">
                    <a:extLst>
                      <a:ext uri="{FF2B5EF4-FFF2-40B4-BE49-F238E27FC236}">
                        <a16:creationId xmlns:a16="http://schemas.microsoft.com/office/drawing/2014/main" id="{5E716E30-854F-4534-BB26-95599D896706}"/>
                      </a:ext>
                    </a:extLst>
                  </p:cNvPr>
                  <p:cNvCxnSpPr>
                    <a:stCxn id="134" idx="6"/>
                    <a:endCxn id="160" idx="2"/>
                  </p:cNvCxnSpPr>
                  <p:nvPr/>
                </p:nvCxnSpPr>
                <p:spPr>
                  <a:xfrm flipV="1">
                    <a:off x="3186239" y="3407701"/>
                    <a:ext cx="841956" cy="9813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Arrow Connector 161">
                    <a:extLst>
                      <a:ext uri="{FF2B5EF4-FFF2-40B4-BE49-F238E27FC236}">
                        <a16:creationId xmlns:a16="http://schemas.microsoft.com/office/drawing/2014/main" id="{3CD508FF-6043-4EE3-BB66-FADC2E0F044C}"/>
                      </a:ext>
                    </a:extLst>
                  </p:cNvPr>
                  <p:cNvCxnSpPr>
                    <a:endCxn id="160" idx="2"/>
                  </p:cNvCxnSpPr>
                  <p:nvPr/>
                </p:nvCxnSpPr>
                <p:spPr>
                  <a:xfrm flipV="1">
                    <a:off x="3186239" y="3407701"/>
                    <a:ext cx="841956" cy="373305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Arrow Connector 162">
                    <a:extLst>
                      <a:ext uri="{FF2B5EF4-FFF2-40B4-BE49-F238E27FC236}">
                        <a16:creationId xmlns:a16="http://schemas.microsoft.com/office/drawing/2014/main" id="{AF63666F-5334-4884-AFF1-350499FA65CB}"/>
                      </a:ext>
                    </a:extLst>
                  </p:cNvPr>
                  <p:cNvCxnSpPr>
                    <a:stCxn id="130" idx="6"/>
                    <a:endCxn id="160" idx="2"/>
                  </p:cNvCxnSpPr>
                  <p:nvPr/>
                </p:nvCxnSpPr>
                <p:spPr>
                  <a:xfrm>
                    <a:off x="3186240" y="3066578"/>
                    <a:ext cx="841955" cy="341123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Arrow Connector 163">
                    <a:extLst>
                      <a:ext uri="{FF2B5EF4-FFF2-40B4-BE49-F238E27FC236}">
                        <a16:creationId xmlns:a16="http://schemas.microsoft.com/office/drawing/2014/main" id="{D462D94F-9D41-44EE-A6AF-11DF18B582FF}"/>
                      </a:ext>
                    </a:extLst>
                  </p:cNvPr>
                  <p:cNvCxnSpPr>
                    <a:stCxn id="126" idx="6"/>
                    <a:endCxn id="160" idx="2"/>
                  </p:cNvCxnSpPr>
                  <p:nvPr/>
                </p:nvCxnSpPr>
                <p:spPr>
                  <a:xfrm>
                    <a:off x="3186241" y="2707856"/>
                    <a:ext cx="841954" cy="699845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Straight Arrow Connector 164">
                    <a:extLst>
                      <a:ext uri="{FF2B5EF4-FFF2-40B4-BE49-F238E27FC236}">
                        <a16:creationId xmlns:a16="http://schemas.microsoft.com/office/drawing/2014/main" id="{715FA281-82C2-47A0-B7DB-3007E4A8974C}"/>
                      </a:ext>
                    </a:extLst>
                  </p:cNvPr>
                  <p:cNvCxnSpPr>
                    <a:stCxn id="121" idx="6"/>
                    <a:endCxn id="160" idx="2"/>
                  </p:cNvCxnSpPr>
                  <p:nvPr/>
                </p:nvCxnSpPr>
                <p:spPr>
                  <a:xfrm>
                    <a:off x="3186242" y="2334552"/>
                    <a:ext cx="841953" cy="1073149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6" name="Oval 165">
                    <a:extLst>
                      <a:ext uri="{FF2B5EF4-FFF2-40B4-BE49-F238E27FC236}">
                        <a16:creationId xmlns:a16="http://schemas.microsoft.com/office/drawing/2014/main" id="{30B7AA74-DE77-4DB1-B477-6B19CB27ED53}"/>
                      </a:ext>
                    </a:extLst>
                  </p:cNvPr>
                  <p:cNvSpPr/>
                  <p:nvPr/>
                </p:nvSpPr>
                <p:spPr>
                  <a:xfrm>
                    <a:off x="4028194" y="3647150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167" name="Straight Arrow Connector 166">
                    <a:extLst>
                      <a:ext uri="{FF2B5EF4-FFF2-40B4-BE49-F238E27FC236}">
                        <a16:creationId xmlns:a16="http://schemas.microsoft.com/office/drawing/2014/main" id="{71772BF9-4C5E-423F-AE3E-B5BAD12E948E}"/>
                      </a:ext>
                    </a:extLst>
                  </p:cNvPr>
                  <p:cNvCxnSpPr>
                    <a:endCxn id="166" idx="2"/>
                  </p:cNvCxnSpPr>
                  <p:nvPr/>
                </p:nvCxnSpPr>
                <p:spPr>
                  <a:xfrm flipV="1">
                    <a:off x="3186239" y="3790951"/>
                    <a:ext cx="841955" cy="1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Arrow Connector 167">
                    <a:extLst>
                      <a:ext uri="{FF2B5EF4-FFF2-40B4-BE49-F238E27FC236}">
                        <a16:creationId xmlns:a16="http://schemas.microsoft.com/office/drawing/2014/main" id="{98D139E8-F274-4979-960E-8BCD3B793E39}"/>
                      </a:ext>
                    </a:extLst>
                  </p:cNvPr>
                  <p:cNvCxnSpPr>
                    <a:stCxn id="134" idx="6"/>
                    <a:endCxn id="166" idx="2"/>
                  </p:cNvCxnSpPr>
                  <p:nvPr/>
                </p:nvCxnSpPr>
                <p:spPr>
                  <a:xfrm>
                    <a:off x="3186239" y="3417514"/>
                    <a:ext cx="841955" cy="373437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Arrow Connector 168">
                    <a:extLst>
                      <a:ext uri="{FF2B5EF4-FFF2-40B4-BE49-F238E27FC236}">
                        <a16:creationId xmlns:a16="http://schemas.microsoft.com/office/drawing/2014/main" id="{8E7FF5CF-F52C-4120-B8BE-0324D143C009}"/>
                      </a:ext>
                    </a:extLst>
                  </p:cNvPr>
                  <p:cNvCxnSpPr>
                    <a:stCxn id="130" idx="6"/>
                    <a:endCxn id="166" idx="2"/>
                  </p:cNvCxnSpPr>
                  <p:nvPr/>
                </p:nvCxnSpPr>
                <p:spPr>
                  <a:xfrm>
                    <a:off x="3186240" y="3066578"/>
                    <a:ext cx="841954" cy="724373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Arrow Connector 169">
                    <a:extLst>
                      <a:ext uri="{FF2B5EF4-FFF2-40B4-BE49-F238E27FC236}">
                        <a16:creationId xmlns:a16="http://schemas.microsoft.com/office/drawing/2014/main" id="{BA619C2B-B4C3-4BBD-91F2-3DD2B0B2562D}"/>
                      </a:ext>
                    </a:extLst>
                  </p:cNvPr>
                  <p:cNvCxnSpPr>
                    <a:stCxn id="126" idx="6"/>
                    <a:endCxn id="166" idx="2"/>
                  </p:cNvCxnSpPr>
                  <p:nvPr/>
                </p:nvCxnSpPr>
                <p:spPr>
                  <a:xfrm>
                    <a:off x="3186241" y="2707856"/>
                    <a:ext cx="841953" cy="1083095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1" name="Straight Arrow Connector 170">
                    <a:extLst>
                      <a:ext uri="{FF2B5EF4-FFF2-40B4-BE49-F238E27FC236}">
                        <a16:creationId xmlns:a16="http://schemas.microsoft.com/office/drawing/2014/main" id="{EEC9336F-2B77-4C49-9B4C-A81065F260F6}"/>
                      </a:ext>
                    </a:extLst>
                  </p:cNvPr>
                  <p:cNvCxnSpPr>
                    <a:stCxn id="121" idx="6"/>
                    <a:endCxn id="166" idx="2"/>
                  </p:cNvCxnSpPr>
                  <p:nvPr/>
                </p:nvCxnSpPr>
                <p:spPr>
                  <a:xfrm>
                    <a:off x="3186242" y="2334552"/>
                    <a:ext cx="841952" cy="1456399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Arrow Connector 171">
                    <a:extLst>
                      <a:ext uri="{FF2B5EF4-FFF2-40B4-BE49-F238E27FC236}">
                        <a16:creationId xmlns:a16="http://schemas.microsoft.com/office/drawing/2014/main" id="{98E8CE20-BA76-40A8-874A-E4ACEA820237}"/>
                      </a:ext>
                    </a:extLst>
                  </p:cNvPr>
                  <p:cNvCxnSpPr>
                    <a:stCxn id="142" idx="6"/>
                    <a:endCxn id="122" idx="2"/>
                  </p:cNvCxnSpPr>
                  <p:nvPr/>
                </p:nvCxnSpPr>
                <p:spPr>
                  <a:xfrm>
                    <a:off x="4314660" y="2334551"/>
                    <a:ext cx="787794" cy="179017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Arrow Connector 172">
                    <a:extLst>
                      <a:ext uri="{FF2B5EF4-FFF2-40B4-BE49-F238E27FC236}">
                        <a16:creationId xmlns:a16="http://schemas.microsoft.com/office/drawing/2014/main" id="{8B13970D-9F8C-40F1-955C-B673DD714D3B}"/>
                      </a:ext>
                    </a:extLst>
                  </p:cNvPr>
                  <p:cNvCxnSpPr>
                    <a:stCxn id="148" idx="6"/>
                    <a:endCxn id="122" idx="2"/>
                  </p:cNvCxnSpPr>
                  <p:nvPr/>
                </p:nvCxnSpPr>
                <p:spPr>
                  <a:xfrm flipV="1">
                    <a:off x="4314659" y="2513568"/>
                    <a:ext cx="787795" cy="198761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Arrow Connector 173">
                    <a:extLst>
                      <a:ext uri="{FF2B5EF4-FFF2-40B4-BE49-F238E27FC236}">
                        <a16:creationId xmlns:a16="http://schemas.microsoft.com/office/drawing/2014/main" id="{CC136E84-56B1-4180-9E0D-056D21EAE1BC}"/>
                      </a:ext>
                    </a:extLst>
                  </p:cNvPr>
                  <p:cNvCxnSpPr>
                    <a:stCxn id="154" idx="6"/>
                    <a:endCxn id="122" idx="2"/>
                  </p:cNvCxnSpPr>
                  <p:nvPr/>
                </p:nvCxnSpPr>
                <p:spPr>
                  <a:xfrm flipV="1">
                    <a:off x="4316507" y="2513568"/>
                    <a:ext cx="785947" cy="545919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Straight Arrow Connector 174">
                    <a:extLst>
                      <a:ext uri="{FF2B5EF4-FFF2-40B4-BE49-F238E27FC236}">
                        <a16:creationId xmlns:a16="http://schemas.microsoft.com/office/drawing/2014/main" id="{BB827C33-7EDC-48D8-95AD-04902044C77A}"/>
                      </a:ext>
                    </a:extLst>
                  </p:cNvPr>
                  <p:cNvCxnSpPr>
                    <a:stCxn id="160" idx="6"/>
                    <a:endCxn id="122" idx="2"/>
                  </p:cNvCxnSpPr>
                  <p:nvPr/>
                </p:nvCxnSpPr>
                <p:spPr>
                  <a:xfrm flipV="1">
                    <a:off x="4314658" y="2513568"/>
                    <a:ext cx="787796" cy="894133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Straight Arrow Connector 175">
                    <a:extLst>
                      <a:ext uri="{FF2B5EF4-FFF2-40B4-BE49-F238E27FC236}">
                        <a16:creationId xmlns:a16="http://schemas.microsoft.com/office/drawing/2014/main" id="{8D26B62B-A3B0-4FA1-9555-4A44895CF9C4}"/>
                      </a:ext>
                    </a:extLst>
                  </p:cNvPr>
                  <p:cNvCxnSpPr>
                    <a:stCxn id="166" idx="6"/>
                    <a:endCxn id="122" idx="2"/>
                  </p:cNvCxnSpPr>
                  <p:nvPr/>
                </p:nvCxnSpPr>
                <p:spPr>
                  <a:xfrm flipV="1">
                    <a:off x="4314657" y="2513568"/>
                    <a:ext cx="787797" cy="1277383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7" name="Oval 176">
                    <a:extLst>
                      <a:ext uri="{FF2B5EF4-FFF2-40B4-BE49-F238E27FC236}">
                        <a16:creationId xmlns:a16="http://schemas.microsoft.com/office/drawing/2014/main" id="{28BDA935-EE22-48CC-B1E8-C0FFDE35CFA5}"/>
                      </a:ext>
                    </a:extLst>
                  </p:cNvPr>
                  <p:cNvSpPr/>
                  <p:nvPr/>
                </p:nvSpPr>
                <p:spPr>
                  <a:xfrm>
                    <a:off x="5102453" y="2745652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178" name="Straight Arrow Connector 177">
                    <a:extLst>
                      <a:ext uri="{FF2B5EF4-FFF2-40B4-BE49-F238E27FC236}">
                        <a16:creationId xmlns:a16="http://schemas.microsoft.com/office/drawing/2014/main" id="{BF9875E4-D775-48C9-8034-0D1F09B82386}"/>
                      </a:ext>
                    </a:extLst>
                  </p:cNvPr>
                  <p:cNvCxnSpPr>
                    <a:endCxn id="177" idx="2"/>
                  </p:cNvCxnSpPr>
                  <p:nvPr/>
                </p:nvCxnSpPr>
                <p:spPr>
                  <a:xfrm>
                    <a:off x="4314659" y="2710436"/>
                    <a:ext cx="787794" cy="179017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Straight Arrow Connector 178">
                    <a:extLst>
                      <a:ext uri="{FF2B5EF4-FFF2-40B4-BE49-F238E27FC236}">
                        <a16:creationId xmlns:a16="http://schemas.microsoft.com/office/drawing/2014/main" id="{8150A2FC-9D6A-4F4D-9A44-D5DE1176A6BC}"/>
                      </a:ext>
                    </a:extLst>
                  </p:cNvPr>
                  <p:cNvCxnSpPr>
                    <a:endCxn id="177" idx="2"/>
                  </p:cNvCxnSpPr>
                  <p:nvPr/>
                </p:nvCxnSpPr>
                <p:spPr>
                  <a:xfrm flipV="1">
                    <a:off x="4314658" y="2889453"/>
                    <a:ext cx="787795" cy="198761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Straight Arrow Connector 179">
                    <a:extLst>
                      <a:ext uri="{FF2B5EF4-FFF2-40B4-BE49-F238E27FC236}">
                        <a16:creationId xmlns:a16="http://schemas.microsoft.com/office/drawing/2014/main" id="{8523C9D1-A5F2-4F56-B731-E6E222B50A03}"/>
                      </a:ext>
                    </a:extLst>
                  </p:cNvPr>
                  <p:cNvCxnSpPr>
                    <a:endCxn id="177" idx="2"/>
                  </p:cNvCxnSpPr>
                  <p:nvPr/>
                </p:nvCxnSpPr>
                <p:spPr>
                  <a:xfrm flipV="1">
                    <a:off x="4316506" y="2889453"/>
                    <a:ext cx="785947" cy="545919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Straight Arrow Connector 180">
                    <a:extLst>
                      <a:ext uri="{FF2B5EF4-FFF2-40B4-BE49-F238E27FC236}">
                        <a16:creationId xmlns:a16="http://schemas.microsoft.com/office/drawing/2014/main" id="{22BF7F83-F931-42EB-A74B-95341F674D87}"/>
                      </a:ext>
                    </a:extLst>
                  </p:cNvPr>
                  <p:cNvCxnSpPr>
                    <a:endCxn id="177" idx="2"/>
                  </p:cNvCxnSpPr>
                  <p:nvPr/>
                </p:nvCxnSpPr>
                <p:spPr>
                  <a:xfrm flipV="1">
                    <a:off x="4314657" y="2889453"/>
                    <a:ext cx="787796" cy="894133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" name="Straight Arrow Connector 181">
                    <a:extLst>
                      <a:ext uri="{FF2B5EF4-FFF2-40B4-BE49-F238E27FC236}">
                        <a16:creationId xmlns:a16="http://schemas.microsoft.com/office/drawing/2014/main" id="{9BC52120-D71B-4042-A499-2F5AB36F7F9E}"/>
                      </a:ext>
                    </a:extLst>
                  </p:cNvPr>
                  <p:cNvCxnSpPr>
                    <a:stCxn id="142" idx="6"/>
                    <a:endCxn id="177" idx="2"/>
                  </p:cNvCxnSpPr>
                  <p:nvPr/>
                </p:nvCxnSpPr>
                <p:spPr>
                  <a:xfrm>
                    <a:off x="4314660" y="2334551"/>
                    <a:ext cx="787793" cy="554902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3" name="Oval 182">
                    <a:extLst>
                      <a:ext uri="{FF2B5EF4-FFF2-40B4-BE49-F238E27FC236}">
                        <a16:creationId xmlns:a16="http://schemas.microsoft.com/office/drawing/2014/main" id="{17CDC2A6-3CF0-45AC-8DF2-9DA3188E86CF}"/>
                      </a:ext>
                    </a:extLst>
                  </p:cNvPr>
                  <p:cNvSpPr/>
                  <p:nvPr/>
                </p:nvSpPr>
                <p:spPr>
                  <a:xfrm>
                    <a:off x="5102452" y="3088214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184" name="Straight Arrow Connector 183">
                    <a:extLst>
                      <a:ext uri="{FF2B5EF4-FFF2-40B4-BE49-F238E27FC236}">
                        <a16:creationId xmlns:a16="http://schemas.microsoft.com/office/drawing/2014/main" id="{B679337F-3ABE-49DE-BAAC-37CC2DEFA9E7}"/>
                      </a:ext>
                    </a:extLst>
                  </p:cNvPr>
                  <p:cNvCxnSpPr>
                    <a:endCxn id="183" idx="2"/>
                  </p:cNvCxnSpPr>
                  <p:nvPr/>
                </p:nvCxnSpPr>
                <p:spPr>
                  <a:xfrm>
                    <a:off x="4314658" y="3052998"/>
                    <a:ext cx="787794" cy="179017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Straight Arrow Connector 184">
                    <a:extLst>
                      <a:ext uri="{FF2B5EF4-FFF2-40B4-BE49-F238E27FC236}">
                        <a16:creationId xmlns:a16="http://schemas.microsoft.com/office/drawing/2014/main" id="{E4E26A0F-0A1A-4745-9F34-CCFDD27D5FC3}"/>
                      </a:ext>
                    </a:extLst>
                  </p:cNvPr>
                  <p:cNvCxnSpPr>
                    <a:endCxn id="183" idx="2"/>
                  </p:cNvCxnSpPr>
                  <p:nvPr/>
                </p:nvCxnSpPr>
                <p:spPr>
                  <a:xfrm flipV="1">
                    <a:off x="4314657" y="3232015"/>
                    <a:ext cx="787795" cy="198761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6" name="Straight Arrow Connector 185">
                    <a:extLst>
                      <a:ext uri="{FF2B5EF4-FFF2-40B4-BE49-F238E27FC236}">
                        <a16:creationId xmlns:a16="http://schemas.microsoft.com/office/drawing/2014/main" id="{84F7379B-5382-47D3-B348-1AFC74AA7005}"/>
                      </a:ext>
                    </a:extLst>
                  </p:cNvPr>
                  <p:cNvCxnSpPr>
                    <a:endCxn id="183" idx="2"/>
                  </p:cNvCxnSpPr>
                  <p:nvPr/>
                </p:nvCxnSpPr>
                <p:spPr>
                  <a:xfrm flipV="1">
                    <a:off x="4316505" y="3232015"/>
                    <a:ext cx="785947" cy="545919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Arrow Connector 186">
                    <a:extLst>
                      <a:ext uri="{FF2B5EF4-FFF2-40B4-BE49-F238E27FC236}">
                        <a16:creationId xmlns:a16="http://schemas.microsoft.com/office/drawing/2014/main" id="{880F4306-D0C5-4A01-97C2-D733AD64CA16}"/>
                      </a:ext>
                    </a:extLst>
                  </p:cNvPr>
                  <p:cNvCxnSpPr>
                    <a:stCxn id="148" idx="6"/>
                    <a:endCxn id="183" idx="2"/>
                  </p:cNvCxnSpPr>
                  <p:nvPr/>
                </p:nvCxnSpPr>
                <p:spPr>
                  <a:xfrm>
                    <a:off x="4314659" y="2712329"/>
                    <a:ext cx="787793" cy="519686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Straight Arrow Connector 187">
                    <a:extLst>
                      <a:ext uri="{FF2B5EF4-FFF2-40B4-BE49-F238E27FC236}">
                        <a16:creationId xmlns:a16="http://schemas.microsoft.com/office/drawing/2014/main" id="{BC1B53DE-FC61-442A-994D-8BBDB64BDEA9}"/>
                      </a:ext>
                    </a:extLst>
                  </p:cNvPr>
                  <p:cNvCxnSpPr>
                    <a:stCxn id="142" idx="6"/>
                    <a:endCxn id="183" idx="2"/>
                  </p:cNvCxnSpPr>
                  <p:nvPr/>
                </p:nvCxnSpPr>
                <p:spPr>
                  <a:xfrm>
                    <a:off x="4314660" y="2334551"/>
                    <a:ext cx="787792" cy="897464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9" name="Oval 188">
                    <a:extLst>
                      <a:ext uri="{FF2B5EF4-FFF2-40B4-BE49-F238E27FC236}">
                        <a16:creationId xmlns:a16="http://schemas.microsoft.com/office/drawing/2014/main" id="{4209A9DD-861A-4263-A357-A89CEE615481}"/>
                      </a:ext>
                    </a:extLst>
                  </p:cNvPr>
                  <p:cNvSpPr/>
                  <p:nvPr/>
                </p:nvSpPr>
                <p:spPr>
                  <a:xfrm>
                    <a:off x="5102454" y="3450552"/>
                    <a:ext cx="286463" cy="2876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190" name="Straight Arrow Connector 189">
                    <a:extLst>
                      <a:ext uri="{FF2B5EF4-FFF2-40B4-BE49-F238E27FC236}">
                        <a16:creationId xmlns:a16="http://schemas.microsoft.com/office/drawing/2014/main" id="{58D647BE-4422-4650-8B64-9D49F61CCBDB}"/>
                      </a:ext>
                    </a:extLst>
                  </p:cNvPr>
                  <p:cNvCxnSpPr>
                    <a:endCxn id="189" idx="2"/>
                  </p:cNvCxnSpPr>
                  <p:nvPr/>
                </p:nvCxnSpPr>
                <p:spPr>
                  <a:xfrm>
                    <a:off x="4314660" y="3415336"/>
                    <a:ext cx="787794" cy="179017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1" name="Straight Arrow Connector 190">
                    <a:extLst>
                      <a:ext uri="{FF2B5EF4-FFF2-40B4-BE49-F238E27FC236}">
                        <a16:creationId xmlns:a16="http://schemas.microsoft.com/office/drawing/2014/main" id="{D7EFEAE0-93F8-4723-AE56-624EC2C01801}"/>
                      </a:ext>
                    </a:extLst>
                  </p:cNvPr>
                  <p:cNvCxnSpPr>
                    <a:endCxn id="189" idx="2"/>
                  </p:cNvCxnSpPr>
                  <p:nvPr/>
                </p:nvCxnSpPr>
                <p:spPr>
                  <a:xfrm flipV="1">
                    <a:off x="4314659" y="3594353"/>
                    <a:ext cx="787795" cy="198761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Straight Arrow Connector 191">
                    <a:extLst>
                      <a:ext uri="{FF2B5EF4-FFF2-40B4-BE49-F238E27FC236}">
                        <a16:creationId xmlns:a16="http://schemas.microsoft.com/office/drawing/2014/main" id="{2F42806F-8BC9-4FB9-A20F-08E2E341B630}"/>
                      </a:ext>
                    </a:extLst>
                  </p:cNvPr>
                  <p:cNvCxnSpPr>
                    <a:stCxn id="154" idx="6"/>
                    <a:endCxn id="189" idx="2"/>
                  </p:cNvCxnSpPr>
                  <p:nvPr/>
                </p:nvCxnSpPr>
                <p:spPr>
                  <a:xfrm>
                    <a:off x="4316507" y="3059487"/>
                    <a:ext cx="785947" cy="534866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3" name="Straight Arrow Connector 192">
                    <a:extLst>
                      <a:ext uri="{FF2B5EF4-FFF2-40B4-BE49-F238E27FC236}">
                        <a16:creationId xmlns:a16="http://schemas.microsoft.com/office/drawing/2014/main" id="{05A9D161-1862-4F8B-A339-70E1F61814F2}"/>
                      </a:ext>
                    </a:extLst>
                  </p:cNvPr>
                  <p:cNvCxnSpPr>
                    <a:stCxn id="148" idx="6"/>
                    <a:endCxn id="189" idx="2"/>
                  </p:cNvCxnSpPr>
                  <p:nvPr/>
                </p:nvCxnSpPr>
                <p:spPr>
                  <a:xfrm>
                    <a:off x="4314659" y="2712329"/>
                    <a:ext cx="787795" cy="882024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4" name="Straight Arrow Connector 193">
                    <a:extLst>
                      <a:ext uri="{FF2B5EF4-FFF2-40B4-BE49-F238E27FC236}">
                        <a16:creationId xmlns:a16="http://schemas.microsoft.com/office/drawing/2014/main" id="{3484E928-2E9F-4554-B591-33C1A4949F5C}"/>
                      </a:ext>
                    </a:extLst>
                  </p:cNvPr>
                  <p:cNvCxnSpPr>
                    <a:stCxn id="142" idx="6"/>
                    <a:endCxn id="189" idx="2"/>
                  </p:cNvCxnSpPr>
                  <p:nvPr/>
                </p:nvCxnSpPr>
                <p:spPr>
                  <a:xfrm>
                    <a:off x="4314660" y="2334551"/>
                    <a:ext cx="787794" cy="1259802"/>
                  </a:xfrm>
                  <a:prstGeom prst="straightConnector1">
                    <a:avLst/>
                  </a:prstGeom>
                  <a:ln w="31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D4BCE948-1407-4051-8AEE-6DDD72BE49A8}"/>
                    </a:ext>
                  </a:extLst>
                </p:cNvPr>
                <p:cNvSpPr txBox="1"/>
                <p:nvPr/>
              </p:nvSpPr>
              <p:spPr>
                <a:xfrm>
                  <a:off x="990599" y="2156996"/>
                  <a:ext cx="775579" cy="6945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/>
                    <a:t>Layer 1</a:t>
                  </a: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D7080254-422D-4BAE-908C-94229C5E322C}"/>
                    </a:ext>
                  </a:extLst>
                </p:cNvPr>
                <p:cNvSpPr txBox="1"/>
                <p:nvPr/>
              </p:nvSpPr>
              <p:spPr>
                <a:xfrm>
                  <a:off x="1787019" y="2156996"/>
                  <a:ext cx="775579" cy="6945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/>
                    <a:t>Layer 2</a:t>
                  </a: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869316CE-54CE-42CA-8F32-8BA34C4E8A71}"/>
                    </a:ext>
                  </a:extLst>
                </p:cNvPr>
                <p:cNvSpPr txBox="1"/>
                <p:nvPr/>
              </p:nvSpPr>
              <p:spPr>
                <a:xfrm>
                  <a:off x="2715598" y="2156996"/>
                  <a:ext cx="775579" cy="6945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/>
                    <a:t>Layer 3</a:t>
                  </a: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69483F4F-9DC4-48E8-849F-942A3B2F670A}"/>
                    </a:ext>
                  </a:extLst>
                </p:cNvPr>
                <p:cNvSpPr txBox="1"/>
                <p:nvPr/>
              </p:nvSpPr>
              <p:spPr>
                <a:xfrm>
                  <a:off x="3596640" y="2156996"/>
                  <a:ext cx="775579" cy="6945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/>
                    <a:t>Layer 4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D990C54E-D762-4252-A5FC-7F9AFCD3576B}"/>
                      </a:ext>
                    </a:extLst>
                  </p:cNvPr>
                  <p:cNvSpPr txBox="1"/>
                  <p:nvPr/>
                </p:nvSpPr>
                <p:spPr>
                  <a:xfrm>
                    <a:off x="8120315" y="533637"/>
                    <a:ext cx="426370" cy="32697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it-IT" sz="135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35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135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p>
                        </m:oMath>
                      </m:oMathPara>
                    </a14:m>
                    <a:endParaRPr lang="it-IT" sz="1350" dirty="0"/>
                  </a:p>
                </p:txBody>
              </p:sp>
            </mc:Choice>
            <mc:Fallback xmlns=""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D990C54E-D762-4252-A5FC-7F9AFCD357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0315" y="533637"/>
                    <a:ext cx="426370" cy="32697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7407" t="-2857" r="-7407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036ADD71-769B-48AD-BD50-24CBF14F612B}"/>
                      </a:ext>
                    </a:extLst>
                  </p:cNvPr>
                  <p:cNvSpPr txBox="1"/>
                  <p:nvPr/>
                </p:nvSpPr>
                <p:spPr>
                  <a:xfrm>
                    <a:off x="8809518" y="527487"/>
                    <a:ext cx="426370" cy="32697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it-IT" sz="135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35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135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p>
                        </m:oMath>
                      </m:oMathPara>
                    </a14:m>
                    <a:endParaRPr lang="it-IT" sz="1350" i="1" dirty="0">
                      <a:solidFill>
                        <a:srgbClr val="0070C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036ADD71-769B-48AD-BD50-24CBF14F61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09518" y="527487"/>
                    <a:ext cx="426370" cy="32697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7547" r="-7547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3D063A04-131D-4805-A2BC-706F868BAE6B}"/>
                      </a:ext>
                    </a:extLst>
                  </p:cNvPr>
                  <p:cNvSpPr txBox="1"/>
                  <p:nvPr/>
                </p:nvSpPr>
                <p:spPr>
                  <a:xfrm>
                    <a:off x="9653075" y="530545"/>
                    <a:ext cx="426370" cy="32697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it-IT" sz="135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35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135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(3)</m:t>
                              </m:r>
                            </m:sup>
                          </m:sSup>
                        </m:oMath>
                      </m:oMathPara>
                    </a14:m>
                    <a:endParaRPr lang="it-IT" sz="135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3D063A04-131D-4805-A2BC-706F868BAE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53075" y="530545"/>
                    <a:ext cx="426370" cy="32697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7407" t="-2778" r="-7407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8BED3D4C-0CCD-42AA-B8E3-3287E8B011E5}"/>
                      </a:ext>
                    </a:extLst>
                  </p:cNvPr>
                  <p:cNvSpPr txBox="1"/>
                  <p:nvPr/>
                </p:nvSpPr>
                <p:spPr>
                  <a:xfrm>
                    <a:off x="10450623" y="524702"/>
                    <a:ext cx="426370" cy="32697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it-IT" sz="135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35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135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(4)</m:t>
                              </m:r>
                            </m:sup>
                          </m:sSup>
                        </m:oMath>
                      </m:oMathPara>
                    </a14:m>
                    <a:endParaRPr lang="it-IT" sz="1350" dirty="0"/>
                  </a:p>
                </p:txBody>
              </p:sp>
            </mc:Choice>
            <mc:Fallback xmlns=""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8BED3D4C-0CCD-42AA-B8E3-3287E8B011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50623" y="524702"/>
                    <a:ext cx="426370" cy="32697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7407" t="-2857" r="-7407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9B15DCC3-9AFC-4A67-866D-8514B77C4601}"/>
                </a:ext>
              </a:extLst>
            </p:cNvPr>
            <p:cNvCxnSpPr/>
            <p:nvPr/>
          </p:nvCxnSpPr>
          <p:spPr>
            <a:xfrm>
              <a:off x="8301481" y="784747"/>
              <a:ext cx="0" cy="4408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E39854DD-B635-448A-9C98-472941348AB6}"/>
                </a:ext>
              </a:extLst>
            </p:cNvPr>
            <p:cNvCxnSpPr/>
            <p:nvPr/>
          </p:nvCxnSpPr>
          <p:spPr>
            <a:xfrm>
              <a:off x="10671808" y="739980"/>
              <a:ext cx="0" cy="4408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BB2F2183-C93E-4F67-8425-5DA8A9887152}"/>
                </a:ext>
              </a:extLst>
            </p:cNvPr>
            <p:cNvCxnSpPr/>
            <p:nvPr/>
          </p:nvCxnSpPr>
          <p:spPr>
            <a:xfrm>
              <a:off x="9027110" y="739980"/>
              <a:ext cx="0" cy="4408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3418D185-A00E-47BC-8382-B293048CF4BF}"/>
                </a:ext>
              </a:extLst>
            </p:cNvPr>
            <p:cNvCxnSpPr/>
            <p:nvPr/>
          </p:nvCxnSpPr>
          <p:spPr>
            <a:xfrm>
              <a:off x="9870666" y="754562"/>
              <a:ext cx="0" cy="4408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535402D9-37C1-4CAD-85BF-B1FE1FED4118}"/>
                  </a:ext>
                </a:extLst>
              </p:cNvPr>
              <p:cNvSpPr txBox="1"/>
              <p:nvPr/>
            </p:nvSpPr>
            <p:spPr>
              <a:xfrm>
                <a:off x="2745310" y="2779419"/>
                <a:ext cx="2099090" cy="444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ℓ′(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))</a:t>
                </a:r>
                <a:endParaRPr lang="en-US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535402D9-37C1-4CAD-85BF-B1FE1FED4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310" y="2779419"/>
                <a:ext cx="2099090" cy="444930"/>
              </a:xfrm>
              <a:prstGeom prst="rect">
                <a:avLst/>
              </a:prstGeom>
              <a:blipFill>
                <a:blip r:embed="rId11"/>
                <a:stretch>
                  <a:fillRect b="-1780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3D5934E8-900C-4F29-A25F-B8B1B93E33A5}"/>
                  </a:ext>
                </a:extLst>
              </p:cNvPr>
              <p:cNvSpPr txBox="1"/>
              <p:nvPr/>
            </p:nvSpPr>
            <p:spPr>
              <a:xfrm>
                <a:off x="4118666" y="2525174"/>
                <a:ext cx="4571285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sup>
                              </m:sSubSup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</m:e>
                      </m:d>
                      <m:sSubSup>
                        <m:sSub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′(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b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3D5934E8-900C-4F29-A25F-B8B1B93E3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666" y="2525174"/>
                <a:ext cx="4571285" cy="9840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6B0BBF83-6365-4BA9-B208-3C9F2D3CA76C}"/>
              </a:ext>
            </a:extLst>
          </p:cNvPr>
          <p:cNvGrpSpPr/>
          <p:nvPr/>
        </p:nvGrpSpPr>
        <p:grpSpPr>
          <a:xfrm>
            <a:off x="733339" y="3566805"/>
            <a:ext cx="1700803" cy="1128416"/>
            <a:chOff x="1565910" y="4589607"/>
            <a:chExt cx="2267737" cy="1504555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AF0091D-49A8-439D-9E5B-0844BAF0E32C}"/>
                </a:ext>
              </a:extLst>
            </p:cNvPr>
            <p:cNvSpPr/>
            <p:nvPr/>
          </p:nvSpPr>
          <p:spPr>
            <a:xfrm>
              <a:off x="1565910" y="4589607"/>
              <a:ext cx="584627" cy="59389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7540786-062F-437D-A30E-AE5EE2DA44A0}"/>
                    </a:ext>
                  </a:extLst>
                </p:cNvPr>
                <p:cNvSpPr txBox="1"/>
                <p:nvPr/>
              </p:nvSpPr>
              <p:spPr>
                <a:xfrm>
                  <a:off x="2542739" y="4973451"/>
                  <a:ext cx="409172" cy="3840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it-IT" sz="135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3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it-IT" sz="135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7540786-062F-437D-A30E-AE5EE2DA44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2739" y="4973451"/>
                  <a:ext cx="409172" cy="384037"/>
                </a:xfrm>
                <a:prstGeom prst="rect">
                  <a:avLst/>
                </a:prstGeom>
                <a:blipFill>
                  <a:blip r:embed="rId13"/>
                  <a:stretch>
                    <a:fillRect l="-13725" r="-7843" b="-208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9782FFD-E93C-4B4D-9E59-12B20475E8F9}"/>
                </a:ext>
              </a:extLst>
            </p:cNvPr>
            <p:cNvSpPr/>
            <p:nvPr/>
          </p:nvSpPr>
          <p:spPr>
            <a:xfrm>
              <a:off x="3211554" y="5528442"/>
              <a:ext cx="622093" cy="5657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1AC7973B-BD9A-4D05-B236-A73B9AE505E3}"/>
                </a:ext>
              </a:extLst>
            </p:cNvPr>
            <p:cNvCxnSpPr/>
            <p:nvPr/>
          </p:nvCxnSpPr>
          <p:spPr>
            <a:xfrm>
              <a:off x="2091005" y="5006406"/>
              <a:ext cx="1120550" cy="67095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9ECB7303-51EA-4363-8E4B-5E6E51F9A9C9}"/>
                    </a:ext>
                  </a:extLst>
                </p:cNvPr>
                <p:cNvSpPr txBox="1"/>
                <p:nvPr/>
              </p:nvSpPr>
              <p:spPr>
                <a:xfrm>
                  <a:off x="1688523" y="4653460"/>
                  <a:ext cx="401392" cy="3840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US" sz="135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9ECB7303-51EA-4363-8E4B-5E6E51F9A9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8523" y="4653460"/>
                  <a:ext cx="401392" cy="384037"/>
                </a:xfrm>
                <a:prstGeom prst="rect">
                  <a:avLst/>
                </a:prstGeom>
                <a:blipFill>
                  <a:blip r:embed="rId14"/>
                  <a:stretch>
                    <a:fillRect l="-8000" r="-8000" b="-2127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86714176-1264-4668-A24F-A56F7D93B062}"/>
                    </a:ext>
                  </a:extLst>
                </p:cNvPr>
                <p:cNvSpPr txBox="1"/>
                <p:nvPr/>
              </p:nvSpPr>
              <p:spPr>
                <a:xfrm>
                  <a:off x="3211555" y="5613315"/>
                  <a:ext cx="621537" cy="35266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+1)</m:t>
                            </m:r>
                          </m:sup>
                        </m:sSubSup>
                      </m:oMath>
                    </m:oMathPara>
                  </a14:m>
                  <a:endParaRPr lang="en-US" sz="1350" dirty="0"/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86714176-1264-4668-A24F-A56F7D93B0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1555" y="5613315"/>
                  <a:ext cx="621537" cy="352661"/>
                </a:xfrm>
                <a:prstGeom prst="rect">
                  <a:avLst/>
                </a:prstGeom>
                <a:blipFill>
                  <a:blip r:embed="rId15"/>
                  <a:stretch>
                    <a:fillRect l="-5263" r="-5263" b="-2093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8" name="TextBox 207">
            <a:extLst>
              <a:ext uri="{FF2B5EF4-FFF2-40B4-BE49-F238E27FC236}">
                <a16:creationId xmlns:a16="http://schemas.microsoft.com/office/drawing/2014/main" id="{D7DE2E6A-9F33-4190-8B1E-9FE79F1BA363}"/>
              </a:ext>
            </a:extLst>
          </p:cNvPr>
          <p:cNvSpPr txBox="1"/>
          <p:nvPr/>
        </p:nvSpPr>
        <p:spPr>
          <a:xfrm>
            <a:off x="3610379" y="3913264"/>
            <a:ext cx="43718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When computing the </a:t>
            </a:r>
            <a:r>
              <a:rPr lang="en-US" sz="1500" dirty="0">
                <a:latin typeface="Symbol" panose="05050102010706020507" pitchFamily="18" charset="2"/>
              </a:rPr>
              <a:t>d</a:t>
            </a:r>
            <a:r>
              <a:rPr lang="en-US" sz="1500" dirty="0"/>
              <a:t> entry for a hidden unit we use</a:t>
            </a:r>
            <a:br>
              <a:rPr lang="en-US" sz="1500" dirty="0"/>
            </a:br>
            <a:r>
              <a:rPr lang="en-US" sz="1500" dirty="0"/>
              <a:t>the derivative of the activation function of such a unit</a:t>
            </a:r>
          </a:p>
        </p:txBody>
      </p:sp>
    </p:spTree>
    <p:extLst>
      <p:ext uri="{BB962C8B-B14F-4D97-AF65-F5344CB8AC3E}">
        <p14:creationId xmlns:p14="http://schemas.microsoft.com/office/powerpoint/2010/main" val="1367779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3D118-3DD3-448C-988A-E8B3C47E1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861" y="-148833"/>
            <a:ext cx="7886700" cy="994172"/>
          </a:xfrm>
        </p:spPr>
        <p:txBody>
          <a:bodyPr/>
          <a:lstStyle/>
          <a:p>
            <a:r>
              <a:rPr lang="en-US" dirty="0"/>
              <a:t>NN Recap</a:t>
            </a:r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1D289687-CB8C-422B-A57E-D16914B04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218" y="623907"/>
            <a:ext cx="3886200" cy="3263504"/>
          </a:xfrm>
        </p:spPr>
        <p:txBody>
          <a:bodyPr/>
          <a:lstStyle/>
          <a:p>
            <a:r>
              <a:rPr lang="en-US" dirty="0"/>
              <a:t>Activation Functions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38CD5705-F030-4C05-9591-5F2BE2537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0584" y="623907"/>
            <a:ext cx="3886200" cy="3263504"/>
          </a:xfrm>
        </p:spPr>
        <p:txBody>
          <a:bodyPr/>
          <a:lstStyle/>
          <a:p>
            <a:r>
              <a:rPr lang="en-US" dirty="0"/>
              <a:t>Loss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29D03B-16E8-4872-B04F-1FA76FBCF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31" y="1853650"/>
            <a:ext cx="889811" cy="8232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9E9FF66-4358-4874-86B2-329F9684B2EA}"/>
                  </a:ext>
                </a:extLst>
              </p:cNvPr>
              <p:cNvSpPr txBox="1"/>
              <p:nvPr/>
            </p:nvSpPr>
            <p:spPr>
              <a:xfrm>
                <a:off x="1096433" y="1914177"/>
                <a:ext cx="3106941" cy="3937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)(1−</m:t>
                      </m:r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9E9FF66-4358-4874-86B2-329F9684B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433" y="1914177"/>
                <a:ext cx="3106941" cy="393762"/>
              </a:xfrm>
              <a:prstGeom prst="rect">
                <a:avLst/>
              </a:prstGeom>
              <a:blipFill>
                <a:blip r:embed="rId3"/>
                <a:stretch>
                  <a:fillRect l="-784" t="-1538" r="-1569" b="-1384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BA9675-C1F1-4DAC-91CB-5D9FDF8CDC6E}"/>
                  </a:ext>
                </a:extLst>
              </p:cNvPr>
              <p:cNvSpPr txBox="1"/>
              <p:nvPr/>
            </p:nvSpPr>
            <p:spPr>
              <a:xfrm>
                <a:off x="1136563" y="2807734"/>
                <a:ext cx="2774670" cy="402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BA9675-C1F1-4DAC-91CB-5D9FDF8CD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563" y="2807734"/>
                <a:ext cx="2774670" cy="402098"/>
              </a:xfrm>
              <a:prstGeom prst="rect">
                <a:avLst/>
              </a:prstGeom>
              <a:blipFill>
                <a:blip r:embed="rId4"/>
                <a:stretch>
                  <a:fillRect l="-1096" b="-136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27E139E-7F78-4977-906D-35E63225BB5C}"/>
                  </a:ext>
                </a:extLst>
              </p:cNvPr>
              <p:cNvSpPr txBox="1"/>
              <p:nvPr/>
            </p:nvSpPr>
            <p:spPr>
              <a:xfrm>
                <a:off x="1096433" y="3664933"/>
                <a:ext cx="3027047" cy="4634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3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&amp;1,  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27E139E-7F78-4977-906D-35E63225B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433" y="3664933"/>
                <a:ext cx="3027047" cy="463460"/>
              </a:xfrm>
              <a:prstGeom prst="rect">
                <a:avLst/>
              </a:prstGeom>
              <a:blipFill>
                <a:blip r:embed="rId5"/>
                <a:stretch>
                  <a:fillRect l="-1008" t="-223684" r="-5040" b="-32236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DB59808-DEBF-41F6-BF36-E01236E5A964}"/>
                  </a:ext>
                </a:extLst>
              </p:cNvPr>
              <p:cNvSpPr txBox="1"/>
              <p:nvPr/>
            </p:nvSpPr>
            <p:spPr>
              <a:xfrm>
                <a:off x="2725998" y="4326789"/>
                <a:ext cx="3134641" cy="4634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3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&amp;1,  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DB59808-DEBF-41F6-BF36-E01236E5A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998" y="4326789"/>
                <a:ext cx="3134641" cy="463460"/>
              </a:xfrm>
              <a:prstGeom prst="rect">
                <a:avLst/>
              </a:prstGeom>
              <a:blipFill>
                <a:blip r:embed="rId6"/>
                <a:stretch>
                  <a:fillRect l="-778" t="-225000" r="-4475" b="-32105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" name="Picture 102">
            <a:extLst>
              <a:ext uri="{FF2B5EF4-FFF2-40B4-BE49-F238E27FC236}">
                <a16:creationId xmlns:a16="http://schemas.microsoft.com/office/drawing/2014/main" id="{EE2F2A93-FB7D-472D-BDE2-C3296D95CC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988" y="2729795"/>
            <a:ext cx="860054" cy="77278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B96C037F-E994-42C2-8C3E-C817F26CAE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31" y="3555455"/>
            <a:ext cx="928501" cy="990053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B84E18EB-7B89-4537-82BB-387AB4E14D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9624" y="4153391"/>
            <a:ext cx="777441" cy="9741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DF8398D-7989-40CA-A0EE-9536D2EEBAF9}"/>
                  </a:ext>
                </a:extLst>
              </p:cNvPr>
              <p:cNvSpPr txBox="1"/>
              <p:nvPr/>
            </p:nvSpPr>
            <p:spPr>
              <a:xfrm>
                <a:off x="4740160" y="1474212"/>
                <a:ext cx="2432076" cy="3889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5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square</m:t>
                      </m:r>
                      <m:r>
                        <a:rPr lang="en-US" sz="135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5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loss</m:t>
                      </m:r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ℓ</m:t>
                      </m:r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DF8398D-7989-40CA-A0EE-9536D2EEB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160" y="1474212"/>
                <a:ext cx="2432076" cy="388953"/>
              </a:xfrm>
              <a:prstGeom prst="rect">
                <a:avLst/>
              </a:prstGeom>
              <a:blipFill>
                <a:blip r:embed="rId10"/>
                <a:stretch>
                  <a:fillRect l="-1253" t="-1563" r="-251" b="-140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TextBox 110">
            <a:extLst>
              <a:ext uri="{FF2B5EF4-FFF2-40B4-BE49-F238E27FC236}">
                <a16:creationId xmlns:a16="http://schemas.microsoft.com/office/drawing/2014/main" id="{E4BA8F33-6217-453C-BA47-0379DF0158AC}"/>
              </a:ext>
            </a:extLst>
          </p:cNvPr>
          <p:cNvSpPr txBox="1"/>
          <p:nvPr/>
        </p:nvSpPr>
        <p:spPr>
          <a:xfrm>
            <a:off x="4740160" y="2300205"/>
            <a:ext cx="1657441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350" dirty="0"/>
              <a:t>log (cross entropy) loss: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842B2B8-83F9-4454-ABDA-556CEBE27AFB}"/>
                  </a:ext>
                </a:extLst>
              </p:cNvPr>
              <p:cNvSpPr txBox="1"/>
              <p:nvPr/>
            </p:nvSpPr>
            <p:spPr>
              <a:xfrm>
                <a:off x="4734873" y="1071633"/>
                <a:ext cx="278871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US" sz="1350">
                          <a:latin typeface="Cambria Math" panose="02040503050406030204" pitchFamily="18" charset="0"/>
                        </a:rPr>
                        <m:t>expected</m:t>
                      </m:r>
                      <m:r>
                        <m:rPr>
                          <m:nor/>
                        </m:rPr>
                        <a:rPr lang="en-US" sz="13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35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m:rPr>
                          <m:nor/>
                        </m:rPr>
                        <a:rPr lang="en-US" sz="135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US" sz="1350">
                          <a:latin typeface="Cambria Math" panose="02040503050406030204" pitchFamily="18" charset="0"/>
                        </a:rPr>
                        <m:t>predicted</m:t>
                      </m:r>
                      <m:r>
                        <m:rPr>
                          <m:nor/>
                        </m:rPr>
                        <a:rPr lang="en-US" sz="13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350">
                          <a:latin typeface="Cambria Math" panose="02040503050406030204" pitchFamily="18" charset="0"/>
                        </a:rPr>
                        <m:t>value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842B2B8-83F9-4454-ABDA-556CEBE27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873" y="1071633"/>
                <a:ext cx="2788712" cy="207749"/>
              </a:xfrm>
              <a:prstGeom prst="rect">
                <a:avLst/>
              </a:prstGeom>
              <a:blipFill>
                <a:blip r:embed="rId11"/>
                <a:stretch>
                  <a:fillRect l="-1094" t="-2941" r="-1094" b="-323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44F0400-09E7-4125-8DE6-C99F1B33A3F3}"/>
                  </a:ext>
                </a:extLst>
              </p:cNvPr>
              <p:cNvSpPr txBox="1"/>
              <p:nvPr/>
            </p:nvSpPr>
            <p:spPr>
              <a:xfrm>
                <a:off x="7323181" y="1564814"/>
                <a:ext cx="1028615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44F0400-09E7-4125-8DE6-C99F1B33A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181" y="1564814"/>
                <a:ext cx="1028615" cy="207749"/>
              </a:xfrm>
              <a:prstGeom prst="rect">
                <a:avLst/>
              </a:prstGeom>
              <a:blipFill>
                <a:blip r:embed="rId12"/>
                <a:stretch>
                  <a:fillRect l="-3550" r="-3550" b="-235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853E90D7-D26A-4B33-A2C6-351EBCE16E1E}"/>
                  </a:ext>
                </a:extLst>
              </p:cNvPr>
              <p:cNvSpPr txBox="1"/>
              <p:nvPr/>
            </p:nvSpPr>
            <p:spPr>
              <a:xfrm>
                <a:off x="4734873" y="1360300"/>
                <a:ext cx="1623330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35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35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35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135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m:rPr>
                          <m:nor/>
                        </m:rPr>
                        <a:rPr lang="en-US" sz="135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(</m:t>
                      </m:r>
                      <m:r>
                        <m:rPr>
                          <m:nor/>
                        </m:rPr>
                        <a:rPr lang="en-US" sz="135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regression</m:t>
                      </m:r>
                      <m:r>
                        <m:rPr>
                          <m:nor/>
                        </m:rPr>
                        <a:rPr lang="en-US" sz="135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35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853E90D7-D26A-4B33-A2C6-351EBCE16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873" y="1360300"/>
                <a:ext cx="1623330" cy="207749"/>
              </a:xfrm>
              <a:prstGeom prst="rect">
                <a:avLst/>
              </a:prstGeom>
              <a:blipFill>
                <a:blip r:embed="rId13"/>
                <a:stretch>
                  <a:fillRect l="-2256" t="-2941" r="-3759" b="-352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57BEE160-A756-49BB-BE9D-EBACAE3482CE}"/>
                  </a:ext>
                </a:extLst>
              </p:cNvPr>
              <p:cNvSpPr txBox="1"/>
              <p:nvPr/>
            </p:nvSpPr>
            <p:spPr>
              <a:xfrm>
                <a:off x="4740160" y="2079318"/>
                <a:ext cx="1940852" cy="208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35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sz="135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{0,1</m:t>
                      </m:r>
                      <m:sSup>
                        <m:sSupPr>
                          <m:ctrlPr>
                            <a:rPr lang="en-US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e>
                        <m:sup>
                          <m:r>
                            <a:rPr lang="en-US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35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r>
                        <m:rPr>
                          <m:nor/>
                        </m:rPr>
                        <a:rPr lang="en-US" sz="135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US" sz="135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35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35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class</m:t>
                      </m:r>
                      <m:r>
                        <m:rPr>
                          <m:nor/>
                        </m:rPr>
                        <a:rPr lang="en-US" sz="135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.)</m:t>
                      </m:r>
                    </m:oMath>
                  </m:oMathPara>
                </a14:m>
                <a:endParaRPr lang="en-US" sz="135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57BEE160-A756-49BB-BE9D-EBACAE348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160" y="2079318"/>
                <a:ext cx="1940852" cy="208775"/>
              </a:xfrm>
              <a:prstGeom prst="rect">
                <a:avLst/>
              </a:prstGeom>
              <a:blipFill>
                <a:blip r:embed="rId14"/>
                <a:stretch>
                  <a:fillRect l="-1572" r="-3145" b="-3823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picture containing different, object, photo, group&#10;&#10;Description automatically generated">
            <a:extLst>
              <a:ext uri="{FF2B5EF4-FFF2-40B4-BE49-F238E27FC236}">
                <a16:creationId xmlns:a16="http://schemas.microsoft.com/office/drawing/2014/main" id="{5962B037-78B0-4945-AA95-31D019631C3C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23" y="1183027"/>
            <a:ext cx="696743" cy="6403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3FC16B-8839-43C7-AF76-CDFB6FB9C2E6}"/>
              </a:ext>
            </a:extLst>
          </p:cNvPr>
          <p:cNvSpPr txBox="1"/>
          <p:nvPr/>
        </p:nvSpPr>
        <p:spPr>
          <a:xfrm>
            <a:off x="166989" y="960126"/>
            <a:ext cx="10246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Linear/Identity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633FCB-F240-4E39-A4D8-0C90D06749B4}"/>
                  </a:ext>
                </a:extLst>
              </p:cNvPr>
              <p:cNvSpPr txBox="1"/>
              <p:nvPr/>
            </p:nvSpPr>
            <p:spPr>
              <a:xfrm>
                <a:off x="1099927" y="1399345"/>
                <a:ext cx="1621726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135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sSup>
                        <m:sSup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633FCB-F240-4E39-A4D8-0C90D0674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927" y="1399345"/>
                <a:ext cx="1621726" cy="207749"/>
              </a:xfrm>
              <a:prstGeom prst="rect">
                <a:avLst/>
              </a:prstGeom>
              <a:blipFill>
                <a:blip r:embed="rId16"/>
                <a:stretch>
                  <a:fillRect l="-2256" r="-2256" b="-235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74AC40-227B-4EA8-BA13-4F55DEEE06DA}"/>
                  </a:ext>
                </a:extLst>
              </p:cNvPr>
              <p:cNvSpPr txBox="1"/>
              <p:nvPr/>
            </p:nvSpPr>
            <p:spPr>
              <a:xfrm>
                <a:off x="6621450" y="2105255"/>
                <a:ext cx="1724703" cy="5854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35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35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3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74AC40-227B-4EA8-BA13-4F55DEEE0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450" y="2105255"/>
                <a:ext cx="1724703" cy="58541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FEC3A1-34C8-42A6-86F0-DEE70A9D0400}"/>
                  </a:ext>
                </a:extLst>
              </p:cNvPr>
              <p:cNvSpPr txBox="1"/>
              <p:nvPr/>
            </p:nvSpPr>
            <p:spPr>
              <a:xfrm>
                <a:off x="4960370" y="2683093"/>
                <a:ext cx="1008866" cy="5551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3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</m:sSubSup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35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13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35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35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FEC3A1-34C8-42A6-86F0-DEE70A9D0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370" y="2683093"/>
                <a:ext cx="1008866" cy="555152"/>
              </a:xfrm>
              <a:prstGeom prst="rect">
                <a:avLst/>
              </a:prstGeom>
              <a:blipFill>
                <a:blip r:embed="rId18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EE0A95C-79E4-4ACF-9468-83A1B98AAEE3}"/>
                  </a:ext>
                </a:extLst>
              </p:cNvPr>
              <p:cNvSpPr txBox="1"/>
              <p:nvPr/>
            </p:nvSpPr>
            <p:spPr>
              <a:xfrm>
                <a:off x="6665187" y="2879946"/>
                <a:ext cx="1171924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EE0A95C-79E4-4ACF-9468-83A1B98AA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187" y="2879946"/>
                <a:ext cx="1171924" cy="207749"/>
              </a:xfrm>
              <a:prstGeom prst="rect">
                <a:avLst/>
              </a:prstGeom>
              <a:blipFill>
                <a:blip r:embed="rId19"/>
                <a:stretch>
                  <a:fillRect l="-3109" r="-518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523CDA13-26B1-41F0-A01E-9AB1DD87D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118" y="3358092"/>
            <a:ext cx="2943424" cy="795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046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867BF-3DD5-4DBF-87E6-E138D0E91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Derivation of formulae for backpropagation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AEDCB-61B3-4B8D-B96B-AC43EB18D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notes</a:t>
            </a:r>
          </a:p>
        </p:txBody>
      </p:sp>
    </p:spTree>
    <p:extLst>
      <p:ext uri="{BB962C8B-B14F-4D97-AF65-F5344CB8AC3E}">
        <p14:creationId xmlns:p14="http://schemas.microsoft.com/office/powerpoint/2010/main" val="1339863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Backpropagation algorithm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1000" y="651057"/>
            <a:ext cx="64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Training set</a:t>
            </a:r>
          </a:p>
        </p:txBody>
      </p:sp>
      <p:pic>
        <p:nvPicPr>
          <p:cNvPr id="31" name="Picture 3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697572"/>
            <a:ext cx="3200400" cy="291465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388706" y="1044306"/>
            <a:ext cx="4458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Set                    (for all          ).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36104" y="1064854"/>
            <a:ext cx="2264296" cy="375285"/>
            <a:chOff x="936104" y="1064854"/>
            <a:chExt cx="2264296" cy="375285"/>
          </a:xfrm>
        </p:grpSpPr>
        <p:pic>
          <p:nvPicPr>
            <p:cNvPr id="30" name="Picture 29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104" y="1064854"/>
              <a:ext cx="902970" cy="375285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6530" y="1147689"/>
              <a:ext cx="483870" cy="228600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>
            <a:off x="381000" y="1428750"/>
            <a:ext cx="8763000" cy="2362821"/>
            <a:chOff x="381000" y="1428750"/>
            <a:chExt cx="8763000" cy="2362821"/>
          </a:xfrm>
        </p:grpSpPr>
        <p:sp>
          <p:nvSpPr>
            <p:cNvPr id="122" name="TextBox 121"/>
            <p:cNvSpPr txBox="1"/>
            <p:nvPr/>
          </p:nvSpPr>
          <p:spPr>
            <a:xfrm>
              <a:off x="381000" y="1428750"/>
              <a:ext cx="8763000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500"/>
                </a:spcBef>
              </a:pPr>
              <a:r>
                <a:rPr lang="en-US" sz="2200" dirty="0"/>
                <a:t>For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Set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Perform forward propagation to compute         for      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Using       , compute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Compute </a:t>
              </a:r>
            </a:p>
          </p:txBody>
        </p:sp>
        <p:pic>
          <p:nvPicPr>
            <p:cNvPr id="29" name="Picture 28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352" y="1569249"/>
              <a:ext cx="1154430" cy="17145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3573" y="1885790"/>
              <a:ext cx="1089660" cy="230505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8481" y="2297277"/>
              <a:ext cx="327660" cy="230505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0480" y="2337721"/>
              <a:ext cx="1501140" cy="226695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1296" y="2707379"/>
              <a:ext cx="339090" cy="28003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1909" y="2707820"/>
              <a:ext cx="1857375" cy="280035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5261" y="3082529"/>
              <a:ext cx="2409825" cy="27813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554" y="3416286"/>
              <a:ext cx="2577465" cy="375285"/>
            </a:xfrm>
            <a:prstGeom prst="rect">
              <a:avLst/>
            </a:prstGeom>
          </p:spPr>
        </p:pic>
      </p:grp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019550"/>
            <a:ext cx="3333750" cy="375285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37" y="4476751"/>
            <a:ext cx="1520190" cy="375285"/>
          </a:xfrm>
          <a:prstGeom prst="rect">
            <a:avLst/>
          </a:prstGeom>
        </p:spPr>
      </p:pic>
      <p:pic>
        <p:nvPicPr>
          <p:cNvPr id="134" name="Picture 13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95" y="4551045"/>
            <a:ext cx="798195" cy="230505"/>
          </a:xfrm>
          <a:prstGeom prst="rect">
            <a:avLst/>
          </a:prstGeom>
        </p:spPr>
      </p:pic>
      <p:cxnSp>
        <p:nvCxnSpPr>
          <p:cNvPr id="136" name="Straight Connector 135"/>
          <p:cNvCxnSpPr/>
          <p:nvPr/>
        </p:nvCxnSpPr>
        <p:spPr>
          <a:xfrm>
            <a:off x="5029200" y="3791571"/>
            <a:ext cx="0" cy="11423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946" y="4061827"/>
            <a:ext cx="2196846" cy="58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470326" y="3473387"/>
                <a:ext cx="2947795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it-IT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d>
                            <m:dPr>
                              <m:ctrlPr>
                                <a:rPr lang="en-GB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p>
                      <m:r>
                        <a:rPr lang="en-GB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d>
                            <m:dPr>
                              <m:ctrlP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GB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326" y="3473387"/>
                <a:ext cx="2947795" cy="328680"/>
              </a:xfrm>
              <a:prstGeom prst="rect">
                <a:avLst/>
              </a:prstGeom>
              <a:blipFill rotWithShape="0">
                <a:blip r:embed="rId32"/>
                <a:stretch>
                  <a:fillRect l="-1446" t="-3704" r="-413" b="-3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990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2190750"/>
            <a:ext cx="4331545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Random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3438229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Initial value </a:t>
            </a:r>
            <a:r>
              <a:rPr lang="en-US" sz="2800" b="1" dirty="0"/>
              <a:t>of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80999" y="871775"/>
            <a:ext cx="83820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gradient descent and advanced optimization method, need initial value for     .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408051"/>
            <a:ext cx="237363" cy="2586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625" y="1422838"/>
            <a:ext cx="237363" cy="2586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0998" y="2724150"/>
            <a:ext cx="83820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Consider gradient descent</a:t>
            </a:r>
          </a:p>
          <a:p>
            <a:r>
              <a:rPr lang="en-US" sz="2800" dirty="0"/>
              <a:t>Set 					         ?</a:t>
            </a:r>
          </a:p>
          <a:p>
            <a:r>
              <a:rPr lang="en-US" sz="2800" dirty="0"/>
              <a:t>Bad Idea: it works for logistic regression, but it does not work for NN where hidden units have the same activation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224" y="3210934"/>
            <a:ext cx="5936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initialTheta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zeros(n,1)</a:t>
            </a:r>
          </a:p>
        </p:txBody>
      </p:sp>
    </p:spTree>
    <p:extLst>
      <p:ext uri="{BB962C8B-B14F-4D97-AF65-F5344CB8AC3E}">
        <p14:creationId xmlns:p14="http://schemas.microsoft.com/office/powerpoint/2010/main" val="372605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Zero initialization</a:t>
            </a:r>
          </a:p>
        </p:txBody>
      </p:sp>
      <p:sp>
        <p:nvSpPr>
          <p:cNvPr id="11" name="Oval 10"/>
          <p:cNvSpPr/>
          <p:nvPr/>
        </p:nvSpPr>
        <p:spPr>
          <a:xfrm>
            <a:off x="794290" y="2004481"/>
            <a:ext cx="414410" cy="420776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94290" y="1457473"/>
            <a:ext cx="414410" cy="420776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94290" y="910464"/>
            <a:ext cx="414410" cy="420776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913196" y="1457473"/>
            <a:ext cx="414410" cy="42077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3" idx="6"/>
            <a:endCxn id="14" idx="2"/>
          </p:cNvCxnSpPr>
          <p:nvPr/>
        </p:nvCxnSpPr>
        <p:spPr>
          <a:xfrm>
            <a:off x="1208700" y="1120852"/>
            <a:ext cx="704496" cy="547009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6"/>
            <a:endCxn id="14" idx="2"/>
          </p:cNvCxnSpPr>
          <p:nvPr/>
        </p:nvCxnSpPr>
        <p:spPr>
          <a:xfrm>
            <a:off x="1208700" y="1667862"/>
            <a:ext cx="704496" cy="878"/>
          </a:xfrm>
          <a:prstGeom prst="straightConnector1">
            <a:avLst/>
          </a:prstGeom>
          <a:ln w="127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6"/>
            <a:endCxn id="14" idx="2"/>
          </p:cNvCxnSpPr>
          <p:nvPr/>
        </p:nvCxnSpPr>
        <p:spPr>
          <a:xfrm flipV="1">
            <a:off x="1208700" y="1667861"/>
            <a:ext cx="704496" cy="547009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27" idx="6"/>
          </p:cNvCxnSpPr>
          <p:nvPr/>
        </p:nvCxnSpPr>
        <p:spPr>
          <a:xfrm>
            <a:off x="3405070" y="1478294"/>
            <a:ext cx="414410" cy="87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913196" y="2004481"/>
            <a:ext cx="414410" cy="42077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13" idx="6"/>
            <a:endCxn id="19" idx="2"/>
          </p:cNvCxnSpPr>
          <p:nvPr/>
        </p:nvCxnSpPr>
        <p:spPr>
          <a:xfrm>
            <a:off x="1208700" y="1120852"/>
            <a:ext cx="704496" cy="1094017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9" idx="2"/>
          </p:cNvCxnSpPr>
          <p:nvPr/>
        </p:nvCxnSpPr>
        <p:spPr>
          <a:xfrm>
            <a:off x="1208700" y="1667861"/>
            <a:ext cx="704496" cy="547009"/>
          </a:xfrm>
          <a:prstGeom prst="straightConnector1">
            <a:avLst/>
          </a:prstGeom>
          <a:ln w="127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1" idx="6"/>
            <a:endCxn id="19" idx="2"/>
          </p:cNvCxnSpPr>
          <p:nvPr/>
        </p:nvCxnSpPr>
        <p:spPr>
          <a:xfrm>
            <a:off x="1208700" y="2214869"/>
            <a:ext cx="704496" cy="87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913196" y="910464"/>
            <a:ext cx="414410" cy="42077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990660" y="1267903"/>
            <a:ext cx="414410" cy="42077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>
            <a:stCxn id="26" idx="6"/>
            <a:endCxn id="27" idx="2"/>
          </p:cNvCxnSpPr>
          <p:nvPr/>
        </p:nvCxnSpPr>
        <p:spPr>
          <a:xfrm>
            <a:off x="2327604" y="1120852"/>
            <a:ext cx="663054" cy="35743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6"/>
            <a:endCxn id="27" idx="2"/>
          </p:cNvCxnSpPr>
          <p:nvPr/>
        </p:nvCxnSpPr>
        <p:spPr>
          <a:xfrm flipV="1">
            <a:off x="2327604" y="1478292"/>
            <a:ext cx="663054" cy="189568"/>
          </a:xfrm>
          <a:prstGeom prst="straightConnector1">
            <a:avLst/>
          </a:prstGeom>
          <a:ln w="127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6"/>
            <a:endCxn id="27" idx="2"/>
          </p:cNvCxnSpPr>
          <p:nvPr/>
        </p:nvCxnSpPr>
        <p:spPr>
          <a:xfrm flipV="1">
            <a:off x="2327604" y="1478292"/>
            <a:ext cx="663054" cy="736577"/>
          </a:xfrm>
          <a:prstGeom prst="straightConnector1">
            <a:avLst/>
          </a:prstGeom>
          <a:ln w="127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377" y="1352060"/>
            <a:ext cx="481001" cy="203163"/>
          </a:xfrm>
          <a:prstGeom prst="rect">
            <a:avLst/>
          </a:prstGeom>
          <a:ln w="12700">
            <a:noFill/>
          </a:ln>
        </p:spPr>
      </p:pic>
      <p:pic>
        <p:nvPicPr>
          <p:cNvPr id="39" name="Picture 3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36" y="1059047"/>
            <a:ext cx="157515" cy="106159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15" y="1610054"/>
            <a:ext cx="151558" cy="10483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16" y="2157611"/>
            <a:ext cx="155443" cy="104832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747" y="1061715"/>
            <a:ext cx="175918" cy="118562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751" y="1572978"/>
            <a:ext cx="247414" cy="23354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973" y="2124533"/>
            <a:ext cx="247414" cy="233549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871404"/>
            <a:ext cx="2761350" cy="4598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57200" y="3654844"/>
                <a:ext cx="8077202" cy="1400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After each update, parameters corresponding to inputs going into each of two hidden units are identical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</m:oMath>
                </a14:m>
                <a:r>
                  <a:rPr lang="en-US" sz="2000" dirty="0"/>
                  <a:t> as before</a:t>
                </a:r>
              </a:p>
              <a:p>
                <a:r>
                  <a:rPr lang="en-US" sz="2000" dirty="0"/>
                  <a:t>Each hidden layer is like having only 1 hidden unit and the net cannot compute complicated functions!</a:t>
                </a: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654844"/>
                <a:ext cx="8077202" cy="1400320"/>
              </a:xfrm>
              <a:prstGeom prst="rect">
                <a:avLst/>
              </a:prstGeom>
              <a:blipFill>
                <a:blip r:embed="rId18"/>
                <a:stretch>
                  <a:fillRect l="-755" t="-2620" b="-6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825295-00E2-405E-86EC-9DF94E0B82E1}"/>
                  </a:ext>
                </a:extLst>
              </p:cNvPr>
              <p:cNvSpPr txBox="1"/>
              <p:nvPr/>
            </p:nvSpPr>
            <p:spPr>
              <a:xfrm>
                <a:off x="4164990" y="1671296"/>
                <a:ext cx="4953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forward propagation hidden units receive the same input (0 initially), thus they compute the same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825295-00E2-405E-86EC-9DF94E0B8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990" y="1671296"/>
                <a:ext cx="4953000" cy="923330"/>
              </a:xfrm>
              <a:prstGeom prst="rect">
                <a:avLst/>
              </a:prstGeom>
              <a:blipFill>
                <a:blip r:embed="rId19"/>
                <a:stretch>
                  <a:fillRect l="-984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53D89C-913E-4C77-9F92-477621092AC9}"/>
                  </a:ext>
                </a:extLst>
              </p:cNvPr>
              <p:cNvSpPr txBox="1"/>
              <p:nvPr/>
            </p:nvSpPr>
            <p:spPr>
              <a:xfrm>
                <a:off x="950890" y="2752063"/>
                <a:ext cx="6593921" cy="9005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;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den>
                    </m:f>
                  </m:oMath>
                </a14:m>
                <a:br>
                  <a:rPr lang="en-US" dirty="0"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53D89C-913E-4C77-9F92-477621092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890" y="2752063"/>
                <a:ext cx="6593921" cy="900568"/>
              </a:xfrm>
              <a:prstGeom prst="rect">
                <a:avLst/>
              </a:prstGeom>
              <a:blipFill>
                <a:blip r:embed="rId20"/>
                <a:stretch>
                  <a:fillRect l="-924" t="-676" b="-6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34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Random initialization: Symmetry breaking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0999" y="871775"/>
            <a:ext cx="83820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Initialize each            to a random value in </a:t>
            </a:r>
          </a:p>
          <a:p>
            <a:r>
              <a:rPr lang="en-US" sz="2400" dirty="0"/>
              <a:t>(i.e.                            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We need to ensure that parameters entering a unit are not the same.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857250"/>
            <a:ext cx="464058" cy="45034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700" y="949572"/>
            <a:ext cx="717804" cy="3063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51" y="1241284"/>
            <a:ext cx="1778508" cy="4503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DFAF8C-2742-4ACD-9F95-A350D8FB71FD}"/>
                  </a:ext>
                </a:extLst>
              </p:cNvPr>
              <p:cNvSpPr txBox="1"/>
              <p:nvPr/>
            </p:nvSpPr>
            <p:spPr>
              <a:xfrm>
                <a:off x="3124200" y="1969300"/>
                <a:ext cx="24407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rand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()∗2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DFAF8C-2742-4ACD-9F95-A350D8FB7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1969300"/>
                <a:ext cx="2440733" cy="307777"/>
              </a:xfrm>
              <a:prstGeom prst="rect">
                <a:avLst/>
              </a:prstGeom>
              <a:blipFill>
                <a:blip r:embed="rId8"/>
                <a:stretch>
                  <a:fillRect l="-2000" t="-1961" r="-75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1289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Neural Networks: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2343150"/>
            <a:ext cx="4255345" cy="167640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Putting it together</a:t>
            </a:r>
          </a:p>
        </p:txBody>
      </p:sp>
    </p:spTree>
    <p:extLst>
      <p:ext uri="{BB962C8B-B14F-4D97-AF65-F5344CB8AC3E}">
        <p14:creationId xmlns:p14="http://schemas.microsoft.com/office/powerpoint/2010/main" val="2895377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85750"/>
            <a:ext cx="731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Calibri"/>
              </a:rPr>
              <a:t>Training a 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662285"/>
            <a:ext cx="8583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Pick a network architecture (connectivity pattern between neurons)</a:t>
            </a:r>
          </a:p>
        </p:txBody>
      </p:sp>
      <p:grpSp>
        <p:nvGrpSpPr>
          <p:cNvPr id="329" name="Group 328"/>
          <p:cNvGrpSpPr/>
          <p:nvPr/>
        </p:nvGrpSpPr>
        <p:grpSpPr>
          <a:xfrm>
            <a:off x="553633" y="1065322"/>
            <a:ext cx="1477790" cy="1043313"/>
            <a:chOff x="530062" y="1212293"/>
            <a:chExt cx="1790346" cy="1263977"/>
          </a:xfrm>
        </p:grpSpPr>
        <p:sp>
          <p:nvSpPr>
            <p:cNvPr id="17" name="Oval 16"/>
            <p:cNvSpPr/>
            <p:nvPr/>
          </p:nvSpPr>
          <p:spPr>
            <a:xfrm>
              <a:off x="530062" y="1824830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530062" y="1576146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530062" y="1327463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1268604" y="1212294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2" name="Straight Arrow Connector 21"/>
            <p:cNvCxnSpPr>
              <a:stCxn id="19" idx="6"/>
              <a:endCxn id="20" idx="2"/>
            </p:cNvCxnSpPr>
            <p:nvPr/>
          </p:nvCxnSpPr>
          <p:spPr>
            <a:xfrm flipV="1">
              <a:off x="742737" y="1319054"/>
              <a:ext cx="525867" cy="11516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8" idx="6"/>
              <a:endCxn id="20" idx="2"/>
            </p:cNvCxnSpPr>
            <p:nvPr/>
          </p:nvCxnSpPr>
          <p:spPr>
            <a:xfrm flipV="1">
              <a:off x="742737" y="1319054"/>
              <a:ext cx="525867" cy="36385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7" idx="6"/>
              <a:endCxn id="20" idx="2"/>
            </p:cNvCxnSpPr>
            <p:nvPr/>
          </p:nvCxnSpPr>
          <p:spPr>
            <a:xfrm flipV="1">
              <a:off x="742737" y="1319054"/>
              <a:ext cx="525867" cy="61253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1268603" y="148944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6" name="Straight Arrow Connector 25"/>
            <p:cNvCxnSpPr>
              <a:stCxn id="19" idx="6"/>
              <a:endCxn id="25" idx="2"/>
            </p:cNvCxnSpPr>
            <p:nvPr/>
          </p:nvCxnSpPr>
          <p:spPr>
            <a:xfrm>
              <a:off x="742737" y="1434223"/>
              <a:ext cx="525866" cy="1619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8" idx="6"/>
              <a:endCxn id="25" idx="2"/>
            </p:cNvCxnSpPr>
            <p:nvPr/>
          </p:nvCxnSpPr>
          <p:spPr>
            <a:xfrm flipV="1">
              <a:off x="742737" y="1596201"/>
              <a:ext cx="525866" cy="867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7" idx="6"/>
              <a:endCxn id="25" idx="2"/>
            </p:cNvCxnSpPr>
            <p:nvPr/>
          </p:nvCxnSpPr>
          <p:spPr>
            <a:xfrm flipV="1">
              <a:off x="742737" y="1596201"/>
              <a:ext cx="525866" cy="33538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1268602" y="1755763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0" name="Straight Arrow Connector 29"/>
            <p:cNvCxnSpPr>
              <a:stCxn id="19" idx="6"/>
              <a:endCxn id="29" idx="2"/>
            </p:cNvCxnSpPr>
            <p:nvPr/>
          </p:nvCxnSpPr>
          <p:spPr>
            <a:xfrm>
              <a:off x="742737" y="1434223"/>
              <a:ext cx="525865" cy="428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18" idx="6"/>
              <a:endCxn id="29" idx="2"/>
            </p:cNvCxnSpPr>
            <p:nvPr/>
          </p:nvCxnSpPr>
          <p:spPr>
            <a:xfrm>
              <a:off x="742737" y="1682906"/>
              <a:ext cx="525865" cy="1796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7" idx="6"/>
              <a:endCxn id="29" idx="2"/>
            </p:cNvCxnSpPr>
            <p:nvPr/>
          </p:nvCxnSpPr>
          <p:spPr>
            <a:xfrm flipV="1">
              <a:off x="742737" y="1862523"/>
              <a:ext cx="525865" cy="690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/>
            <p:cNvSpPr/>
            <p:nvPr/>
          </p:nvSpPr>
          <p:spPr>
            <a:xfrm>
              <a:off x="1268602" y="2016304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7" name="Straight Arrow Connector 36"/>
            <p:cNvCxnSpPr>
              <a:stCxn id="19" idx="6"/>
              <a:endCxn id="36" idx="2"/>
            </p:cNvCxnSpPr>
            <p:nvPr/>
          </p:nvCxnSpPr>
          <p:spPr>
            <a:xfrm>
              <a:off x="742737" y="1434223"/>
              <a:ext cx="525865" cy="6888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8" idx="6"/>
              <a:endCxn id="36" idx="2"/>
            </p:cNvCxnSpPr>
            <p:nvPr/>
          </p:nvCxnSpPr>
          <p:spPr>
            <a:xfrm>
              <a:off x="742737" y="1682906"/>
              <a:ext cx="525865" cy="4401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7" idx="6"/>
              <a:endCxn id="36" idx="2"/>
            </p:cNvCxnSpPr>
            <p:nvPr/>
          </p:nvCxnSpPr>
          <p:spPr>
            <a:xfrm>
              <a:off x="742737" y="1931590"/>
              <a:ext cx="525865" cy="19147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2106362" y="1212293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7" name="Straight Arrow Connector 46"/>
            <p:cNvCxnSpPr>
              <a:stCxn id="20" idx="6"/>
              <a:endCxn id="46" idx="2"/>
            </p:cNvCxnSpPr>
            <p:nvPr/>
          </p:nvCxnSpPr>
          <p:spPr>
            <a:xfrm flipV="1">
              <a:off x="1481279" y="1319053"/>
              <a:ext cx="625083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25" idx="6"/>
              <a:endCxn id="46" idx="2"/>
            </p:cNvCxnSpPr>
            <p:nvPr/>
          </p:nvCxnSpPr>
          <p:spPr>
            <a:xfrm flipV="1">
              <a:off x="1481278" y="1319053"/>
              <a:ext cx="625083" cy="27714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29" idx="6"/>
              <a:endCxn id="46" idx="2"/>
            </p:cNvCxnSpPr>
            <p:nvPr/>
          </p:nvCxnSpPr>
          <p:spPr>
            <a:xfrm flipV="1">
              <a:off x="1481278" y="1319053"/>
              <a:ext cx="625084" cy="54347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36" idx="6"/>
              <a:endCxn id="46" idx="2"/>
            </p:cNvCxnSpPr>
            <p:nvPr/>
          </p:nvCxnSpPr>
          <p:spPr>
            <a:xfrm flipV="1">
              <a:off x="1481277" y="1319053"/>
              <a:ext cx="625085" cy="80401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/>
            <p:cNvSpPr/>
            <p:nvPr/>
          </p:nvSpPr>
          <p:spPr>
            <a:xfrm>
              <a:off x="2106361" y="1492762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53" name="Straight Arrow Connector 52"/>
            <p:cNvCxnSpPr>
              <a:endCxn id="52" idx="2"/>
            </p:cNvCxnSpPr>
            <p:nvPr/>
          </p:nvCxnSpPr>
          <p:spPr>
            <a:xfrm flipV="1">
              <a:off x="1481278" y="1599523"/>
              <a:ext cx="625083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29" idx="6"/>
              <a:endCxn id="52" idx="2"/>
            </p:cNvCxnSpPr>
            <p:nvPr/>
          </p:nvCxnSpPr>
          <p:spPr>
            <a:xfrm flipV="1">
              <a:off x="1481278" y="1599523"/>
              <a:ext cx="625083" cy="26300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endCxn id="52" idx="2"/>
            </p:cNvCxnSpPr>
            <p:nvPr/>
          </p:nvCxnSpPr>
          <p:spPr>
            <a:xfrm flipV="1">
              <a:off x="1481277" y="1599523"/>
              <a:ext cx="625084" cy="54347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20" idx="6"/>
              <a:endCxn id="52" idx="2"/>
            </p:cNvCxnSpPr>
            <p:nvPr/>
          </p:nvCxnSpPr>
          <p:spPr>
            <a:xfrm>
              <a:off x="1481279" y="1319054"/>
              <a:ext cx="625082" cy="28046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/>
            <p:cNvSpPr/>
            <p:nvPr/>
          </p:nvSpPr>
          <p:spPr>
            <a:xfrm>
              <a:off x="2107733" y="175049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V="1">
              <a:off x="1482650" y="1857259"/>
              <a:ext cx="625083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endCxn id="58" idx="2"/>
            </p:cNvCxnSpPr>
            <p:nvPr/>
          </p:nvCxnSpPr>
          <p:spPr>
            <a:xfrm flipV="1">
              <a:off x="1482650" y="1857259"/>
              <a:ext cx="625083" cy="27714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stCxn id="25" idx="6"/>
              <a:endCxn id="58" idx="2"/>
            </p:cNvCxnSpPr>
            <p:nvPr/>
          </p:nvCxnSpPr>
          <p:spPr>
            <a:xfrm>
              <a:off x="1481278" y="1596202"/>
              <a:ext cx="626455" cy="26105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20" idx="6"/>
              <a:endCxn id="58" idx="2"/>
            </p:cNvCxnSpPr>
            <p:nvPr/>
          </p:nvCxnSpPr>
          <p:spPr>
            <a:xfrm>
              <a:off x="1481279" y="1319054"/>
              <a:ext cx="626454" cy="5382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2106360" y="200901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65" name="Straight Arrow Connector 64"/>
            <p:cNvCxnSpPr>
              <a:stCxn id="36" idx="6"/>
              <a:endCxn id="64" idx="2"/>
            </p:cNvCxnSpPr>
            <p:nvPr/>
          </p:nvCxnSpPr>
          <p:spPr>
            <a:xfrm flipV="1">
              <a:off x="1481277" y="2115780"/>
              <a:ext cx="625083" cy="72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29" idx="6"/>
              <a:endCxn id="64" idx="2"/>
            </p:cNvCxnSpPr>
            <p:nvPr/>
          </p:nvCxnSpPr>
          <p:spPr>
            <a:xfrm>
              <a:off x="1481278" y="1862524"/>
              <a:ext cx="625083" cy="25325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25" idx="6"/>
              <a:endCxn id="64" idx="2"/>
            </p:cNvCxnSpPr>
            <p:nvPr/>
          </p:nvCxnSpPr>
          <p:spPr>
            <a:xfrm>
              <a:off x="1481278" y="1596202"/>
              <a:ext cx="625082" cy="5195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20" idx="6"/>
              <a:endCxn id="64" idx="2"/>
            </p:cNvCxnSpPr>
            <p:nvPr/>
          </p:nvCxnSpPr>
          <p:spPr>
            <a:xfrm>
              <a:off x="1481279" y="1319054"/>
              <a:ext cx="625081" cy="79672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Oval 98"/>
            <p:cNvSpPr/>
            <p:nvPr/>
          </p:nvSpPr>
          <p:spPr>
            <a:xfrm>
              <a:off x="1269690" y="226275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00" name="Straight Arrow Connector 99"/>
            <p:cNvCxnSpPr>
              <a:stCxn id="19" idx="6"/>
              <a:endCxn id="99" idx="2"/>
            </p:cNvCxnSpPr>
            <p:nvPr/>
          </p:nvCxnSpPr>
          <p:spPr>
            <a:xfrm>
              <a:off x="742737" y="1434223"/>
              <a:ext cx="526953" cy="9352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stCxn id="18" idx="6"/>
              <a:endCxn id="99" idx="2"/>
            </p:cNvCxnSpPr>
            <p:nvPr/>
          </p:nvCxnSpPr>
          <p:spPr>
            <a:xfrm>
              <a:off x="742737" y="1682906"/>
              <a:ext cx="526953" cy="68660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17" idx="6"/>
              <a:endCxn id="99" idx="2"/>
            </p:cNvCxnSpPr>
            <p:nvPr/>
          </p:nvCxnSpPr>
          <p:spPr>
            <a:xfrm>
              <a:off x="742737" y="1931590"/>
              <a:ext cx="526953" cy="43792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stCxn id="99" idx="6"/>
              <a:endCxn id="46" idx="2"/>
            </p:cNvCxnSpPr>
            <p:nvPr/>
          </p:nvCxnSpPr>
          <p:spPr>
            <a:xfrm flipV="1">
              <a:off x="1482365" y="1319053"/>
              <a:ext cx="623997" cy="105045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stCxn id="99" idx="6"/>
              <a:endCxn id="52" idx="2"/>
            </p:cNvCxnSpPr>
            <p:nvPr/>
          </p:nvCxnSpPr>
          <p:spPr>
            <a:xfrm flipV="1">
              <a:off x="1482365" y="1599522"/>
              <a:ext cx="623996" cy="7699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99" idx="6"/>
              <a:endCxn id="58" idx="2"/>
            </p:cNvCxnSpPr>
            <p:nvPr/>
          </p:nvCxnSpPr>
          <p:spPr>
            <a:xfrm flipV="1">
              <a:off x="1482365" y="1857259"/>
              <a:ext cx="625368" cy="51225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>
              <a:stCxn id="99" idx="6"/>
              <a:endCxn id="64" idx="2"/>
            </p:cNvCxnSpPr>
            <p:nvPr/>
          </p:nvCxnSpPr>
          <p:spPr>
            <a:xfrm flipV="1">
              <a:off x="1482365" y="2115779"/>
              <a:ext cx="623995" cy="2537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Group 163"/>
          <p:cNvGrpSpPr/>
          <p:nvPr/>
        </p:nvGrpSpPr>
        <p:grpSpPr>
          <a:xfrm>
            <a:off x="3046947" y="1047750"/>
            <a:ext cx="2134972" cy="1068738"/>
            <a:chOff x="1905000" y="2190750"/>
            <a:chExt cx="3483917" cy="1744001"/>
          </a:xfrm>
        </p:grpSpPr>
        <p:sp>
          <p:nvSpPr>
            <p:cNvPr id="169" name="Oval 168"/>
            <p:cNvSpPr/>
            <p:nvPr/>
          </p:nvSpPr>
          <p:spPr>
            <a:xfrm>
              <a:off x="1905000" y="3183496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0" name="Oval 169"/>
            <p:cNvSpPr/>
            <p:nvPr/>
          </p:nvSpPr>
          <p:spPr>
            <a:xfrm>
              <a:off x="1905000" y="2848532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1" name="Oval 170"/>
            <p:cNvSpPr/>
            <p:nvPr/>
          </p:nvSpPr>
          <p:spPr>
            <a:xfrm>
              <a:off x="1905000" y="2513568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2" name="Oval 171"/>
            <p:cNvSpPr/>
            <p:nvPr/>
          </p:nvSpPr>
          <p:spPr>
            <a:xfrm>
              <a:off x="2899779" y="2190751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3" name="Oval 172"/>
            <p:cNvSpPr/>
            <p:nvPr/>
          </p:nvSpPr>
          <p:spPr>
            <a:xfrm>
              <a:off x="5102454" y="236976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74" name="Straight Arrow Connector 173"/>
            <p:cNvCxnSpPr>
              <a:stCxn id="171" idx="6"/>
              <a:endCxn id="172" idx="2"/>
            </p:cNvCxnSpPr>
            <p:nvPr/>
          </p:nvCxnSpPr>
          <p:spPr>
            <a:xfrm flipV="1">
              <a:off x="2191463" y="2334552"/>
              <a:ext cx="708316" cy="3228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>
              <a:stCxn id="170" idx="6"/>
              <a:endCxn id="172" idx="2"/>
            </p:cNvCxnSpPr>
            <p:nvPr/>
          </p:nvCxnSpPr>
          <p:spPr>
            <a:xfrm flipV="1">
              <a:off x="2191463" y="2334552"/>
              <a:ext cx="708316" cy="6577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Arrow Connector 175"/>
            <p:cNvCxnSpPr>
              <a:stCxn id="169" idx="6"/>
              <a:endCxn id="172" idx="2"/>
            </p:cNvCxnSpPr>
            <p:nvPr/>
          </p:nvCxnSpPr>
          <p:spPr>
            <a:xfrm flipV="1">
              <a:off x="2191463" y="2334552"/>
              <a:ext cx="708316" cy="992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Oval 176"/>
            <p:cNvSpPr/>
            <p:nvPr/>
          </p:nvSpPr>
          <p:spPr>
            <a:xfrm>
              <a:off x="2899778" y="2564055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78" name="Straight Arrow Connector 177"/>
            <p:cNvCxnSpPr>
              <a:stCxn id="171" idx="6"/>
              <a:endCxn id="177" idx="2"/>
            </p:cNvCxnSpPr>
            <p:nvPr/>
          </p:nvCxnSpPr>
          <p:spPr>
            <a:xfrm>
              <a:off x="2191463" y="2657369"/>
              <a:ext cx="708315" cy="504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Arrow Connector 178"/>
            <p:cNvCxnSpPr>
              <a:stCxn id="170" idx="6"/>
              <a:endCxn id="177" idx="2"/>
            </p:cNvCxnSpPr>
            <p:nvPr/>
          </p:nvCxnSpPr>
          <p:spPr>
            <a:xfrm flipV="1">
              <a:off x="2191463" y="2707856"/>
              <a:ext cx="708315" cy="2844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/>
            <p:cNvCxnSpPr>
              <a:stCxn id="169" idx="6"/>
              <a:endCxn id="177" idx="2"/>
            </p:cNvCxnSpPr>
            <p:nvPr/>
          </p:nvCxnSpPr>
          <p:spPr>
            <a:xfrm flipV="1">
              <a:off x="2191463" y="2707856"/>
              <a:ext cx="708315" cy="6194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Oval 180"/>
            <p:cNvSpPr/>
            <p:nvPr/>
          </p:nvSpPr>
          <p:spPr>
            <a:xfrm>
              <a:off x="2899777" y="292277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82" name="Straight Arrow Connector 181"/>
            <p:cNvCxnSpPr>
              <a:stCxn id="171" idx="6"/>
              <a:endCxn id="181" idx="2"/>
            </p:cNvCxnSpPr>
            <p:nvPr/>
          </p:nvCxnSpPr>
          <p:spPr>
            <a:xfrm>
              <a:off x="2191463" y="2657369"/>
              <a:ext cx="708314" cy="40920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/>
            <p:cNvCxnSpPr>
              <a:stCxn id="170" idx="6"/>
              <a:endCxn id="181" idx="2"/>
            </p:cNvCxnSpPr>
            <p:nvPr/>
          </p:nvCxnSpPr>
          <p:spPr>
            <a:xfrm>
              <a:off x="2191463" y="2992333"/>
              <a:ext cx="708314" cy="742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/>
            <p:cNvCxnSpPr>
              <a:stCxn id="169" idx="6"/>
              <a:endCxn id="181" idx="2"/>
            </p:cNvCxnSpPr>
            <p:nvPr/>
          </p:nvCxnSpPr>
          <p:spPr>
            <a:xfrm flipV="1">
              <a:off x="2191463" y="3066578"/>
              <a:ext cx="708314" cy="2607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Oval 184"/>
            <p:cNvSpPr/>
            <p:nvPr/>
          </p:nvSpPr>
          <p:spPr>
            <a:xfrm>
              <a:off x="2899776" y="3273713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86" name="Straight Arrow Connector 185"/>
            <p:cNvCxnSpPr>
              <a:stCxn id="171" idx="6"/>
              <a:endCxn id="185" idx="2"/>
            </p:cNvCxnSpPr>
            <p:nvPr/>
          </p:nvCxnSpPr>
          <p:spPr>
            <a:xfrm>
              <a:off x="2191463" y="2657369"/>
              <a:ext cx="708313" cy="7601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/>
            <p:cNvCxnSpPr>
              <a:stCxn id="170" idx="6"/>
              <a:endCxn id="185" idx="2"/>
            </p:cNvCxnSpPr>
            <p:nvPr/>
          </p:nvCxnSpPr>
          <p:spPr>
            <a:xfrm>
              <a:off x="2191463" y="2992333"/>
              <a:ext cx="708313" cy="4251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/>
            <p:cNvCxnSpPr>
              <a:stCxn id="169" idx="6"/>
              <a:endCxn id="185" idx="2"/>
            </p:cNvCxnSpPr>
            <p:nvPr/>
          </p:nvCxnSpPr>
          <p:spPr>
            <a:xfrm>
              <a:off x="2191463" y="3327297"/>
              <a:ext cx="708313" cy="902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Oval 188"/>
            <p:cNvSpPr/>
            <p:nvPr/>
          </p:nvSpPr>
          <p:spPr>
            <a:xfrm>
              <a:off x="2899779" y="36385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90" name="Straight Arrow Connector 189"/>
            <p:cNvCxnSpPr>
              <a:stCxn id="171" idx="6"/>
              <a:endCxn id="189" idx="2"/>
            </p:cNvCxnSpPr>
            <p:nvPr/>
          </p:nvCxnSpPr>
          <p:spPr>
            <a:xfrm>
              <a:off x="2191463" y="2657369"/>
              <a:ext cx="708316" cy="11249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/>
            <p:cNvCxnSpPr>
              <a:stCxn id="170" idx="6"/>
              <a:endCxn id="189" idx="2"/>
            </p:cNvCxnSpPr>
            <p:nvPr/>
          </p:nvCxnSpPr>
          <p:spPr>
            <a:xfrm>
              <a:off x="2191463" y="2992333"/>
              <a:ext cx="708316" cy="79001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/>
            <p:cNvCxnSpPr>
              <a:stCxn id="169" idx="6"/>
              <a:endCxn id="189" idx="2"/>
            </p:cNvCxnSpPr>
            <p:nvPr/>
          </p:nvCxnSpPr>
          <p:spPr>
            <a:xfrm>
              <a:off x="2191463" y="3327297"/>
              <a:ext cx="708316" cy="45505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Oval 192"/>
            <p:cNvSpPr/>
            <p:nvPr/>
          </p:nvSpPr>
          <p:spPr>
            <a:xfrm>
              <a:off x="4028197" y="21907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94" name="Straight Arrow Connector 193"/>
            <p:cNvCxnSpPr>
              <a:stCxn id="172" idx="6"/>
              <a:endCxn id="193" idx="2"/>
            </p:cNvCxnSpPr>
            <p:nvPr/>
          </p:nvCxnSpPr>
          <p:spPr>
            <a:xfrm flipV="1">
              <a:off x="3186242" y="23345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/>
            <p:cNvCxnSpPr>
              <a:stCxn id="177" idx="6"/>
              <a:endCxn id="193" idx="2"/>
            </p:cNvCxnSpPr>
            <p:nvPr/>
          </p:nvCxnSpPr>
          <p:spPr>
            <a:xfrm flipV="1">
              <a:off x="3186241" y="233455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/>
            <p:cNvCxnSpPr>
              <a:stCxn id="181" idx="6"/>
              <a:endCxn id="193" idx="2"/>
            </p:cNvCxnSpPr>
            <p:nvPr/>
          </p:nvCxnSpPr>
          <p:spPr>
            <a:xfrm flipV="1">
              <a:off x="3186240" y="2334551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/>
            <p:cNvCxnSpPr>
              <a:stCxn id="185" idx="6"/>
              <a:endCxn id="193" idx="2"/>
            </p:cNvCxnSpPr>
            <p:nvPr/>
          </p:nvCxnSpPr>
          <p:spPr>
            <a:xfrm flipV="1">
              <a:off x="3186239" y="2334551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/>
            <p:cNvCxnSpPr>
              <a:stCxn id="189" idx="6"/>
              <a:endCxn id="193" idx="2"/>
            </p:cNvCxnSpPr>
            <p:nvPr/>
          </p:nvCxnSpPr>
          <p:spPr>
            <a:xfrm flipV="1">
              <a:off x="3186242" y="2334551"/>
              <a:ext cx="841955" cy="1447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Oval 198"/>
            <p:cNvSpPr/>
            <p:nvPr/>
          </p:nvSpPr>
          <p:spPr>
            <a:xfrm>
              <a:off x="4028196" y="2568528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00" name="Straight Arrow Connector 199"/>
            <p:cNvCxnSpPr>
              <a:endCxn id="199" idx="2"/>
            </p:cNvCxnSpPr>
            <p:nvPr/>
          </p:nvCxnSpPr>
          <p:spPr>
            <a:xfrm flipV="1">
              <a:off x="3186241" y="2712329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/>
            <p:cNvCxnSpPr>
              <a:stCxn id="181" idx="6"/>
              <a:endCxn id="199" idx="2"/>
            </p:cNvCxnSpPr>
            <p:nvPr/>
          </p:nvCxnSpPr>
          <p:spPr>
            <a:xfrm flipV="1">
              <a:off x="3186240" y="2712329"/>
              <a:ext cx="841956" cy="3542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/>
            <p:cNvCxnSpPr>
              <a:endCxn id="199" idx="2"/>
            </p:cNvCxnSpPr>
            <p:nvPr/>
          </p:nvCxnSpPr>
          <p:spPr>
            <a:xfrm flipV="1">
              <a:off x="3186239" y="2712329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Arrow Connector 202"/>
            <p:cNvCxnSpPr>
              <a:endCxn id="199" idx="2"/>
            </p:cNvCxnSpPr>
            <p:nvPr/>
          </p:nvCxnSpPr>
          <p:spPr>
            <a:xfrm flipV="1">
              <a:off x="3186238" y="2712329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/>
            <p:cNvCxnSpPr>
              <a:stCxn id="172" idx="6"/>
              <a:endCxn id="199" idx="2"/>
            </p:cNvCxnSpPr>
            <p:nvPr/>
          </p:nvCxnSpPr>
          <p:spPr>
            <a:xfrm>
              <a:off x="3186242" y="2334552"/>
              <a:ext cx="841954" cy="3777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Oval 204"/>
            <p:cNvSpPr/>
            <p:nvPr/>
          </p:nvSpPr>
          <p:spPr>
            <a:xfrm>
              <a:off x="4030044" y="2915686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06" name="Straight Arrow Connector 205"/>
            <p:cNvCxnSpPr>
              <a:endCxn id="205" idx="2"/>
            </p:cNvCxnSpPr>
            <p:nvPr/>
          </p:nvCxnSpPr>
          <p:spPr>
            <a:xfrm flipV="1">
              <a:off x="3188089" y="3059487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/>
            <p:cNvCxnSpPr>
              <a:endCxn id="205" idx="2"/>
            </p:cNvCxnSpPr>
            <p:nvPr/>
          </p:nvCxnSpPr>
          <p:spPr>
            <a:xfrm flipV="1">
              <a:off x="3188088" y="3059487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Arrow Connector 207"/>
            <p:cNvCxnSpPr>
              <a:endCxn id="205" idx="2"/>
            </p:cNvCxnSpPr>
            <p:nvPr/>
          </p:nvCxnSpPr>
          <p:spPr>
            <a:xfrm flipV="1">
              <a:off x="3188087" y="3059487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/>
            <p:cNvCxnSpPr>
              <a:stCxn id="177" idx="6"/>
              <a:endCxn id="205" idx="2"/>
            </p:cNvCxnSpPr>
            <p:nvPr/>
          </p:nvCxnSpPr>
          <p:spPr>
            <a:xfrm>
              <a:off x="3186241" y="2707856"/>
              <a:ext cx="843803" cy="3516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/>
            <p:cNvCxnSpPr>
              <a:stCxn id="172" idx="6"/>
              <a:endCxn id="205" idx="2"/>
            </p:cNvCxnSpPr>
            <p:nvPr/>
          </p:nvCxnSpPr>
          <p:spPr>
            <a:xfrm>
              <a:off x="3186242" y="2334552"/>
              <a:ext cx="843802" cy="72493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Oval 210"/>
            <p:cNvSpPr/>
            <p:nvPr/>
          </p:nvSpPr>
          <p:spPr>
            <a:xfrm>
              <a:off x="4028195" y="326390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12" name="Straight Arrow Connector 211"/>
            <p:cNvCxnSpPr>
              <a:stCxn id="185" idx="6"/>
              <a:endCxn id="211" idx="2"/>
            </p:cNvCxnSpPr>
            <p:nvPr/>
          </p:nvCxnSpPr>
          <p:spPr>
            <a:xfrm flipV="1">
              <a:off x="3186239" y="3407701"/>
              <a:ext cx="841956" cy="981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Arrow Connector 212"/>
            <p:cNvCxnSpPr>
              <a:endCxn id="211" idx="2"/>
            </p:cNvCxnSpPr>
            <p:nvPr/>
          </p:nvCxnSpPr>
          <p:spPr>
            <a:xfrm flipV="1">
              <a:off x="3186239" y="340770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Arrow Connector 213"/>
            <p:cNvCxnSpPr>
              <a:stCxn id="181" idx="6"/>
              <a:endCxn id="211" idx="2"/>
            </p:cNvCxnSpPr>
            <p:nvPr/>
          </p:nvCxnSpPr>
          <p:spPr>
            <a:xfrm>
              <a:off x="3186240" y="3066578"/>
              <a:ext cx="841955" cy="34112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Arrow Connector 214"/>
            <p:cNvCxnSpPr>
              <a:stCxn id="177" idx="6"/>
              <a:endCxn id="211" idx="2"/>
            </p:cNvCxnSpPr>
            <p:nvPr/>
          </p:nvCxnSpPr>
          <p:spPr>
            <a:xfrm>
              <a:off x="3186241" y="2707856"/>
              <a:ext cx="841954" cy="6998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/>
            <p:cNvCxnSpPr>
              <a:stCxn id="172" idx="6"/>
              <a:endCxn id="211" idx="2"/>
            </p:cNvCxnSpPr>
            <p:nvPr/>
          </p:nvCxnSpPr>
          <p:spPr>
            <a:xfrm>
              <a:off x="3186242" y="2334552"/>
              <a:ext cx="841953" cy="10731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Oval 216"/>
            <p:cNvSpPr/>
            <p:nvPr/>
          </p:nvSpPr>
          <p:spPr>
            <a:xfrm>
              <a:off x="4028194" y="36471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18" name="Straight Arrow Connector 217"/>
            <p:cNvCxnSpPr>
              <a:endCxn id="217" idx="2"/>
            </p:cNvCxnSpPr>
            <p:nvPr/>
          </p:nvCxnSpPr>
          <p:spPr>
            <a:xfrm flipV="1">
              <a:off x="3186239" y="37909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Arrow Connector 218"/>
            <p:cNvCxnSpPr>
              <a:stCxn id="185" idx="6"/>
              <a:endCxn id="217" idx="2"/>
            </p:cNvCxnSpPr>
            <p:nvPr/>
          </p:nvCxnSpPr>
          <p:spPr>
            <a:xfrm>
              <a:off x="3186239" y="3417514"/>
              <a:ext cx="841955" cy="37343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Arrow Connector 219"/>
            <p:cNvCxnSpPr>
              <a:stCxn id="181" idx="6"/>
              <a:endCxn id="217" idx="2"/>
            </p:cNvCxnSpPr>
            <p:nvPr/>
          </p:nvCxnSpPr>
          <p:spPr>
            <a:xfrm>
              <a:off x="3186240" y="3066578"/>
              <a:ext cx="841954" cy="7243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Arrow Connector 220"/>
            <p:cNvCxnSpPr>
              <a:stCxn id="177" idx="6"/>
              <a:endCxn id="217" idx="2"/>
            </p:cNvCxnSpPr>
            <p:nvPr/>
          </p:nvCxnSpPr>
          <p:spPr>
            <a:xfrm>
              <a:off x="3186241" y="2707856"/>
              <a:ext cx="841953" cy="108309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/>
            <p:cNvCxnSpPr>
              <a:stCxn id="172" idx="6"/>
              <a:endCxn id="217" idx="2"/>
            </p:cNvCxnSpPr>
            <p:nvPr/>
          </p:nvCxnSpPr>
          <p:spPr>
            <a:xfrm>
              <a:off x="3186242" y="2334552"/>
              <a:ext cx="841952" cy="145639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/>
            <p:cNvCxnSpPr>
              <a:stCxn id="193" idx="6"/>
              <a:endCxn id="173" idx="2"/>
            </p:cNvCxnSpPr>
            <p:nvPr/>
          </p:nvCxnSpPr>
          <p:spPr>
            <a:xfrm>
              <a:off x="4314660" y="2334551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Arrow Connector 223"/>
            <p:cNvCxnSpPr>
              <a:stCxn id="199" idx="6"/>
              <a:endCxn id="173" idx="2"/>
            </p:cNvCxnSpPr>
            <p:nvPr/>
          </p:nvCxnSpPr>
          <p:spPr>
            <a:xfrm flipV="1">
              <a:off x="4314659" y="2513568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Arrow Connector 224"/>
            <p:cNvCxnSpPr>
              <a:stCxn id="205" idx="6"/>
              <a:endCxn id="173" idx="2"/>
            </p:cNvCxnSpPr>
            <p:nvPr/>
          </p:nvCxnSpPr>
          <p:spPr>
            <a:xfrm flipV="1">
              <a:off x="4316507" y="2513568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Arrow Connector 225"/>
            <p:cNvCxnSpPr>
              <a:stCxn id="211" idx="6"/>
              <a:endCxn id="173" idx="2"/>
            </p:cNvCxnSpPr>
            <p:nvPr/>
          </p:nvCxnSpPr>
          <p:spPr>
            <a:xfrm flipV="1">
              <a:off x="4314658" y="2513568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/>
            <p:cNvCxnSpPr>
              <a:stCxn id="217" idx="6"/>
              <a:endCxn id="173" idx="2"/>
            </p:cNvCxnSpPr>
            <p:nvPr/>
          </p:nvCxnSpPr>
          <p:spPr>
            <a:xfrm flipV="1">
              <a:off x="4314657" y="2513568"/>
              <a:ext cx="787797" cy="127738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Oval 227"/>
            <p:cNvSpPr/>
            <p:nvPr/>
          </p:nvSpPr>
          <p:spPr>
            <a:xfrm>
              <a:off x="5102453" y="27456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29" name="Straight Arrow Connector 228"/>
            <p:cNvCxnSpPr>
              <a:endCxn id="228" idx="2"/>
            </p:cNvCxnSpPr>
            <p:nvPr/>
          </p:nvCxnSpPr>
          <p:spPr>
            <a:xfrm>
              <a:off x="4314659" y="27104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Arrow Connector 229"/>
            <p:cNvCxnSpPr>
              <a:endCxn id="228" idx="2"/>
            </p:cNvCxnSpPr>
            <p:nvPr/>
          </p:nvCxnSpPr>
          <p:spPr>
            <a:xfrm flipV="1">
              <a:off x="4314658" y="28894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Arrow Connector 230"/>
            <p:cNvCxnSpPr>
              <a:endCxn id="228" idx="2"/>
            </p:cNvCxnSpPr>
            <p:nvPr/>
          </p:nvCxnSpPr>
          <p:spPr>
            <a:xfrm flipV="1">
              <a:off x="4316506" y="2889453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Arrow Connector 231"/>
            <p:cNvCxnSpPr>
              <a:endCxn id="228" idx="2"/>
            </p:cNvCxnSpPr>
            <p:nvPr/>
          </p:nvCxnSpPr>
          <p:spPr>
            <a:xfrm flipV="1">
              <a:off x="4314657" y="2889453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/>
            <p:cNvCxnSpPr>
              <a:stCxn id="193" idx="6"/>
              <a:endCxn id="228" idx="2"/>
            </p:cNvCxnSpPr>
            <p:nvPr/>
          </p:nvCxnSpPr>
          <p:spPr>
            <a:xfrm>
              <a:off x="4314660" y="2334551"/>
              <a:ext cx="787793" cy="5549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Oval 233"/>
            <p:cNvSpPr/>
            <p:nvPr/>
          </p:nvSpPr>
          <p:spPr>
            <a:xfrm>
              <a:off x="5102452" y="3088214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35" name="Straight Arrow Connector 234"/>
            <p:cNvCxnSpPr>
              <a:endCxn id="234" idx="2"/>
            </p:cNvCxnSpPr>
            <p:nvPr/>
          </p:nvCxnSpPr>
          <p:spPr>
            <a:xfrm>
              <a:off x="4314658" y="3052998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>
              <a:endCxn id="234" idx="2"/>
            </p:cNvCxnSpPr>
            <p:nvPr/>
          </p:nvCxnSpPr>
          <p:spPr>
            <a:xfrm flipV="1">
              <a:off x="4314657" y="3232015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Arrow Connector 236"/>
            <p:cNvCxnSpPr>
              <a:endCxn id="234" idx="2"/>
            </p:cNvCxnSpPr>
            <p:nvPr/>
          </p:nvCxnSpPr>
          <p:spPr>
            <a:xfrm flipV="1">
              <a:off x="4316505" y="3232015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>
              <a:stCxn id="199" idx="6"/>
              <a:endCxn id="234" idx="2"/>
            </p:cNvCxnSpPr>
            <p:nvPr/>
          </p:nvCxnSpPr>
          <p:spPr>
            <a:xfrm>
              <a:off x="4314659" y="2712329"/>
              <a:ext cx="787793" cy="51968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Arrow Connector 238"/>
            <p:cNvCxnSpPr>
              <a:stCxn id="193" idx="6"/>
              <a:endCxn id="234" idx="2"/>
            </p:cNvCxnSpPr>
            <p:nvPr/>
          </p:nvCxnSpPr>
          <p:spPr>
            <a:xfrm>
              <a:off x="4314660" y="2334551"/>
              <a:ext cx="787792" cy="8974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Oval 239"/>
            <p:cNvSpPr/>
            <p:nvPr/>
          </p:nvSpPr>
          <p:spPr>
            <a:xfrm>
              <a:off x="5102454" y="34505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41" name="Straight Arrow Connector 240"/>
            <p:cNvCxnSpPr>
              <a:endCxn id="240" idx="2"/>
            </p:cNvCxnSpPr>
            <p:nvPr/>
          </p:nvCxnSpPr>
          <p:spPr>
            <a:xfrm>
              <a:off x="4314660" y="34153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Arrow Connector 241"/>
            <p:cNvCxnSpPr>
              <a:endCxn id="240" idx="2"/>
            </p:cNvCxnSpPr>
            <p:nvPr/>
          </p:nvCxnSpPr>
          <p:spPr>
            <a:xfrm flipV="1">
              <a:off x="4314659" y="35943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Arrow Connector 242"/>
            <p:cNvCxnSpPr>
              <a:stCxn id="205" idx="6"/>
              <a:endCxn id="240" idx="2"/>
            </p:cNvCxnSpPr>
            <p:nvPr/>
          </p:nvCxnSpPr>
          <p:spPr>
            <a:xfrm>
              <a:off x="4316507" y="3059487"/>
              <a:ext cx="785947" cy="53486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/>
            <p:cNvCxnSpPr>
              <a:stCxn id="199" idx="6"/>
              <a:endCxn id="240" idx="2"/>
            </p:cNvCxnSpPr>
            <p:nvPr/>
          </p:nvCxnSpPr>
          <p:spPr>
            <a:xfrm>
              <a:off x="4314659" y="2712329"/>
              <a:ext cx="787795" cy="8820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/>
            <p:cNvCxnSpPr>
              <a:stCxn id="193" idx="6"/>
              <a:endCxn id="240" idx="2"/>
            </p:cNvCxnSpPr>
            <p:nvPr/>
          </p:nvCxnSpPr>
          <p:spPr>
            <a:xfrm>
              <a:off x="4314660" y="2334551"/>
              <a:ext cx="787794" cy="12598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8" name="Group 437"/>
          <p:cNvGrpSpPr/>
          <p:nvPr/>
        </p:nvGrpSpPr>
        <p:grpSpPr>
          <a:xfrm>
            <a:off x="5995285" y="1053178"/>
            <a:ext cx="2384321" cy="1068738"/>
            <a:chOff x="5779980" y="1200150"/>
            <a:chExt cx="2888610" cy="1294778"/>
          </a:xfrm>
        </p:grpSpPr>
        <p:sp>
          <p:nvSpPr>
            <p:cNvPr id="252" name="Oval 251"/>
            <p:cNvSpPr/>
            <p:nvPr/>
          </p:nvSpPr>
          <p:spPr>
            <a:xfrm>
              <a:off x="5779980" y="1937183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53" name="Oval 252"/>
            <p:cNvSpPr/>
            <p:nvPr/>
          </p:nvSpPr>
          <p:spPr>
            <a:xfrm>
              <a:off x="5779980" y="1688499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54" name="Oval 253"/>
            <p:cNvSpPr/>
            <p:nvPr/>
          </p:nvSpPr>
          <p:spPr>
            <a:xfrm>
              <a:off x="5779980" y="1439816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55" name="Oval 254"/>
            <p:cNvSpPr/>
            <p:nvPr/>
          </p:nvSpPr>
          <p:spPr>
            <a:xfrm>
              <a:off x="6518522" y="120015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57" name="Straight Arrow Connector 256"/>
            <p:cNvCxnSpPr>
              <a:stCxn id="254" idx="6"/>
              <a:endCxn id="255" idx="2"/>
            </p:cNvCxnSpPr>
            <p:nvPr/>
          </p:nvCxnSpPr>
          <p:spPr>
            <a:xfrm flipV="1">
              <a:off x="5992655" y="1306911"/>
              <a:ext cx="525867" cy="23966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/>
            <p:cNvCxnSpPr>
              <a:stCxn id="253" idx="6"/>
              <a:endCxn id="255" idx="2"/>
            </p:cNvCxnSpPr>
            <p:nvPr/>
          </p:nvCxnSpPr>
          <p:spPr>
            <a:xfrm flipV="1">
              <a:off x="5992655" y="1306911"/>
              <a:ext cx="525867" cy="4883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/>
            <p:cNvCxnSpPr>
              <a:stCxn id="252" idx="6"/>
              <a:endCxn id="255" idx="2"/>
            </p:cNvCxnSpPr>
            <p:nvPr/>
          </p:nvCxnSpPr>
          <p:spPr>
            <a:xfrm flipV="1">
              <a:off x="5992655" y="1306911"/>
              <a:ext cx="525867" cy="73703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0" name="Oval 259"/>
            <p:cNvSpPr/>
            <p:nvPr/>
          </p:nvSpPr>
          <p:spPr>
            <a:xfrm>
              <a:off x="6518521" y="1477298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61" name="Straight Arrow Connector 260"/>
            <p:cNvCxnSpPr>
              <a:stCxn id="254" idx="6"/>
              <a:endCxn id="260" idx="2"/>
            </p:cNvCxnSpPr>
            <p:nvPr/>
          </p:nvCxnSpPr>
          <p:spPr>
            <a:xfrm>
              <a:off x="5992655" y="1546576"/>
              <a:ext cx="525866" cy="374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Arrow Connector 261"/>
            <p:cNvCxnSpPr>
              <a:stCxn id="253" idx="6"/>
              <a:endCxn id="260" idx="2"/>
            </p:cNvCxnSpPr>
            <p:nvPr/>
          </p:nvCxnSpPr>
          <p:spPr>
            <a:xfrm flipV="1">
              <a:off x="5992655" y="1584059"/>
              <a:ext cx="525866" cy="21120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/>
            <p:cNvCxnSpPr>
              <a:stCxn id="252" idx="6"/>
              <a:endCxn id="260" idx="2"/>
            </p:cNvCxnSpPr>
            <p:nvPr/>
          </p:nvCxnSpPr>
          <p:spPr>
            <a:xfrm flipV="1">
              <a:off x="5992655" y="1584059"/>
              <a:ext cx="525866" cy="45988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Oval 263"/>
            <p:cNvSpPr/>
            <p:nvPr/>
          </p:nvSpPr>
          <p:spPr>
            <a:xfrm>
              <a:off x="6518520" y="174362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65" name="Straight Arrow Connector 264"/>
            <p:cNvCxnSpPr>
              <a:stCxn id="254" idx="6"/>
              <a:endCxn id="264" idx="2"/>
            </p:cNvCxnSpPr>
            <p:nvPr/>
          </p:nvCxnSpPr>
          <p:spPr>
            <a:xfrm>
              <a:off x="5992655" y="1546576"/>
              <a:ext cx="525865" cy="30380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/>
            <p:cNvCxnSpPr>
              <a:stCxn id="253" idx="6"/>
              <a:endCxn id="264" idx="2"/>
            </p:cNvCxnSpPr>
            <p:nvPr/>
          </p:nvCxnSpPr>
          <p:spPr>
            <a:xfrm>
              <a:off x="5992655" y="1795260"/>
              <a:ext cx="525865" cy="551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>
              <a:stCxn id="252" idx="6"/>
              <a:endCxn id="264" idx="2"/>
            </p:cNvCxnSpPr>
            <p:nvPr/>
          </p:nvCxnSpPr>
          <p:spPr>
            <a:xfrm flipV="1">
              <a:off x="5992655" y="1850381"/>
              <a:ext cx="525865" cy="1935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Oval 267"/>
            <p:cNvSpPr/>
            <p:nvPr/>
          </p:nvSpPr>
          <p:spPr>
            <a:xfrm>
              <a:off x="6518520" y="200416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69" name="Straight Arrow Connector 268"/>
            <p:cNvCxnSpPr>
              <a:stCxn id="254" idx="6"/>
              <a:endCxn id="268" idx="2"/>
            </p:cNvCxnSpPr>
            <p:nvPr/>
          </p:nvCxnSpPr>
          <p:spPr>
            <a:xfrm>
              <a:off x="5992655" y="1546576"/>
              <a:ext cx="525864" cy="5643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/>
            <p:cNvCxnSpPr>
              <a:stCxn id="253" idx="6"/>
              <a:endCxn id="268" idx="2"/>
            </p:cNvCxnSpPr>
            <p:nvPr/>
          </p:nvCxnSpPr>
          <p:spPr>
            <a:xfrm>
              <a:off x="5992655" y="1795260"/>
              <a:ext cx="525864" cy="31566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/>
            <p:cNvCxnSpPr>
              <a:stCxn id="252" idx="6"/>
              <a:endCxn id="268" idx="2"/>
            </p:cNvCxnSpPr>
            <p:nvPr/>
          </p:nvCxnSpPr>
          <p:spPr>
            <a:xfrm>
              <a:off x="5992655" y="2043943"/>
              <a:ext cx="525864" cy="6697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Oval 271"/>
            <p:cNvSpPr/>
            <p:nvPr/>
          </p:nvSpPr>
          <p:spPr>
            <a:xfrm>
              <a:off x="6518522" y="2275023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73" name="Straight Arrow Connector 272"/>
            <p:cNvCxnSpPr>
              <a:stCxn id="254" idx="6"/>
              <a:endCxn id="272" idx="2"/>
            </p:cNvCxnSpPr>
            <p:nvPr/>
          </p:nvCxnSpPr>
          <p:spPr>
            <a:xfrm>
              <a:off x="5992655" y="1546576"/>
              <a:ext cx="525867" cy="83520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/>
            <p:cNvCxnSpPr>
              <a:stCxn id="253" idx="6"/>
              <a:endCxn id="272" idx="2"/>
            </p:cNvCxnSpPr>
            <p:nvPr/>
          </p:nvCxnSpPr>
          <p:spPr>
            <a:xfrm>
              <a:off x="5992655" y="1795260"/>
              <a:ext cx="525867" cy="5865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Arrow Connector 274"/>
            <p:cNvCxnSpPr>
              <a:stCxn id="252" idx="6"/>
              <a:endCxn id="272" idx="2"/>
            </p:cNvCxnSpPr>
            <p:nvPr/>
          </p:nvCxnSpPr>
          <p:spPr>
            <a:xfrm>
              <a:off x="5992655" y="2043943"/>
              <a:ext cx="525867" cy="33784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Oval 275"/>
            <p:cNvSpPr/>
            <p:nvPr/>
          </p:nvSpPr>
          <p:spPr>
            <a:xfrm>
              <a:off x="7086602" y="120015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77" name="Straight Arrow Connector 276"/>
            <p:cNvCxnSpPr>
              <a:stCxn id="255" idx="6"/>
              <a:endCxn id="276" idx="2"/>
            </p:cNvCxnSpPr>
            <p:nvPr/>
          </p:nvCxnSpPr>
          <p:spPr>
            <a:xfrm flipV="1">
              <a:off x="6731197" y="1306910"/>
              <a:ext cx="35540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/>
            <p:cNvCxnSpPr>
              <a:stCxn id="260" idx="6"/>
              <a:endCxn id="276" idx="2"/>
            </p:cNvCxnSpPr>
            <p:nvPr/>
          </p:nvCxnSpPr>
          <p:spPr>
            <a:xfrm flipV="1">
              <a:off x="6731196" y="1306910"/>
              <a:ext cx="355406" cy="27714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/>
            <p:cNvCxnSpPr>
              <a:stCxn id="264" idx="6"/>
              <a:endCxn id="276" idx="2"/>
            </p:cNvCxnSpPr>
            <p:nvPr/>
          </p:nvCxnSpPr>
          <p:spPr>
            <a:xfrm flipV="1">
              <a:off x="6731195" y="1306910"/>
              <a:ext cx="355407" cy="54347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/>
            <p:cNvCxnSpPr>
              <a:stCxn id="268" idx="6"/>
              <a:endCxn id="276" idx="2"/>
            </p:cNvCxnSpPr>
            <p:nvPr/>
          </p:nvCxnSpPr>
          <p:spPr>
            <a:xfrm flipV="1">
              <a:off x="6731195" y="1306910"/>
              <a:ext cx="355407" cy="80401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/>
            <p:cNvCxnSpPr>
              <a:stCxn id="272" idx="6"/>
              <a:endCxn id="276" idx="2"/>
            </p:cNvCxnSpPr>
            <p:nvPr/>
          </p:nvCxnSpPr>
          <p:spPr>
            <a:xfrm flipV="1">
              <a:off x="6731197" y="1306910"/>
              <a:ext cx="355405" cy="10748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Oval 281"/>
            <p:cNvSpPr/>
            <p:nvPr/>
          </p:nvSpPr>
          <p:spPr>
            <a:xfrm>
              <a:off x="7086601" y="148061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83" name="Straight Arrow Connector 282"/>
            <p:cNvCxnSpPr>
              <a:stCxn id="260" idx="6"/>
              <a:endCxn id="282" idx="2"/>
            </p:cNvCxnSpPr>
            <p:nvPr/>
          </p:nvCxnSpPr>
          <p:spPr>
            <a:xfrm>
              <a:off x="6731196" y="1584058"/>
              <a:ext cx="355405" cy="33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Arrow Connector 283"/>
            <p:cNvCxnSpPr>
              <a:stCxn id="264" idx="6"/>
              <a:endCxn id="282" idx="2"/>
            </p:cNvCxnSpPr>
            <p:nvPr/>
          </p:nvCxnSpPr>
          <p:spPr>
            <a:xfrm flipV="1">
              <a:off x="6731195" y="1587379"/>
              <a:ext cx="355406" cy="26300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Arrow Connector 284"/>
            <p:cNvCxnSpPr>
              <a:stCxn id="268" idx="6"/>
              <a:endCxn id="282" idx="2"/>
            </p:cNvCxnSpPr>
            <p:nvPr/>
          </p:nvCxnSpPr>
          <p:spPr>
            <a:xfrm flipV="1">
              <a:off x="6731195" y="1587379"/>
              <a:ext cx="355406" cy="52354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/>
            <p:cNvCxnSpPr>
              <a:stCxn id="272" idx="6"/>
              <a:endCxn id="288" idx="2"/>
            </p:cNvCxnSpPr>
            <p:nvPr/>
          </p:nvCxnSpPr>
          <p:spPr>
            <a:xfrm flipV="1">
              <a:off x="6731197" y="1845116"/>
              <a:ext cx="356776" cy="5366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Arrow Connector 286"/>
            <p:cNvCxnSpPr>
              <a:stCxn id="255" idx="6"/>
              <a:endCxn id="282" idx="2"/>
            </p:cNvCxnSpPr>
            <p:nvPr/>
          </p:nvCxnSpPr>
          <p:spPr>
            <a:xfrm>
              <a:off x="6731197" y="1306911"/>
              <a:ext cx="355404" cy="28046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Oval 287"/>
            <p:cNvSpPr/>
            <p:nvPr/>
          </p:nvSpPr>
          <p:spPr>
            <a:xfrm>
              <a:off x="7087973" y="1738356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89" name="Straight Arrow Connector 288"/>
            <p:cNvCxnSpPr>
              <a:stCxn id="264" idx="6"/>
              <a:endCxn id="288" idx="2"/>
            </p:cNvCxnSpPr>
            <p:nvPr/>
          </p:nvCxnSpPr>
          <p:spPr>
            <a:xfrm flipV="1">
              <a:off x="6731195" y="1845116"/>
              <a:ext cx="356778" cy="52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Arrow Connector 289"/>
            <p:cNvCxnSpPr>
              <a:stCxn id="268" idx="6"/>
              <a:endCxn id="288" idx="2"/>
            </p:cNvCxnSpPr>
            <p:nvPr/>
          </p:nvCxnSpPr>
          <p:spPr>
            <a:xfrm flipV="1">
              <a:off x="6731195" y="1845116"/>
              <a:ext cx="356778" cy="2658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Arrow Connector 290"/>
            <p:cNvCxnSpPr>
              <a:stCxn id="272" idx="6"/>
              <a:endCxn id="288" idx="2"/>
            </p:cNvCxnSpPr>
            <p:nvPr/>
          </p:nvCxnSpPr>
          <p:spPr>
            <a:xfrm flipV="1">
              <a:off x="6731197" y="1845116"/>
              <a:ext cx="356776" cy="5366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Arrow Connector 291"/>
            <p:cNvCxnSpPr>
              <a:stCxn id="260" idx="6"/>
              <a:endCxn id="288" idx="2"/>
            </p:cNvCxnSpPr>
            <p:nvPr/>
          </p:nvCxnSpPr>
          <p:spPr>
            <a:xfrm>
              <a:off x="6731196" y="1584058"/>
              <a:ext cx="356777" cy="2610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Arrow Connector 292"/>
            <p:cNvCxnSpPr>
              <a:stCxn id="255" idx="6"/>
              <a:endCxn id="288" idx="2"/>
            </p:cNvCxnSpPr>
            <p:nvPr/>
          </p:nvCxnSpPr>
          <p:spPr>
            <a:xfrm>
              <a:off x="6731197" y="1306911"/>
              <a:ext cx="356776" cy="5382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Oval 293"/>
            <p:cNvSpPr/>
            <p:nvPr/>
          </p:nvSpPr>
          <p:spPr>
            <a:xfrm>
              <a:off x="7086600" y="1996876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95" name="Straight Arrow Connector 294"/>
            <p:cNvCxnSpPr>
              <a:stCxn id="268" idx="6"/>
              <a:endCxn id="294" idx="2"/>
            </p:cNvCxnSpPr>
            <p:nvPr/>
          </p:nvCxnSpPr>
          <p:spPr>
            <a:xfrm flipV="1">
              <a:off x="6731195" y="2103636"/>
              <a:ext cx="355405" cy="72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Arrow Connector 295"/>
            <p:cNvCxnSpPr>
              <a:stCxn id="272" idx="6"/>
              <a:endCxn id="294" idx="2"/>
            </p:cNvCxnSpPr>
            <p:nvPr/>
          </p:nvCxnSpPr>
          <p:spPr>
            <a:xfrm flipV="1">
              <a:off x="6731197" y="2103636"/>
              <a:ext cx="355403" cy="27814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Arrow Connector 296"/>
            <p:cNvCxnSpPr>
              <a:stCxn id="264" idx="6"/>
              <a:endCxn id="294" idx="2"/>
            </p:cNvCxnSpPr>
            <p:nvPr/>
          </p:nvCxnSpPr>
          <p:spPr>
            <a:xfrm>
              <a:off x="6731195" y="1850380"/>
              <a:ext cx="355405" cy="25325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Arrow Connector 297"/>
            <p:cNvCxnSpPr>
              <a:stCxn id="260" idx="6"/>
              <a:endCxn id="294" idx="2"/>
            </p:cNvCxnSpPr>
            <p:nvPr/>
          </p:nvCxnSpPr>
          <p:spPr>
            <a:xfrm>
              <a:off x="6731196" y="1584058"/>
              <a:ext cx="355404" cy="5195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Arrow Connector 298"/>
            <p:cNvCxnSpPr>
              <a:stCxn id="255" idx="6"/>
              <a:endCxn id="294" idx="2"/>
            </p:cNvCxnSpPr>
            <p:nvPr/>
          </p:nvCxnSpPr>
          <p:spPr>
            <a:xfrm>
              <a:off x="6731197" y="1306911"/>
              <a:ext cx="355403" cy="79672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Oval 299"/>
            <p:cNvSpPr/>
            <p:nvPr/>
          </p:nvSpPr>
          <p:spPr>
            <a:xfrm>
              <a:off x="7086600" y="2281408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01" name="Straight Arrow Connector 300"/>
            <p:cNvCxnSpPr>
              <a:stCxn id="272" idx="6"/>
              <a:endCxn id="300" idx="2"/>
            </p:cNvCxnSpPr>
            <p:nvPr/>
          </p:nvCxnSpPr>
          <p:spPr>
            <a:xfrm>
              <a:off x="6731197" y="2381783"/>
              <a:ext cx="355403" cy="63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Arrow Connector 301"/>
            <p:cNvCxnSpPr>
              <a:stCxn id="268" idx="6"/>
              <a:endCxn id="300" idx="2"/>
            </p:cNvCxnSpPr>
            <p:nvPr/>
          </p:nvCxnSpPr>
          <p:spPr>
            <a:xfrm>
              <a:off x="6731195" y="2110921"/>
              <a:ext cx="355405" cy="27724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Arrow Connector 302"/>
            <p:cNvCxnSpPr>
              <a:stCxn id="264" idx="6"/>
              <a:endCxn id="300" idx="2"/>
            </p:cNvCxnSpPr>
            <p:nvPr/>
          </p:nvCxnSpPr>
          <p:spPr>
            <a:xfrm>
              <a:off x="6731195" y="1850380"/>
              <a:ext cx="355405" cy="5377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Arrow Connector 303"/>
            <p:cNvCxnSpPr>
              <a:stCxn id="260" idx="6"/>
              <a:endCxn id="300" idx="2"/>
            </p:cNvCxnSpPr>
            <p:nvPr/>
          </p:nvCxnSpPr>
          <p:spPr>
            <a:xfrm>
              <a:off x="6731196" y="1584058"/>
              <a:ext cx="355404" cy="80411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Arrow Connector 304"/>
            <p:cNvCxnSpPr>
              <a:stCxn id="255" idx="6"/>
              <a:endCxn id="300" idx="2"/>
            </p:cNvCxnSpPr>
            <p:nvPr/>
          </p:nvCxnSpPr>
          <p:spPr>
            <a:xfrm>
              <a:off x="6731197" y="1306911"/>
              <a:ext cx="355403" cy="108125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Oval 329"/>
            <p:cNvSpPr/>
            <p:nvPr/>
          </p:nvSpPr>
          <p:spPr>
            <a:xfrm>
              <a:off x="8455915" y="1333055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31" name="Straight Arrow Connector 330"/>
            <p:cNvCxnSpPr>
              <a:endCxn id="330" idx="2"/>
            </p:cNvCxnSpPr>
            <p:nvPr/>
          </p:nvCxnSpPr>
          <p:spPr>
            <a:xfrm>
              <a:off x="7871042" y="1306910"/>
              <a:ext cx="584873" cy="1329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Arrow Connector 331"/>
            <p:cNvCxnSpPr>
              <a:endCxn id="330" idx="2"/>
            </p:cNvCxnSpPr>
            <p:nvPr/>
          </p:nvCxnSpPr>
          <p:spPr>
            <a:xfrm flipV="1">
              <a:off x="7871041" y="1439816"/>
              <a:ext cx="584873" cy="1475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Arrow Connector 332"/>
            <p:cNvCxnSpPr>
              <a:endCxn id="330" idx="2"/>
            </p:cNvCxnSpPr>
            <p:nvPr/>
          </p:nvCxnSpPr>
          <p:spPr>
            <a:xfrm flipV="1">
              <a:off x="7872413" y="1439816"/>
              <a:ext cx="583501" cy="405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Arrow Connector 333"/>
            <p:cNvCxnSpPr>
              <a:endCxn id="330" idx="2"/>
            </p:cNvCxnSpPr>
            <p:nvPr/>
          </p:nvCxnSpPr>
          <p:spPr>
            <a:xfrm flipV="1">
              <a:off x="7871041" y="1439816"/>
              <a:ext cx="584874" cy="6638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Arrow Connector 334"/>
            <p:cNvCxnSpPr>
              <a:endCxn id="330" idx="2"/>
            </p:cNvCxnSpPr>
            <p:nvPr/>
          </p:nvCxnSpPr>
          <p:spPr>
            <a:xfrm flipV="1">
              <a:off x="7871040" y="1439816"/>
              <a:ext cx="584875" cy="94835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6" name="Oval 335"/>
            <p:cNvSpPr/>
            <p:nvPr/>
          </p:nvSpPr>
          <p:spPr>
            <a:xfrm>
              <a:off x="8455914" y="161211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37" name="Straight Arrow Connector 336"/>
            <p:cNvCxnSpPr>
              <a:endCxn id="336" idx="2"/>
            </p:cNvCxnSpPr>
            <p:nvPr/>
          </p:nvCxnSpPr>
          <p:spPr>
            <a:xfrm>
              <a:off x="7871041" y="1585974"/>
              <a:ext cx="584873" cy="1329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Arrow Connector 337"/>
            <p:cNvCxnSpPr>
              <a:endCxn id="336" idx="2"/>
            </p:cNvCxnSpPr>
            <p:nvPr/>
          </p:nvCxnSpPr>
          <p:spPr>
            <a:xfrm flipV="1">
              <a:off x="7871041" y="1718880"/>
              <a:ext cx="584873" cy="1475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Arrow Connector 338"/>
            <p:cNvCxnSpPr>
              <a:endCxn id="336" idx="2"/>
            </p:cNvCxnSpPr>
            <p:nvPr/>
          </p:nvCxnSpPr>
          <p:spPr>
            <a:xfrm flipV="1">
              <a:off x="7872413" y="1718880"/>
              <a:ext cx="583501" cy="405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Arrow Connector 339"/>
            <p:cNvCxnSpPr>
              <a:endCxn id="336" idx="2"/>
            </p:cNvCxnSpPr>
            <p:nvPr/>
          </p:nvCxnSpPr>
          <p:spPr>
            <a:xfrm flipV="1">
              <a:off x="7871040" y="1718880"/>
              <a:ext cx="584874" cy="6638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Arrow Connector 340"/>
            <p:cNvCxnSpPr>
              <a:endCxn id="336" idx="2"/>
            </p:cNvCxnSpPr>
            <p:nvPr/>
          </p:nvCxnSpPr>
          <p:spPr>
            <a:xfrm>
              <a:off x="7871042" y="1306910"/>
              <a:ext cx="584872" cy="41196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" name="Oval 341"/>
            <p:cNvSpPr/>
            <p:nvPr/>
          </p:nvSpPr>
          <p:spPr>
            <a:xfrm>
              <a:off x="8455913" y="1866444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43" name="Straight Arrow Connector 342"/>
            <p:cNvCxnSpPr>
              <a:endCxn id="342" idx="2"/>
            </p:cNvCxnSpPr>
            <p:nvPr/>
          </p:nvCxnSpPr>
          <p:spPr>
            <a:xfrm>
              <a:off x="7871041" y="1840299"/>
              <a:ext cx="584873" cy="1329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Arrow Connector 343"/>
            <p:cNvCxnSpPr>
              <a:endCxn id="342" idx="2"/>
            </p:cNvCxnSpPr>
            <p:nvPr/>
          </p:nvCxnSpPr>
          <p:spPr>
            <a:xfrm flipV="1">
              <a:off x="7871040" y="1973204"/>
              <a:ext cx="584873" cy="1475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Arrow Connector 344"/>
            <p:cNvCxnSpPr>
              <a:endCxn id="342" idx="2"/>
            </p:cNvCxnSpPr>
            <p:nvPr/>
          </p:nvCxnSpPr>
          <p:spPr>
            <a:xfrm flipV="1">
              <a:off x="7872412" y="1973204"/>
              <a:ext cx="583501" cy="405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Arrow Connector 345"/>
            <p:cNvCxnSpPr>
              <a:endCxn id="342" idx="2"/>
            </p:cNvCxnSpPr>
            <p:nvPr/>
          </p:nvCxnSpPr>
          <p:spPr>
            <a:xfrm>
              <a:off x="7871041" y="1587380"/>
              <a:ext cx="584872" cy="3858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Arrow Connector 346"/>
            <p:cNvCxnSpPr>
              <a:endCxn id="342" idx="2"/>
            </p:cNvCxnSpPr>
            <p:nvPr/>
          </p:nvCxnSpPr>
          <p:spPr>
            <a:xfrm>
              <a:off x="7871042" y="1306910"/>
              <a:ext cx="584871" cy="6662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" name="Oval 347"/>
            <p:cNvSpPr/>
            <p:nvPr/>
          </p:nvSpPr>
          <p:spPr>
            <a:xfrm>
              <a:off x="8455915" y="213545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49" name="Straight Arrow Connector 348"/>
            <p:cNvCxnSpPr>
              <a:endCxn id="348" idx="2"/>
            </p:cNvCxnSpPr>
            <p:nvPr/>
          </p:nvCxnSpPr>
          <p:spPr>
            <a:xfrm>
              <a:off x="7871042" y="2109305"/>
              <a:ext cx="584873" cy="1329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Arrow Connector 349"/>
            <p:cNvCxnSpPr>
              <a:endCxn id="348" idx="2"/>
            </p:cNvCxnSpPr>
            <p:nvPr/>
          </p:nvCxnSpPr>
          <p:spPr>
            <a:xfrm flipV="1">
              <a:off x="7871041" y="2242210"/>
              <a:ext cx="584873" cy="1475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Arrow Connector 350"/>
            <p:cNvCxnSpPr>
              <a:endCxn id="348" idx="2"/>
            </p:cNvCxnSpPr>
            <p:nvPr/>
          </p:nvCxnSpPr>
          <p:spPr>
            <a:xfrm>
              <a:off x="7872413" y="1845116"/>
              <a:ext cx="583501" cy="3970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Arrow Connector 351"/>
            <p:cNvCxnSpPr>
              <a:endCxn id="348" idx="2"/>
            </p:cNvCxnSpPr>
            <p:nvPr/>
          </p:nvCxnSpPr>
          <p:spPr>
            <a:xfrm>
              <a:off x="7871041" y="1587380"/>
              <a:ext cx="584873" cy="6548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Arrow Connector 352"/>
            <p:cNvCxnSpPr>
              <a:endCxn id="348" idx="2"/>
            </p:cNvCxnSpPr>
            <p:nvPr/>
          </p:nvCxnSpPr>
          <p:spPr>
            <a:xfrm>
              <a:off x="7871042" y="1306910"/>
              <a:ext cx="584873" cy="935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0" name="Oval 399"/>
            <p:cNvSpPr/>
            <p:nvPr/>
          </p:nvSpPr>
          <p:spPr>
            <a:xfrm>
              <a:off x="7086602" y="120015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1" name="Oval 400"/>
            <p:cNvSpPr/>
            <p:nvPr/>
          </p:nvSpPr>
          <p:spPr>
            <a:xfrm>
              <a:off x="7086601" y="1477298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2" name="Oval 401"/>
            <p:cNvSpPr/>
            <p:nvPr/>
          </p:nvSpPr>
          <p:spPr>
            <a:xfrm>
              <a:off x="7086600" y="174362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3" name="Oval 402"/>
            <p:cNvSpPr/>
            <p:nvPr/>
          </p:nvSpPr>
          <p:spPr>
            <a:xfrm>
              <a:off x="7086600" y="200416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4" name="Oval 403"/>
            <p:cNvSpPr/>
            <p:nvPr/>
          </p:nvSpPr>
          <p:spPr>
            <a:xfrm>
              <a:off x="7086602" y="2275023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5" name="Oval 404"/>
            <p:cNvSpPr/>
            <p:nvPr/>
          </p:nvSpPr>
          <p:spPr>
            <a:xfrm>
              <a:off x="7654682" y="120015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06" name="Straight Arrow Connector 405"/>
            <p:cNvCxnSpPr>
              <a:stCxn id="400" idx="6"/>
              <a:endCxn id="405" idx="2"/>
            </p:cNvCxnSpPr>
            <p:nvPr/>
          </p:nvCxnSpPr>
          <p:spPr>
            <a:xfrm flipV="1">
              <a:off x="7299277" y="1306910"/>
              <a:ext cx="35540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Arrow Connector 406"/>
            <p:cNvCxnSpPr>
              <a:stCxn id="401" idx="6"/>
              <a:endCxn id="405" idx="2"/>
            </p:cNvCxnSpPr>
            <p:nvPr/>
          </p:nvCxnSpPr>
          <p:spPr>
            <a:xfrm flipV="1">
              <a:off x="7299276" y="1306910"/>
              <a:ext cx="355406" cy="27714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Arrow Connector 407"/>
            <p:cNvCxnSpPr>
              <a:stCxn id="402" idx="6"/>
              <a:endCxn id="405" idx="2"/>
            </p:cNvCxnSpPr>
            <p:nvPr/>
          </p:nvCxnSpPr>
          <p:spPr>
            <a:xfrm flipV="1">
              <a:off x="7299275" y="1306910"/>
              <a:ext cx="355407" cy="54347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Arrow Connector 408"/>
            <p:cNvCxnSpPr>
              <a:stCxn id="403" idx="6"/>
              <a:endCxn id="405" idx="2"/>
            </p:cNvCxnSpPr>
            <p:nvPr/>
          </p:nvCxnSpPr>
          <p:spPr>
            <a:xfrm flipV="1">
              <a:off x="7299275" y="1306910"/>
              <a:ext cx="355407" cy="80401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Arrow Connector 409"/>
            <p:cNvCxnSpPr>
              <a:stCxn id="404" idx="6"/>
              <a:endCxn id="405" idx="2"/>
            </p:cNvCxnSpPr>
            <p:nvPr/>
          </p:nvCxnSpPr>
          <p:spPr>
            <a:xfrm flipV="1">
              <a:off x="7299277" y="1306910"/>
              <a:ext cx="355405" cy="10748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Oval 410"/>
            <p:cNvSpPr/>
            <p:nvPr/>
          </p:nvSpPr>
          <p:spPr>
            <a:xfrm>
              <a:off x="7654681" y="148061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12" name="Straight Arrow Connector 411"/>
            <p:cNvCxnSpPr>
              <a:stCxn id="401" idx="6"/>
              <a:endCxn id="411" idx="2"/>
            </p:cNvCxnSpPr>
            <p:nvPr/>
          </p:nvCxnSpPr>
          <p:spPr>
            <a:xfrm>
              <a:off x="7299276" y="1584058"/>
              <a:ext cx="355405" cy="33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Arrow Connector 412"/>
            <p:cNvCxnSpPr>
              <a:stCxn id="402" idx="6"/>
              <a:endCxn id="411" idx="2"/>
            </p:cNvCxnSpPr>
            <p:nvPr/>
          </p:nvCxnSpPr>
          <p:spPr>
            <a:xfrm flipV="1">
              <a:off x="7299275" y="1587379"/>
              <a:ext cx="355406" cy="26300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Arrow Connector 413"/>
            <p:cNvCxnSpPr>
              <a:stCxn id="403" idx="6"/>
              <a:endCxn id="411" idx="2"/>
            </p:cNvCxnSpPr>
            <p:nvPr/>
          </p:nvCxnSpPr>
          <p:spPr>
            <a:xfrm flipV="1">
              <a:off x="7299275" y="1587379"/>
              <a:ext cx="355406" cy="52354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Arrow Connector 414"/>
            <p:cNvCxnSpPr>
              <a:stCxn id="404" idx="6"/>
              <a:endCxn id="417" idx="2"/>
            </p:cNvCxnSpPr>
            <p:nvPr/>
          </p:nvCxnSpPr>
          <p:spPr>
            <a:xfrm flipV="1">
              <a:off x="7299277" y="1845116"/>
              <a:ext cx="356776" cy="5366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Arrow Connector 415"/>
            <p:cNvCxnSpPr>
              <a:stCxn id="400" idx="6"/>
              <a:endCxn id="411" idx="2"/>
            </p:cNvCxnSpPr>
            <p:nvPr/>
          </p:nvCxnSpPr>
          <p:spPr>
            <a:xfrm>
              <a:off x="7299277" y="1306911"/>
              <a:ext cx="355404" cy="28046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" name="Oval 416"/>
            <p:cNvSpPr/>
            <p:nvPr/>
          </p:nvSpPr>
          <p:spPr>
            <a:xfrm>
              <a:off x="7656053" y="1738356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18" name="Straight Arrow Connector 417"/>
            <p:cNvCxnSpPr>
              <a:stCxn id="402" idx="6"/>
              <a:endCxn id="417" idx="2"/>
            </p:cNvCxnSpPr>
            <p:nvPr/>
          </p:nvCxnSpPr>
          <p:spPr>
            <a:xfrm flipV="1">
              <a:off x="7299275" y="1845116"/>
              <a:ext cx="356778" cy="52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Arrow Connector 418"/>
            <p:cNvCxnSpPr>
              <a:stCxn id="403" idx="6"/>
              <a:endCxn id="417" idx="2"/>
            </p:cNvCxnSpPr>
            <p:nvPr/>
          </p:nvCxnSpPr>
          <p:spPr>
            <a:xfrm flipV="1">
              <a:off x="7299275" y="1845116"/>
              <a:ext cx="356778" cy="2658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Arrow Connector 419"/>
            <p:cNvCxnSpPr>
              <a:stCxn id="404" idx="6"/>
              <a:endCxn id="417" idx="2"/>
            </p:cNvCxnSpPr>
            <p:nvPr/>
          </p:nvCxnSpPr>
          <p:spPr>
            <a:xfrm flipV="1">
              <a:off x="7299277" y="1845116"/>
              <a:ext cx="356776" cy="5366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Arrow Connector 420"/>
            <p:cNvCxnSpPr>
              <a:stCxn id="401" idx="6"/>
              <a:endCxn id="417" idx="2"/>
            </p:cNvCxnSpPr>
            <p:nvPr/>
          </p:nvCxnSpPr>
          <p:spPr>
            <a:xfrm>
              <a:off x="7299276" y="1584058"/>
              <a:ext cx="356777" cy="2610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Arrow Connector 421"/>
            <p:cNvCxnSpPr>
              <a:stCxn id="400" idx="6"/>
              <a:endCxn id="417" idx="2"/>
            </p:cNvCxnSpPr>
            <p:nvPr/>
          </p:nvCxnSpPr>
          <p:spPr>
            <a:xfrm>
              <a:off x="7299277" y="1306911"/>
              <a:ext cx="356776" cy="5382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3" name="Oval 422"/>
            <p:cNvSpPr/>
            <p:nvPr/>
          </p:nvSpPr>
          <p:spPr>
            <a:xfrm>
              <a:off x="7654680" y="1996876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24" name="Straight Arrow Connector 423"/>
            <p:cNvCxnSpPr>
              <a:stCxn id="403" idx="6"/>
              <a:endCxn id="423" idx="2"/>
            </p:cNvCxnSpPr>
            <p:nvPr/>
          </p:nvCxnSpPr>
          <p:spPr>
            <a:xfrm flipV="1">
              <a:off x="7299275" y="2103636"/>
              <a:ext cx="355405" cy="72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Arrow Connector 424"/>
            <p:cNvCxnSpPr>
              <a:stCxn id="404" idx="6"/>
              <a:endCxn id="423" idx="2"/>
            </p:cNvCxnSpPr>
            <p:nvPr/>
          </p:nvCxnSpPr>
          <p:spPr>
            <a:xfrm flipV="1">
              <a:off x="7299277" y="2103636"/>
              <a:ext cx="355403" cy="27814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Arrow Connector 425"/>
            <p:cNvCxnSpPr>
              <a:stCxn id="402" idx="6"/>
              <a:endCxn id="423" idx="2"/>
            </p:cNvCxnSpPr>
            <p:nvPr/>
          </p:nvCxnSpPr>
          <p:spPr>
            <a:xfrm>
              <a:off x="7299275" y="1850380"/>
              <a:ext cx="355405" cy="25325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Arrow Connector 426"/>
            <p:cNvCxnSpPr>
              <a:stCxn id="401" idx="6"/>
              <a:endCxn id="423" idx="2"/>
            </p:cNvCxnSpPr>
            <p:nvPr/>
          </p:nvCxnSpPr>
          <p:spPr>
            <a:xfrm>
              <a:off x="7299276" y="1584058"/>
              <a:ext cx="355404" cy="5195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Arrow Connector 427"/>
            <p:cNvCxnSpPr>
              <a:stCxn id="400" idx="6"/>
              <a:endCxn id="423" idx="2"/>
            </p:cNvCxnSpPr>
            <p:nvPr/>
          </p:nvCxnSpPr>
          <p:spPr>
            <a:xfrm>
              <a:off x="7299277" y="1306911"/>
              <a:ext cx="355403" cy="79672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9" name="Oval 428"/>
            <p:cNvSpPr/>
            <p:nvPr/>
          </p:nvSpPr>
          <p:spPr>
            <a:xfrm>
              <a:off x="7654680" y="2281408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30" name="Straight Arrow Connector 429"/>
            <p:cNvCxnSpPr>
              <a:stCxn id="404" idx="6"/>
              <a:endCxn id="429" idx="2"/>
            </p:cNvCxnSpPr>
            <p:nvPr/>
          </p:nvCxnSpPr>
          <p:spPr>
            <a:xfrm>
              <a:off x="7299277" y="2381783"/>
              <a:ext cx="355403" cy="63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Arrow Connector 430"/>
            <p:cNvCxnSpPr>
              <a:stCxn id="403" idx="6"/>
              <a:endCxn id="429" idx="2"/>
            </p:cNvCxnSpPr>
            <p:nvPr/>
          </p:nvCxnSpPr>
          <p:spPr>
            <a:xfrm>
              <a:off x="7299275" y="2110921"/>
              <a:ext cx="355405" cy="27724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Arrow Connector 431"/>
            <p:cNvCxnSpPr>
              <a:stCxn id="402" idx="6"/>
              <a:endCxn id="429" idx="2"/>
            </p:cNvCxnSpPr>
            <p:nvPr/>
          </p:nvCxnSpPr>
          <p:spPr>
            <a:xfrm>
              <a:off x="7299275" y="1850380"/>
              <a:ext cx="355405" cy="5377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Arrow Connector 432"/>
            <p:cNvCxnSpPr>
              <a:stCxn id="401" idx="6"/>
              <a:endCxn id="429" idx="2"/>
            </p:cNvCxnSpPr>
            <p:nvPr/>
          </p:nvCxnSpPr>
          <p:spPr>
            <a:xfrm>
              <a:off x="7299276" y="1584058"/>
              <a:ext cx="355404" cy="80411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Arrow Connector 433"/>
            <p:cNvCxnSpPr>
              <a:stCxn id="400" idx="6"/>
              <a:endCxn id="429" idx="2"/>
            </p:cNvCxnSpPr>
            <p:nvPr/>
          </p:nvCxnSpPr>
          <p:spPr>
            <a:xfrm>
              <a:off x="7299277" y="1306911"/>
              <a:ext cx="355403" cy="108125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6" name="TextBox 435"/>
          <p:cNvSpPr txBox="1"/>
          <p:nvPr/>
        </p:nvSpPr>
        <p:spPr>
          <a:xfrm>
            <a:off x="304800" y="2315111"/>
            <a:ext cx="85833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No. of input units: Dimension of features</a:t>
            </a:r>
          </a:p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No. output units: Number of classes</a:t>
            </a:r>
          </a:p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Reasonable default: 1 hidden layer, or if &gt;1 hidden layer, have same no. of hidden units in every layer (usually the more the better)</a:t>
            </a:r>
          </a:p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Heuristic for number of hidden units:</a:t>
            </a:r>
          </a:p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	(#feature+#classes)/2</a:t>
            </a:r>
          </a:p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	#classes</a:t>
            </a:r>
          </a:p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	#attributes</a:t>
            </a:r>
          </a:p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	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etc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…</a:t>
            </a:r>
          </a:p>
        </p:txBody>
      </p:sp>
      <p:pic>
        <p:nvPicPr>
          <p:cNvPr id="437" name="Picture 43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67771"/>
            <a:ext cx="350520" cy="23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3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Training a 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662285"/>
            <a:ext cx="85833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sz="2400">
                <a:solidFill>
                  <a:prstClr val="black"/>
                </a:solidFill>
                <a:latin typeface="Calibri"/>
              </a:rPr>
              <a:t>Randomly initialize weights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  <a:p>
            <a:pPr marL="457200" indent="-457200">
              <a:buFontTx/>
              <a:buAutoNum type="arabicPeriod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Implement forward propagation to get               for any  </a:t>
            </a:r>
          </a:p>
          <a:p>
            <a:pPr marL="457200" indent="-457200">
              <a:buFontTx/>
              <a:buAutoNum type="arabicPeriod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Implement code to compute cost function</a:t>
            </a:r>
          </a:p>
          <a:p>
            <a:pPr marL="457200" indent="-457200">
              <a:buFontTx/>
              <a:buAutoNum type="arabicPeriod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Implement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backprop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to compute partial derivatives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630" y="1126995"/>
            <a:ext cx="350520" cy="23050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137285"/>
            <a:ext cx="861060" cy="2914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860" y="1521775"/>
            <a:ext cx="518160" cy="2552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350" y="1777045"/>
            <a:ext cx="1049655" cy="453390"/>
          </a:xfrm>
          <a:prstGeom prst="rect">
            <a:avLst/>
          </a:prstGeom>
        </p:spPr>
      </p:pic>
      <p:sp>
        <p:nvSpPr>
          <p:cNvPr id="306" name="TextBox 305"/>
          <p:cNvSpPr txBox="1"/>
          <p:nvPr/>
        </p:nvSpPr>
        <p:spPr>
          <a:xfrm>
            <a:off x="396410" y="2266950"/>
            <a:ext cx="874759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1:m</a:t>
            </a:r>
          </a:p>
          <a:p>
            <a:pPr lvl="1"/>
            <a:r>
              <a:rPr lang="en-US" sz="2400" dirty="0">
                <a:solidFill>
                  <a:prstClr val="black"/>
                </a:solidFill>
                <a:latin typeface="Calibri"/>
                <a:cs typeface="Courier New" pitchFamily="49" charset="0"/>
                <a:sym typeface="Wingdings" pitchFamily="2" charset="2"/>
              </a:rPr>
              <a:t>Perform forward propagation and backpropagation using example</a:t>
            </a:r>
          </a:p>
          <a:p>
            <a:pPr lvl="1"/>
            <a:r>
              <a:rPr lang="en-US" sz="2400" dirty="0">
                <a:solidFill>
                  <a:prstClr val="black"/>
                </a:solidFill>
                <a:latin typeface="Calibri"/>
                <a:cs typeface="Courier New" pitchFamily="49" charset="0"/>
                <a:sym typeface="Wingdings" pitchFamily="2" charset="2"/>
              </a:rPr>
              <a:t>(Get activations        and delta terms       for	           ).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140" y="3414084"/>
            <a:ext cx="327660" cy="2305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402209"/>
            <a:ext cx="316230" cy="2305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890" y="3446794"/>
            <a:ext cx="1261110" cy="226695"/>
          </a:xfrm>
          <a:prstGeom prst="rect">
            <a:avLst/>
          </a:prstGeom>
        </p:spPr>
      </p:pic>
      <p:grpSp>
        <p:nvGrpSpPr>
          <p:cNvPr id="308" name="Group 307"/>
          <p:cNvGrpSpPr/>
          <p:nvPr/>
        </p:nvGrpSpPr>
        <p:grpSpPr>
          <a:xfrm>
            <a:off x="5449297" y="3844714"/>
            <a:ext cx="1990676" cy="1004128"/>
            <a:chOff x="1905000" y="2190750"/>
            <a:chExt cx="3483917" cy="1744001"/>
          </a:xfrm>
        </p:grpSpPr>
        <p:sp>
          <p:nvSpPr>
            <p:cNvPr id="313" name="Oval 312"/>
            <p:cNvSpPr/>
            <p:nvPr/>
          </p:nvSpPr>
          <p:spPr>
            <a:xfrm>
              <a:off x="1905000" y="3183496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4" name="Oval 313"/>
            <p:cNvSpPr/>
            <p:nvPr/>
          </p:nvSpPr>
          <p:spPr>
            <a:xfrm>
              <a:off x="1905000" y="2848532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5" name="Oval 314"/>
            <p:cNvSpPr/>
            <p:nvPr/>
          </p:nvSpPr>
          <p:spPr>
            <a:xfrm>
              <a:off x="1905000" y="2513568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6" name="Oval 315"/>
            <p:cNvSpPr/>
            <p:nvPr/>
          </p:nvSpPr>
          <p:spPr>
            <a:xfrm>
              <a:off x="2899779" y="2190751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7" name="Oval 316"/>
            <p:cNvSpPr/>
            <p:nvPr/>
          </p:nvSpPr>
          <p:spPr>
            <a:xfrm>
              <a:off x="5102454" y="236976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18" name="Straight Arrow Connector 317"/>
            <p:cNvCxnSpPr>
              <a:stCxn id="315" idx="6"/>
              <a:endCxn id="316" idx="2"/>
            </p:cNvCxnSpPr>
            <p:nvPr/>
          </p:nvCxnSpPr>
          <p:spPr>
            <a:xfrm flipV="1">
              <a:off x="2191463" y="2334552"/>
              <a:ext cx="708316" cy="3228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Arrow Connector 318"/>
            <p:cNvCxnSpPr>
              <a:stCxn id="314" idx="6"/>
              <a:endCxn id="316" idx="2"/>
            </p:cNvCxnSpPr>
            <p:nvPr/>
          </p:nvCxnSpPr>
          <p:spPr>
            <a:xfrm flipV="1">
              <a:off x="2191463" y="2334552"/>
              <a:ext cx="708316" cy="6577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Arrow Connector 319"/>
            <p:cNvCxnSpPr>
              <a:stCxn id="313" idx="6"/>
              <a:endCxn id="316" idx="2"/>
            </p:cNvCxnSpPr>
            <p:nvPr/>
          </p:nvCxnSpPr>
          <p:spPr>
            <a:xfrm flipV="1">
              <a:off x="2191463" y="2334552"/>
              <a:ext cx="708316" cy="992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Oval 320"/>
            <p:cNvSpPr/>
            <p:nvPr/>
          </p:nvSpPr>
          <p:spPr>
            <a:xfrm>
              <a:off x="2899778" y="2564055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22" name="Straight Arrow Connector 321"/>
            <p:cNvCxnSpPr>
              <a:stCxn id="315" idx="6"/>
              <a:endCxn id="321" idx="2"/>
            </p:cNvCxnSpPr>
            <p:nvPr/>
          </p:nvCxnSpPr>
          <p:spPr>
            <a:xfrm>
              <a:off x="2191463" y="2657369"/>
              <a:ext cx="708315" cy="504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Arrow Connector 322"/>
            <p:cNvCxnSpPr>
              <a:stCxn id="314" idx="6"/>
              <a:endCxn id="321" idx="2"/>
            </p:cNvCxnSpPr>
            <p:nvPr/>
          </p:nvCxnSpPr>
          <p:spPr>
            <a:xfrm flipV="1">
              <a:off x="2191463" y="2707856"/>
              <a:ext cx="708315" cy="2844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Arrow Connector 323"/>
            <p:cNvCxnSpPr>
              <a:stCxn id="313" idx="6"/>
              <a:endCxn id="321" idx="2"/>
            </p:cNvCxnSpPr>
            <p:nvPr/>
          </p:nvCxnSpPr>
          <p:spPr>
            <a:xfrm flipV="1">
              <a:off x="2191463" y="2707856"/>
              <a:ext cx="708315" cy="6194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Oval 324"/>
            <p:cNvSpPr/>
            <p:nvPr/>
          </p:nvSpPr>
          <p:spPr>
            <a:xfrm>
              <a:off x="2899777" y="292277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26" name="Straight Arrow Connector 325"/>
            <p:cNvCxnSpPr>
              <a:stCxn id="315" idx="6"/>
              <a:endCxn id="325" idx="2"/>
            </p:cNvCxnSpPr>
            <p:nvPr/>
          </p:nvCxnSpPr>
          <p:spPr>
            <a:xfrm>
              <a:off x="2191463" y="2657369"/>
              <a:ext cx="708314" cy="40920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Arrow Connector 326"/>
            <p:cNvCxnSpPr>
              <a:stCxn id="314" idx="6"/>
              <a:endCxn id="325" idx="2"/>
            </p:cNvCxnSpPr>
            <p:nvPr/>
          </p:nvCxnSpPr>
          <p:spPr>
            <a:xfrm>
              <a:off x="2191463" y="2992333"/>
              <a:ext cx="708314" cy="742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Arrow Connector 327"/>
            <p:cNvCxnSpPr>
              <a:stCxn id="313" idx="6"/>
              <a:endCxn id="325" idx="2"/>
            </p:cNvCxnSpPr>
            <p:nvPr/>
          </p:nvCxnSpPr>
          <p:spPr>
            <a:xfrm flipV="1">
              <a:off x="2191463" y="3066578"/>
              <a:ext cx="708314" cy="2607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Oval 354"/>
            <p:cNvSpPr/>
            <p:nvPr/>
          </p:nvSpPr>
          <p:spPr>
            <a:xfrm>
              <a:off x="2899776" y="3273713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56" name="Straight Arrow Connector 355"/>
            <p:cNvCxnSpPr>
              <a:stCxn id="315" idx="6"/>
              <a:endCxn id="355" idx="2"/>
            </p:cNvCxnSpPr>
            <p:nvPr/>
          </p:nvCxnSpPr>
          <p:spPr>
            <a:xfrm>
              <a:off x="2191463" y="2657369"/>
              <a:ext cx="708313" cy="7601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Arrow Connector 356"/>
            <p:cNvCxnSpPr>
              <a:stCxn id="314" idx="6"/>
              <a:endCxn id="355" idx="2"/>
            </p:cNvCxnSpPr>
            <p:nvPr/>
          </p:nvCxnSpPr>
          <p:spPr>
            <a:xfrm>
              <a:off x="2191463" y="2992333"/>
              <a:ext cx="708313" cy="4251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Arrow Connector 357"/>
            <p:cNvCxnSpPr>
              <a:stCxn id="313" idx="6"/>
              <a:endCxn id="355" idx="2"/>
            </p:cNvCxnSpPr>
            <p:nvPr/>
          </p:nvCxnSpPr>
          <p:spPr>
            <a:xfrm>
              <a:off x="2191463" y="3327297"/>
              <a:ext cx="708313" cy="902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Oval 358"/>
            <p:cNvSpPr/>
            <p:nvPr/>
          </p:nvSpPr>
          <p:spPr>
            <a:xfrm>
              <a:off x="2899779" y="36385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60" name="Straight Arrow Connector 359"/>
            <p:cNvCxnSpPr>
              <a:stCxn id="315" idx="6"/>
              <a:endCxn id="359" idx="2"/>
            </p:cNvCxnSpPr>
            <p:nvPr/>
          </p:nvCxnSpPr>
          <p:spPr>
            <a:xfrm>
              <a:off x="2191463" y="2657369"/>
              <a:ext cx="708316" cy="11249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Arrow Connector 360"/>
            <p:cNvCxnSpPr>
              <a:stCxn id="314" idx="6"/>
              <a:endCxn id="359" idx="2"/>
            </p:cNvCxnSpPr>
            <p:nvPr/>
          </p:nvCxnSpPr>
          <p:spPr>
            <a:xfrm>
              <a:off x="2191463" y="2992333"/>
              <a:ext cx="708316" cy="79001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Arrow Connector 361"/>
            <p:cNvCxnSpPr>
              <a:stCxn id="313" idx="6"/>
              <a:endCxn id="359" idx="2"/>
            </p:cNvCxnSpPr>
            <p:nvPr/>
          </p:nvCxnSpPr>
          <p:spPr>
            <a:xfrm>
              <a:off x="2191463" y="3327297"/>
              <a:ext cx="708316" cy="45505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Oval 362"/>
            <p:cNvSpPr/>
            <p:nvPr/>
          </p:nvSpPr>
          <p:spPr>
            <a:xfrm>
              <a:off x="4028197" y="21907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64" name="Straight Arrow Connector 363"/>
            <p:cNvCxnSpPr>
              <a:stCxn id="316" idx="6"/>
              <a:endCxn id="363" idx="2"/>
            </p:cNvCxnSpPr>
            <p:nvPr/>
          </p:nvCxnSpPr>
          <p:spPr>
            <a:xfrm flipV="1">
              <a:off x="3186242" y="23345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Arrow Connector 364"/>
            <p:cNvCxnSpPr>
              <a:stCxn id="321" idx="6"/>
              <a:endCxn id="363" idx="2"/>
            </p:cNvCxnSpPr>
            <p:nvPr/>
          </p:nvCxnSpPr>
          <p:spPr>
            <a:xfrm flipV="1">
              <a:off x="3186241" y="233455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Arrow Connector 365"/>
            <p:cNvCxnSpPr>
              <a:stCxn id="325" idx="6"/>
              <a:endCxn id="363" idx="2"/>
            </p:cNvCxnSpPr>
            <p:nvPr/>
          </p:nvCxnSpPr>
          <p:spPr>
            <a:xfrm flipV="1">
              <a:off x="3186240" y="2334551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Arrow Connector 366"/>
            <p:cNvCxnSpPr>
              <a:stCxn id="355" idx="6"/>
              <a:endCxn id="363" idx="2"/>
            </p:cNvCxnSpPr>
            <p:nvPr/>
          </p:nvCxnSpPr>
          <p:spPr>
            <a:xfrm flipV="1">
              <a:off x="3186239" y="2334551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Arrow Connector 367"/>
            <p:cNvCxnSpPr>
              <a:stCxn id="359" idx="6"/>
              <a:endCxn id="363" idx="2"/>
            </p:cNvCxnSpPr>
            <p:nvPr/>
          </p:nvCxnSpPr>
          <p:spPr>
            <a:xfrm flipV="1">
              <a:off x="3186242" y="2334551"/>
              <a:ext cx="841955" cy="1447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Oval 368"/>
            <p:cNvSpPr/>
            <p:nvPr/>
          </p:nvSpPr>
          <p:spPr>
            <a:xfrm>
              <a:off x="4028196" y="2568528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70" name="Straight Arrow Connector 369"/>
            <p:cNvCxnSpPr>
              <a:endCxn id="369" idx="2"/>
            </p:cNvCxnSpPr>
            <p:nvPr/>
          </p:nvCxnSpPr>
          <p:spPr>
            <a:xfrm flipV="1">
              <a:off x="3186241" y="2712329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Arrow Connector 370"/>
            <p:cNvCxnSpPr>
              <a:stCxn id="325" idx="6"/>
              <a:endCxn id="369" idx="2"/>
            </p:cNvCxnSpPr>
            <p:nvPr/>
          </p:nvCxnSpPr>
          <p:spPr>
            <a:xfrm flipV="1">
              <a:off x="3186240" y="2712329"/>
              <a:ext cx="841956" cy="3542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Arrow Connector 371"/>
            <p:cNvCxnSpPr>
              <a:endCxn id="369" idx="2"/>
            </p:cNvCxnSpPr>
            <p:nvPr/>
          </p:nvCxnSpPr>
          <p:spPr>
            <a:xfrm flipV="1">
              <a:off x="3186239" y="2712329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Arrow Connector 372"/>
            <p:cNvCxnSpPr>
              <a:endCxn id="369" idx="2"/>
            </p:cNvCxnSpPr>
            <p:nvPr/>
          </p:nvCxnSpPr>
          <p:spPr>
            <a:xfrm flipV="1">
              <a:off x="3186238" y="2712329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Arrow Connector 373"/>
            <p:cNvCxnSpPr>
              <a:stCxn id="316" idx="6"/>
              <a:endCxn id="369" idx="2"/>
            </p:cNvCxnSpPr>
            <p:nvPr/>
          </p:nvCxnSpPr>
          <p:spPr>
            <a:xfrm>
              <a:off x="3186242" y="2334552"/>
              <a:ext cx="841954" cy="3777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5" name="Oval 374"/>
            <p:cNvSpPr/>
            <p:nvPr/>
          </p:nvSpPr>
          <p:spPr>
            <a:xfrm>
              <a:off x="4030044" y="2915686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76" name="Straight Arrow Connector 375"/>
            <p:cNvCxnSpPr>
              <a:endCxn id="375" idx="2"/>
            </p:cNvCxnSpPr>
            <p:nvPr/>
          </p:nvCxnSpPr>
          <p:spPr>
            <a:xfrm flipV="1">
              <a:off x="3188089" y="3059487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Arrow Connector 376"/>
            <p:cNvCxnSpPr>
              <a:endCxn id="375" idx="2"/>
            </p:cNvCxnSpPr>
            <p:nvPr/>
          </p:nvCxnSpPr>
          <p:spPr>
            <a:xfrm flipV="1">
              <a:off x="3188088" y="3059487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Arrow Connector 377"/>
            <p:cNvCxnSpPr>
              <a:endCxn id="375" idx="2"/>
            </p:cNvCxnSpPr>
            <p:nvPr/>
          </p:nvCxnSpPr>
          <p:spPr>
            <a:xfrm flipV="1">
              <a:off x="3188087" y="3059487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Arrow Connector 378"/>
            <p:cNvCxnSpPr>
              <a:stCxn id="321" idx="6"/>
              <a:endCxn id="375" idx="2"/>
            </p:cNvCxnSpPr>
            <p:nvPr/>
          </p:nvCxnSpPr>
          <p:spPr>
            <a:xfrm>
              <a:off x="3186241" y="2707856"/>
              <a:ext cx="843803" cy="3516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/>
            <p:cNvCxnSpPr>
              <a:stCxn id="316" idx="6"/>
              <a:endCxn id="375" idx="2"/>
            </p:cNvCxnSpPr>
            <p:nvPr/>
          </p:nvCxnSpPr>
          <p:spPr>
            <a:xfrm>
              <a:off x="3186242" y="2334552"/>
              <a:ext cx="843802" cy="72493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" name="Oval 380"/>
            <p:cNvSpPr/>
            <p:nvPr/>
          </p:nvSpPr>
          <p:spPr>
            <a:xfrm>
              <a:off x="4028195" y="326390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82" name="Straight Arrow Connector 381"/>
            <p:cNvCxnSpPr>
              <a:stCxn id="355" idx="6"/>
              <a:endCxn id="381" idx="2"/>
            </p:cNvCxnSpPr>
            <p:nvPr/>
          </p:nvCxnSpPr>
          <p:spPr>
            <a:xfrm flipV="1">
              <a:off x="3186239" y="3407701"/>
              <a:ext cx="841956" cy="981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Arrow Connector 382"/>
            <p:cNvCxnSpPr>
              <a:endCxn id="381" idx="2"/>
            </p:cNvCxnSpPr>
            <p:nvPr/>
          </p:nvCxnSpPr>
          <p:spPr>
            <a:xfrm flipV="1">
              <a:off x="3186239" y="340770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Arrow Connector 383"/>
            <p:cNvCxnSpPr>
              <a:stCxn id="325" idx="6"/>
              <a:endCxn id="381" idx="2"/>
            </p:cNvCxnSpPr>
            <p:nvPr/>
          </p:nvCxnSpPr>
          <p:spPr>
            <a:xfrm>
              <a:off x="3186240" y="3066578"/>
              <a:ext cx="841955" cy="34112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Arrow Connector 384"/>
            <p:cNvCxnSpPr>
              <a:stCxn id="321" idx="6"/>
              <a:endCxn id="381" idx="2"/>
            </p:cNvCxnSpPr>
            <p:nvPr/>
          </p:nvCxnSpPr>
          <p:spPr>
            <a:xfrm>
              <a:off x="3186241" y="2707856"/>
              <a:ext cx="841954" cy="6998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Arrow Connector 385"/>
            <p:cNvCxnSpPr>
              <a:stCxn id="316" idx="6"/>
              <a:endCxn id="381" idx="2"/>
            </p:cNvCxnSpPr>
            <p:nvPr/>
          </p:nvCxnSpPr>
          <p:spPr>
            <a:xfrm>
              <a:off x="3186242" y="2334552"/>
              <a:ext cx="841953" cy="10731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7" name="Oval 386"/>
            <p:cNvSpPr/>
            <p:nvPr/>
          </p:nvSpPr>
          <p:spPr>
            <a:xfrm>
              <a:off x="4028194" y="36471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88" name="Straight Arrow Connector 387"/>
            <p:cNvCxnSpPr>
              <a:endCxn id="387" idx="2"/>
            </p:cNvCxnSpPr>
            <p:nvPr/>
          </p:nvCxnSpPr>
          <p:spPr>
            <a:xfrm flipV="1">
              <a:off x="3186239" y="37909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Arrow Connector 388"/>
            <p:cNvCxnSpPr>
              <a:stCxn id="355" idx="6"/>
              <a:endCxn id="387" idx="2"/>
            </p:cNvCxnSpPr>
            <p:nvPr/>
          </p:nvCxnSpPr>
          <p:spPr>
            <a:xfrm>
              <a:off x="3186239" y="3417514"/>
              <a:ext cx="841955" cy="37343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Arrow Connector 389"/>
            <p:cNvCxnSpPr>
              <a:stCxn id="325" idx="6"/>
              <a:endCxn id="387" idx="2"/>
            </p:cNvCxnSpPr>
            <p:nvPr/>
          </p:nvCxnSpPr>
          <p:spPr>
            <a:xfrm>
              <a:off x="3186240" y="3066578"/>
              <a:ext cx="841954" cy="7243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Arrow Connector 390"/>
            <p:cNvCxnSpPr>
              <a:stCxn id="321" idx="6"/>
              <a:endCxn id="387" idx="2"/>
            </p:cNvCxnSpPr>
            <p:nvPr/>
          </p:nvCxnSpPr>
          <p:spPr>
            <a:xfrm>
              <a:off x="3186241" y="2707856"/>
              <a:ext cx="841953" cy="108309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Arrow Connector 391"/>
            <p:cNvCxnSpPr>
              <a:stCxn id="316" idx="6"/>
              <a:endCxn id="387" idx="2"/>
            </p:cNvCxnSpPr>
            <p:nvPr/>
          </p:nvCxnSpPr>
          <p:spPr>
            <a:xfrm>
              <a:off x="3186242" y="2334552"/>
              <a:ext cx="841952" cy="145639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Arrow Connector 392"/>
            <p:cNvCxnSpPr>
              <a:stCxn id="363" idx="6"/>
              <a:endCxn id="317" idx="2"/>
            </p:cNvCxnSpPr>
            <p:nvPr/>
          </p:nvCxnSpPr>
          <p:spPr>
            <a:xfrm>
              <a:off x="4314660" y="2334551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/>
            <p:cNvCxnSpPr>
              <a:stCxn id="369" idx="6"/>
              <a:endCxn id="317" idx="2"/>
            </p:cNvCxnSpPr>
            <p:nvPr/>
          </p:nvCxnSpPr>
          <p:spPr>
            <a:xfrm flipV="1">
              <a:off x="4314659" y="2513568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Arrow Connector 394"/>
            <p:cNvCxnSpPr>
              <a:stCxn id="375" idx="6"/>
              <a:endCxn id="317" idx="2"/>
            </p:cNvCxnSpPr>
            <p:nvPr/>
          </p:nvCxnSpPr>
          <p:spPr>
            <a:xfrm flipV="1">
              <a:off x="4316507" y="2513568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Arrow Connector 395"/>
            <p:cNvCxnSpPr>
              <a:stCxn id="381" idx="6"/>
              <a:endCxn id="317" idx="2"/>
            </p:cNvCxnSpPr>
            <p:nvPr/>
          </p:nvCxnSpPr>
          <p:spPr>
            <a:xfrm flipV="1">
              <a:off x="4314658" y="2513568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Arrow Connector 396"/>
            <p:cNvCxnSpPr>
              <a:stCxn id="387" idx="6"/>
              <a:endCxn id="317" idx="2"/>
            </p:cNvCxnSpPr>
            <p:nvPr/>
          </p:nvCxnSpPr>
          <p:spPr>
            <a:xfrm flipV="1">
              <a:off x="4314657" y="2513568"/>
              <a:ext cx="787797" cy="127738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Oval 397"/>
            <p:cNvSpPr/>
            <p:nvPr/>
          </p:nvSpPr>
          <p:spPr>
            <a:xfrm>
              <a:off x="5102453" y="27456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99" name="Straight Arrow Connector 398"/>
            <p:cNvCxnSpPr>
              <a:endCxn id="398" idx="2"/>
            </p:cNvCxnSpPr>
            <p:nvPr/>
          </p:nvCxnSpPr>
          <p:spPr>
            <a:xfrm>
              <a:off x="4314659" y="27104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Arrow Connector 438"/>
            <p:cNvCxnSpPr>
              <a:endCxn id="398" idx="2"/>
            </p:cNvCxnSpPr>
            <p:nvPr/>
          </p:nvCxnSpPr>
          <p:spPr>
            <a:xfrm flipV="1">
              <a:off x="4314658" y="28894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Arrow Connector 439"/>
            <p:cNvCxnSpPr>
              <a:endCxn id="398" idx="2"/>
            </p:cNvCxnSpPr>
            <p:nvPr/>
          </p:nvCxnSpPr>
          <p:spPr>
            <a:xfrm flipV="1">
              <a:off x="4316506" y="2889453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Arrow Connector 440"/>
            <p:cNvCxnSpPr>
              <a:endCxn id="398" idx="2"/>
            </p:cNvCxnSpPr>
            <p:nvPr/>
          </p:nvCxnSpPr>
          <p:spPr>
            <a:xfrm flipV="1">
              <a:off x="4314657" y="2889453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Arrow Connector 441"/>
            <p:cNvCxnSpPr>
              <a:stCxn id="363" idx="6"/>
              <a:endCxn id="398" idx="2"/>
            </p:cNvCxnSpPr>
            <p:nvPr/>
          </p:nvCxnSpPr>
          <p:spPr>
            <a:xfrm>
              <a:off x="4314660" y="2334551"/>
              <a:ext cx="787793" cy="5549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3" name="Oval 442"/>
            <p:cNvSpPr/>
            <p:nvPr/>
          </p:nvSpPr>
          <p:spPr>
            <a:xfrm>
              <a:off x="5102452" y="3088214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44" name="Straight Arrow Connector 443"/>
            <p:cNvCxnSpPr>
              <a:endCxn id="443" idx="2"/>
            </p:cNvCxnSpPr>
            <p:nvPr/>
          </p:nvCxnSpPr>
          <p:spPr>
            <a:xfrm>
              <a:off x="4314658" y="3052998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Arrow Connector 444"/>
            <p:cNvCxnSpPr>
              <a:endCxn id="443" idx="2"/>
            </p:cNvCxnSpPr>
            <p:nvPr/>
          </p:nvCxnSpPr>
          <p:spPr>
            <a:xfrm flipV="1">
              <a:off x="4314657" y="3232015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Arrow Connector 445"/>
            <p:cNvCxnSpPr>
              <a:endCxn id="443" idx="2"/>
            </p:cNvCxnSpPr>
            <p:nvPr/>
          </p:nvCxnSpPr>
          <p:spPr>
            <a:xfrm flipV="1">
              <a:off x="4316505" y="3232015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Arrow Connector 446"/>
            <p:cNvCxnSpPr>
              <a:stCxn id="369" idx="6"/>
              <a:endCxn id="443" idx="2"/>
            </p:cNvCxnSpPr>
            <p:nvPr/>
          </p:nvCxnSpPr>
          <p:spPr>
            <a:xfrm>
              <a:off x="4314659" y="2712329"/>
              <a:ext cx="787793" cy="51968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Arrow Connector 447"/>
            <p:cNvCxnSpPr>
              <a:stCxn id="363" idx="6"/>
              <a:endCxn id="443" idx="2"/>
            </p:cNvCxnSpPr>
            <p:nvPr/>
          </p:nvCxnSpPr>
          <p:spPr>
            <a:xfrm>
              <a:off x="4314660" y="2334551"/>
              <a:ext cx="787792" cy="8974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9" name="Oval 448"/>
            <p:cNvSpPr/>
            <p:nvPr/>
          </p:nvSpPr>
          <p:spPr>
            <a:xfrm>
              <a:off x="5102454" y="34505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50" name="Straight Arrow Connector 449"/>
            <p:cNvCxnSpPr>
              <a:endCxn id="449" idx="2"/>
            </p:cNvCxnSpPr>
            <p:nvPr/>
          </p:nvCxnSpPr>
          <p:spPr>
            <a:xfrm>
              <a:off x="4314660" y="34153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Arrow Connector 450"/>
            <p:cNvCxnSpPr>
              <a:endCxn id="449" idx="2"/>
            </p:cNvCxnSpPr>
            <p:nvPr/>
          </p:nvCxnSpPr>
          <p:spPr>
            <a:xfrm flipV="1">
              <a:off x="4314659" y="35943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Arrow Connector 451"/>
            <p:cNvCxnSpPr>
              <a:stCxn id="375" idx="6"/>
              <a:endCxn id="449" idx="2"/>
            </p:cNvCxnSpPr>
            <p:nvPr/>
          </p:nvCxnSpPr>
          <p:spPr>
            <a:xfrm>
              <a:off x="4316507" y="3059487"/>
              <a:ext cx="785947" cy="53486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Arrow Connector 452"/>
            <p:cNvCxnSpPr>
              <a:stCxn id="369" idx="6"/>
              <a:endCxn id="449" idx="2"/>
            </p:cNvCxnSpPr>
            <p:nvPr/>
          </p:nvCxnSpPr>
          <p:spPr>
            <a:xfrm>
              <a:off x="4314659" y="2712329"/>
              <a:ext cx="787795" cy="8820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Arrow Connector 453"/>
            <p:cNvCxnSpPr>
              <a:stCxn id="363" idx="6"/>
              <a:endCxn id="449" idx="2"/>
            </p:cNvCxnSpPr>
            <p:nvPr/>
          </p:nvCxnSpPr>
          <p:spPr>
            <a:xfrm>
              <a:off x="4314660" y="2334551"/>
              <a:ext cx="787794" cy="12598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030410"/>
            <a:ext cx="1022985" cy="29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Training 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4800" y="1047750"/>
                <a:ext cx="8583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Tx/>
                  <a:buAutoNum type="arabicPeriod" startAt="5"/>
                </a:pPr>
                <a:r>
                  <a:rPr lang="en-US" sz="2400" dirty="0">
                    <a:solidFill>
                      <a:prstClr val="black"/>
                    </a:solidFill>
                    <a:latin typeface="Calibri"/>
                  </a:rPr>
                  <a:t>Use gradient descent or advanced optimization method with backpropagation to try to  minimize          as a function of parameters</a:t>
                </a:r>
              </a:p>
              <a:p>
                <a:pPr marL="457200" indent="-457200">
                  <a:buFontTx/>
                  <a:buAutoNum type="arabicPeriod" startAt="5"/>
                </a:pPr>
                <a:r>
                  <a:rPr lang="en-US" sz="2400" dirty="0">
                    <a:solidFill>
                      <a:prstClr val="black"/>
                    </a:solidFill>
                    <a:latin typeface="Calibri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Calibri"/>
                  </a:rPr>
                  <a:t> is non-convex, optimization methods are often necessary to avoid local minima (e.g. Momentum methods)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047750"/>
                <a:ext cx="8583378" cy="1938992"/>
              </a:xfrm>
              <a:prstGeom prst="rect">
                <a:avLst/>
              </a:prstGeom>
              <a:blipFill>
                <a:blip r:embed="rId4"/>
                <a:stretch>
                  <a:fillRect l="-1136" t="-2830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538452"/>
            <a:ext cx="518160" cy="2552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966615"/>
            <a:ext cx="16954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33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visualstudiomagazine.com/articles/2017/08/01/~/media/ECG/visualstudiomagazine/Images/2017/08/0817vsm_McCaffreyFig1.ashx">
            <a:extLst>
              <a:ext uri="{FF2B5EF4-FFF2-40B4-BE49-F238E27FC236}">
                <a16:creationId xmlns:a16="http://schemas.microsoft.com/office/drawing/2014/main" id="{A94B1DA9-62B9-4908-915A-07729E68D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3350"/>
            <a:ext cx="4105988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A256F4-F193-4CF9-853D-9E3C51669C62}"/>
                  </a:ext>
                </a:extLst>
              </p:cNvPr>
              <p:cNvSpPr txBox="1"/>
              <p:nvPr/>
            </p:nvSpPr>
            <p:spPr>
              <a:xfrm>
                <a:off x="4038600" y="285750"/>
                <a:ext cx="3043205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(Think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dirty="0"/>
                  <a:t> as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A256F4-F193-4CF9-853D-9E3C51669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285750"/>
                <a:ext cx="3043205" cy="391646"/>
              </a:xfrm>
              <a:prstGeom prst="rect">
                <a:avLst/>
              </a:prstGeom>
              <a:blipFill>
                <a:blip r:embed="rId3"/>
                <a:stretch>
                  <a:fillRect l="-1804" t="-9375" r="-802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A401AA-1B7B-4A6D-B588-096363748A84}"/>
                  </a:ext>
                </a:extLst>
              </p:cNvPr>
              <p:cNvSpPr txBox="1"/>
              <p:nvPr/>
            </p:nvSpPr>
            <p:spPr>
              <a:xfrm>
                <a:off x="457200" y="3590925"/>
                <a:ext cx="80010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Momentum, is used to increase the possibility of jumping out from local minima, but with large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the learning rate should be kept small to avoid big jumps missing the minimum.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very small momentum does not help very much to avoid local minima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A401AA-1B7B-4A6D-B588-096363748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90925"/>
                <a:ext cx="8001000" cy="1200329"/>
              </a:xfrm>
              <a:prstGeom prst="rect">
                <a:avLst/>
              </a:prstGeom>
              <a:blipFill>
                <a:blip r:embed="rId4"/>
                <a:stretch>
                  <a:fillRect l="-457" t="-2538" r="-990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2C1D21-B42F-4BC4-AE10-788CBDBF3580}"/>
                  </a:ext>
                </a:extLst>
              </p:cNvPr>
              <p:cNvSpPr txBox="1"/>
              <p:nvPr/>
            </p:nvSpPr>
            <p:spPr>
              <a:xfrm>
                <a:off x="5181600" y="2038350"/>
                <a:ext cx="10401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2C1D21-B42F-4BC4-AE10-788CBDBF3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038350"/>
                <a:ext cx="1040157" cy="276999"/>
              </a:xfrm>
              <a:prstGeom prst="rect">
                <a:avLst/>
              </a:prstGeom>
              <a:blipFill>
                <a:blip r:embed="rId5"/>
                <a:stretch>
                  <a:fillRect l="-4678" r="-4678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662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903C-6621-49D8-B7BE-1EE69B215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Categorical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13DF1-941B-48C9-AC6F-F7E069EB3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895600"/>
          </a:xfrm>
        </p:spPr>
        <p:txBody>
          <a:bodyPr>
            <a:noAutofit/>
          </a:bodyPr>
          <a:lstStyle/>
          <a:p>
            <a:r>
              <a:rPr lang="en-US" sz="2400" b="1" dirty="0"/>
              <a:t>Ordinal</a:t>
            </a:r>
            <a:r>
              <a:rPr lang="en-US" sz="2400" dirty="0"/>
              <a:t> variables: they have an order, thus can be mapped on natural numbers (e.g. </a:t>
            </a:r>
            <a:r>
              <a:rPr lang="en-US" sz="2400" i="1" dirty="0"/>
              <a:t>low, medium, high, very high</a:t>
            </a:r>
            <a:r>
              <a:rPr lang="en-US" sz="2400" dirty="0"/>
              <a:t>,…)</a:t>
            </a:r>
          </a:p>
          <a:p>
            <a:pPr lvl="1"/>
            <a:r>
              <a:rPr lang="en-US" sz="2000" dirty="0"/>
              <a:t>One node for each feature, with integers to encode values (0, 1, 2, …)</a:t>
            </a:r>
          </a:p>
          <a:p>
            <a:r>
              <a:rPr lang="en-US" sz="2400" b="1" dirty="0"/>
              <a:t>Nominal/categorical variables</a:t>
            </a:r>
            <a:r>
              <a:rPr lang="en-US" sz="2400" dirty="0"/>
              <a:t>: no order among values (e.g. </a:t>
            </a:r>
            <a:r>
              <a:rPr lang="en-US" sz="2400" i="1" dirty="0"/>
              <a:t>Roma, Firenze, Milano, </a:t>
            </a:r>
            <a:r>
              <a:rPr lang="en-US" sz="2400" dirty="0"/>
              <a:t>….)</a:t>
            </a:r>
          </a:p>
          <a:p>
            <a:pPr lvl="1"/>
            <a:r>
              <a:rPr lang="en-US" sz="2000" b="1" dirty="0"/>
              <a:t>OHE</a:t>
            </a:r>
            <a:r>
              <a:rPr lang="en-US" sz="2000" dirty="0"/>
              <a:t> (One-Hot Encoding): create a set of binary nodes for each feature, one for every value, then treat them as a vector with 1 for the value to be set, and 0 elsewhere</a:t>
            </a:r>
          </a:p>
          <a:p>
            <a:pPr lvl="1"/>
            <a:r>
              <a:rPr lang="en-US" sz="2000" dirty="0"/>
              <a:t>It adds dimensionality to the problem, since the number of “features” (nodes of the NN) increases (</a:t>
            </a:r>
            <a:r>
              <a:rPr lang="en-US" sz="2000" u="sng" dirty="0"/>
              <a:t>curse of dimensionality problem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12994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9A45F-7D9E-41C6-81D3-51701EF6D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Categorical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BC3C-EBA4-4A99-9651-953739C2F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Target encoding</a:t>
            </a:r>
          </a:p>
          <a:p>
            <a:pPr lvl="1"/>
            <a:r>
              <a:rPr lang="en-US" dirty="0"/>
              <a:t>Classification:</a:t>
            </a:r>
          </a:p>
          <a:p>
            <a:pPr lvl="2"/>
            <a:r>
              <a:rPr lang="en-US" dirty="0"/>
              <a:t>Estimate the posterior probability of each class given the categorical value; use this as numerical value for the category</a:t>
            </a:r>
          </a:p>
          <a:p>
            <a:pPr lvl="2"/>
            <a:r>
              <a:rPr lang="en-US" dirty="0"/>
              <a:t>Needs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/>
              <a:t>)-sized vector if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/>
              <a:t> classes</a:t>
            </a:r>
          </a:p>
          <a:p>
            <a:pPr lvl="1"/>
            <a:r>
              <a:rPr lang="en-US" dirty="0"/>
              <a:t>Regression</a:t>
            </a:r>
          </a:p>
          <a:p>
            <a:pPr lvl="2"/>
            <a:r>
              <a:rPr lang="en-US" dirty="0"/>
              <a:t>Compute the mean value of the target variable for each category; use this as numerical value for the category</a:t>
            </a:r>
          </a:p>
        </p:txBody>
      </p:sp>
    </p:spTree>
    <p:extLst>
      <p:ext uri="{BB962C8B-B14F-4D97-AF65-F5344CB8AC3E}">
        <p14:creationId xmlns:p14="http://schemas.microsoft.com/office/powerpoint/2010/main" val="32466499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4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y = 0 $ or $1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 \in \mathbb{R}^K&#10;$&#10;&#10;\end{document}"/>
  <p:tag name="IGUANATEXSIZE" val="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{ (x^{(1)}, y^{(1)}), (x^{(2)}, y^{(2)}), \dots, (x^{(m)}, y^{(m)}) \}&#10;$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 =&#10;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s_l =&#10;$&#10;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1\\0\\0\\0&#10;\end{smallmatrix} \right]&#10;$&#10;&#10;\end{document}"/>
  <p:tag name="IGUANATEXSIZE" val="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1\\0\\0&#10;\end{smallmatrix} \right]&#10;$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0\\1\\0&#10;\end{smallmatrix} \right]&#10;$&#10;&#10;\end{document}"/>
  <p:tag name="IGUANATEXSIZE" val="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0\\0\\1&#10;\end{smallmatrix} \right]&#10;$&#10;&#10;\end{document}"/>
  <p:tag name="IGUANATEXSIZE" val="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J(\theta) = -\frac{1}{m} \left[ \sum^m_{i=1} y^{(i)} \log h_\theta (x^{(i)}) + (1 - y^{(i)}) \log(1-h_\theta(x^{(i)})) \right] + \frac{\lambda}{2m} \sum^n_{j=1} \theta_j^2&#10;$&#10;&#10;\end{document}"/>
  <p:tag name="IGUANATEXSIZE" val="1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J(\Theta) = -\frac{1}{m} \left[ \sum^m_{i=1} \sum^K_{k=1} y^{(i)}_k \log (h_\Theta (x^{(i)}))_k + (1 - y^{(i)}_k) \log(1-(h_\Theta(x^{(i)}))_k) \right] &#10;$&#10;&#10;\end{document}"/>
  <p:tag name="IGUANATEXSIZE" val="1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+ \frac{\lambda}{2m} \sum^{L-1}_{l=1} \sum^{s_l}_{i=1} \sum^{s_{l+1}}_{j=1} (\Theta_{ji}^{(l)})^2&#10;$&#10;&#10;\end{document}"/>
  <p:tag name="IGUANATEXSIZE" val="1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in \mathbb{R}^K&#10;$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(h_\Theta(x))_i = i^{th}$ output&#10;&#10;\end{document}"/>
  <p:tag name="IGUANATEXSIZE" val="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J(\Theta) = -\frac{1}{m} \left[ \sum^m_{i=1} \sum^K_{k=1} y^{(i)}_k \log h_\theta (x^{(i)})_k + (1 - y^{(i)}_k) \log(1-h_\theta(x^{(i)})_k) \right] &#10;$&#10;&#10;\end{document}"/>
  <p:tag name="IGUANATEXSIZE" val="1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+ \frac{\lambda}{2m} \sum^{L-1}_{l=1} \sum^{s_l}_{i=1} \sum^{s_{l+1}}_{j=1} (\Theta_j^{(l)})^2&#10;$&#10;&#10;\end{document}"/>
  <p:tag name="IGUANATEXSIZE" val="1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\min_\Theta J(\Theta)$&#10;&#10;\end{document}"/>
  <p:tag name="IGUANATEXSIZE" val="2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J(\Theta)$&#10;&#10;\end{document}"/>
  <p:tag name="IGUANATEXSIZE" val="2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frac{\partial}{\partial \Theta_{ij}^{(l)}} J(\Theta)&#10;$&#10;&#10;\end{document}"/>
  <p:tag name="IGUANATEXSIZE" val="2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(\Theta)&#10;$&#10;&#10;\end{document}"/>
  <p:tag name="IGUANATEXSIZE" val="2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&#10;$&#10;&#10;\end{document}"/>
  <p:tag name="IGUANATEXSIZE" val="2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x&#10;$&#10;&#10;\end{document}"/>
  <p:tag name="IGUANATEXSIZE" val="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&#10;$&#10;&#10;\end{document}"/>
  <p:tag name="IGUANATEXSIZE" val="2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2)} = \Theta^{(1)} a^{(1)}&#10;$&#10;&#10;\end{document}"/>
  <p:tag name="IGUANATEXSIZE" val="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2)} = g(z^{(2)})&#10;$&#10;&#10;\end{document}"/>
  <p:tag name="IGUANATEXSIZE" val="2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3)} = \Theta^{(2)} a^{(2)}&#10;$&#10;&#10;\end{document}"/>
  <p:tag name="IGUANATEXSIZE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3)} = g(z^{(3)})&#10;$&#10;&#10;\end{document}"/>
  <p:tag name="IGUANATEXSIZE" val="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4)} = \Theta^{(3)} a^{(3)}&#10;$&#10;&#10;\end{document}"/>
  <p:tag name="IGUANATEXSIZE" val="2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4)} = h_\Theta(x) = g(z^{(4)})&#10;$&#10;&#10;\end{document}"/>
  <p:tag name="IGUANATEXSIZE" val="2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2)}&#10;$)&#10;&#10;\end{document}"/>
  <p:tag name="IGUANATEXSIZE" val="2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3)}&#10;$)&#10;&#10;\end{document}"/>
  <p:tag name="IGUANATEXSIZE" val="2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{ (x^{(1)}, y^{(1)}), \dots, (x^{(m)}, y^{(m)}) \}&#10;$&#10;&#10;\end{document}"/>
  <p:tag name="IGUANATEXSIZE" val="2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D_{ij}^{(l)} := \frac{1}{m}\bigtriangleup_{ij}^{(l)} + \lambda \Theta_{ij}^{(l)}&#10;$ if $j \neq 0$&#10;&#10;\end{document}"/>
  <p:tag name="IGUANATEXSIZE" val="2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D_{ij}^{(l)} := \frac{1}{m}\bigtriangleup_{ij}^{(l)}&#10;$ &#10;&#10;\end{document}"/>
  <p:tag name="IGUANATEXSIZE" val="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&#10;if $j = 0$&#10;&#10;\end{document}"/>
  <p:tag name="IGUANATEXSIZE" val="2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frac{\partial}{\partial \Theta_{ij}^{(l)}}J(\Theta) = D_{ij}^{(l)}&#10;$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i = 1$ to $m&#10;$&#10;&#10;\end{document}"/>
  <p:tag name="IGUANATEXSIZE" val="2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^{(i)}&#10;$&#10;&#10;\end{document}"/>
  <p:tag name="IGUANATEXSIZE" val="2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l)}&#10;$&#10;&#10;\end{document}"/>
  <p:tag name="IGUANATEXSIZE" val="2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 = 2,3,\dots,L&#10;$&#10;&#10;\end{document}"/>
  <p:tag name="IGUANATEXSIZE" val="2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^{(i)}&#10;$&#10;&#10;\end{document}"/>
  <p:tag name="IGUANATEXSIZE" val="2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L)} = a^{(L)}-y^{(i)}&#10;$&#10;&#10;\end{document}"/>
  <p:tag name="IGUANATEXSIZE" val="2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L-1)}, \delta^{(L-2)}, \dots, \delta^{(2)}&#10;$&#10;&#10;\end{document}"/>
  <p:tag name="IGUANATEXSIZE" val="2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bigtriangleup_{ij}^{(l)} := \bigtriangleup_{ij}^{(l)} + a_j^{(l)}\delta_i^{(l+1)}&#10;$&#10;&#10;\end{document}"/>
  <p:tag name="IGUANATEXSIZE" val="2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bigtriangleup_{ij}^{(l)} = 0&#10;$&#10;&#10;\end{document}"/>
  <p:tag name="IGUANATEXSIZE" val="2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,i,j&#10;$&#10;&#10;\end{document}"/>
  <p:tag name="IGUANATEXSIZE" val="2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Theta&#10;$&#10;&#10;\end{document}"/>
  <p:tag name="IGUANATEXSIZE" val="2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Theta&#10;$&#10;&#10;\end{document}"/>
  <p:tag name="IGUANATEXSIZE" val="2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1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1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1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1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1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{ij}^{(l)} = 0&#10;$ for all $i,j,l$.&#10;&#10;\end{document}"/>
  <p:tag name="IGUANATEXSIZE" val="2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Theta_{ij}^{(l)} &#10;$&#10;&#10;\end{document}"/>
  <p:tag name="IGUANATEXSIZE" val="2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[ -\epsilon, \epsilon ]&#10;$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-\epsilon \leq \Theta_{ij}^{(l)} \leq \epsilon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i)}&#10;$&#10;&#10;\end{document}"/>
  <p:tag name="IGUANATEXSIZE" val="2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i)}&#10;$&#10;&#10;\end{document}"/>
  <p:tag name="IGUANATEXSIZE" val="2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(x^{(i)})&#10;$&#10;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2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frac{\partial}{\partial \Theta_{jk}^{(l)}} J(\Theta)&#10;$&#10;&#10;\end{document}"/>
  <p:tag name="IGUANATEXSIZE" val="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a^{(l)}&#10;$&#10;&#10;\end{document}"/>
  <p:tag name="IGUANATEXSIZE" val="2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delta^{(l)}&#10;$&#10;&#10;\end{document}"/>
  <p:tag name="IGUANATEXSIZE" val="2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l = 2, \dots, L&#10;$&#10;&#10;\end{document}"/>
  <p:tag name="IGUANATEXSIZE" val="2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(x^{(i)}, y^{(i)})$&#10;&#10;\end{document}"/>
  <p:tag name="IGUANATEXSIZE" val="2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2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Theta&#10;$&#10;&#10;\end{document}"/>
  <p:tag name="IGUANATEXSIZE" val="20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6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0</TotalTime>
  <Words>1287</Words>
  <Application>Microsoft Office PowerPoint</Application>
  <PresentationFormat>On-screen Show (16:9)</PresentationFormat>
  <Paragraphs>203</Paragraphs>
  <Slides>24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24</vt:i4>
      </vt:variant>
    </vt:vector>
  </HeadingPairs>
  <TitlesOfParts>
    <vt:vector size="39" baseType="lpstr">
      <vt:lpstr>Arial</vt:lpstr>
      <vt:lpstr>Calibri</vt:lpstr>
      <vt:lpstr>Cambria Math</vt:lpstr>
      <vt:lpstr>Courier New</vt:lpstr>
      <vt:lpstr>Symbol</vt:lpstr>
      <vt:lpstr>Times New Roman</vt:lpstr>
      <vt:lpstr>Wingdings</vt:lpstr>
      <vt:lpstr>1_Lecture</vt:lpstr>
      <vt:lpstr>2_Office Theme</vt:lpstr>
      <vt:lpstr>3_Office Theme</vt:lpstr>
      <vt:lpstr>2_Lecture</vt:lpstr>
      <vt:lpstr>3_Lecture</vt:lpstr>
      <vt:lpstr>4_Lecture</vt:lpstr>
      <vt:lpstr>5_Lecture</vt:lpstr>
      <vt:lpstr>6_Lecture</vt:lpstr>
      <vt:lpstr>Cost function</vt:lpstr>
      <vt:lpstr>PowerPoint Presentation</vt:lpstr>
      <vt:lpstr>PowerPoint Presentation</vt:lpstr>
      <vt:lpstr>PowerPoint Presentation</vt:lpstr>
      <vt:lpstr>PowerPoint Presentation</vt:lpstr>
      <vt:lpstr>Backpropagation algorithm</vt:lpstr>
      <vt:lpstr>PowerPoint Presentation</vt:lpstr>
      <vt:lpstr>PowerPoint Presentation</vt:lpstr>
      <vt:lpstr>Cost and activation functions in backpropagation</vt:lpstr>
      <vt:lpstr>NN Recap: backpropagation</vt:lpstr>
      <vt:lpstr>NN Recap</vt:lpstr>
      <vt:lpstr>Derivation of formulae for backpropagation</vt:lpstr>
      <vt:lpstr>PowerPoint Presentation</vt:lpstr>
      <vt:lpstr>Random initialization</vt:lpstr>
      <vt:lpstr>PowerPoint Presentation</vt:lpstr>
      <vt:lpstr>PowerPoint Presentation</vt:lpstr>
      <vt:lpstr>PowerPoint Presentation</vt:lpstr>
      <vt:lpstr>Putting it together</vt:lpstr>
      <vt:lpstr>PowerPoint Presentation</vt:lpstr>
      <vt:lpstr>PowerPoint Presentation</vt:lpstr>
      <vt:lpstr>PowerPoint Presentation</vt:lpstr>
      <vt:lpstr>PowerPoint Presentation</vt:lpstr>
      <vt:lpstr>Categorical Variables</vt:lpstr>
      <vt:lpstr>Categorical 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Luigi Portinale</cp:lastModifiedBy>
  <cp:revision>458</cp:revision>
  <dcterms:created xsi:type="dcterms:W3CDTF">2010-07-08T21:59:02Z</dcterms:created>
  <dcterms:modified xsi:type="dcterms:W3CDTF">2025-03-17T19:24:11Z</dcterms:modified>
</cp:coreProperties>
</file>