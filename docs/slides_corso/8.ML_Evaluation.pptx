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charts/chart2.xml" ContentType="application/vnd.openxmlformats-officedocument.drawingml.chart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notesSlides/notesSlide3.xml" ContentType="application/vnd.openxmlformats-officedocument.presentationml.notesSlide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4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5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6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7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8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notesSlides/notesSlide9.xml" ContentType="application/vnd.openxmlformats-officedocument.presentationml.notesSlide+xml"/>
  <Override PartName="/ppt/ink/ink1.xml" ContentType="application/inkml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  <p:sldMasterId id="2147483708" r:id="rId2"/>
    <p:sldMasterId id="2147483722" r:id="rId3"/>
    <p:sldMasterId id="2147483735" r:id="rId4"/>
  </p:sldMasterIdLst>
  <p:notesMasterIdLst>
    <p:notesMasterId r:id="rId57"/>
  </p:notesMasterIdLst>
  <p:sldIdLst>
    <p:sldId id="367" r:id="rId5"/>
    <p:sldId id="460" r:id="rId6"/>
    <p:sldId id="487" r:id="rId7"/>
    <p:sldId id="470" r:id="rId8"/>
    <p:sldId id="521" r:id="rId9"/>
    <p:sldId id="522" r:id="rId10"/>
    <p:sldId id="489" r:id="rId11"/>
    <p:sldId id="492" r:id="rId12"/>
    <p:sldId id="473" r:id="rId13"/>
    <p:sldId id="523" r:id="rId14"/>
    <p:sldId id="524" r:id="rId15"/>
    <p:sldId id="495" r:id="rId16"/>
    <p:sldId id="496" r:id="rId17"/>
    <p:sldId id="552" r:id="rId18"/>
    <p:sldId id="497" r:id="rId19"/>
    <p:sldId id="425" r:id="rId20"/>
    <p:sldId id="498" r:id="rId21"/>
    <p:sldId id="525" r:id="rId22"/>
    <p:sldId id="500" r:id="rId23"/>
    <p:sldId id="507" r:id="rId24"/>
    <p:sldId id="526" r:id="rId25"/>
    <p:sldId id="508" r:id="rId26"/>
    <p:sldId id="527" r:id="rId27"/>
    <p:sldId id="510" r:id="rId28"/>
    <p:sldId id="511" r:id="rId29"/>
    <p:sldId id="513" r:id="rId30"/>
    <p:sldId id="515" r:id="rId31"/>
    <p:sldId id="514" r:id="rId32"/>
    <p:sldId id="517" r:id="rId33"/>
    <p:sldId id="528" r:id="rId34"/>
    <p:sldId id="520" r:id="rId35"/>
    <p:sldId id="530" r:id="rId36"/>
    <p:sldId id="531" r:id="rId37"/>
    <p:sldId id="532" r:id="rId38"/>
    <p:sldId id="544" r:id="rId39"/>
    <p:sldId id="545" r:id="rId40"/>
    <p:sldId id="546" r:id="rId41"/>
    <p:sldId id="533" r:id="rId42"/>
    <p:sldId id="534" r:id="rId43"/>
    <p:sldId id="553" r:id="rId44"/>
    <p:sldId id="543" r:id="rId45"/>
    <p:sldId id="551" r:id="rId46"/>
    <p:sldId id="536" r:id="rId47"/>
    <p:sldId id="537" r:id="rId48"/>
    <p:sldId id="554" r:id="rId49"/>
    <p:sldId id="547" r:id="rId50"/>
    <p:sldId id="549" r:id="rId51"/>
    <p:sldId id="550" r:id="rId52"/>
    <p:sldId id="539" r:id="rId53"/>
    <p:sldId id="540" r:id="rId54"/>
    <p:sldId id="541" r:id="rId55"/>
    <p:sldId id="542" r:id="rId56"/>
  </p:sldIdLst>
  <p:sldSz cx="9144000" cy="5143500" type="screen16x9"/>
  <p:notesSz cx="6858000" cy="9144000"/>
  <p:custDataLst>
    <p:tags r:id="rId5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10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  <a:srgbClr val="00CC00"/>
    <a:srgbClr val="CC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15" autoAdjust="0"/>
    <p:restoredTop sz="99822" autoAdjust="0"/>
  </p:normalViewPr>
  <p:slideViewPr>
    <p:cSldViewPr>
      <p:cViewPr varScale="1">
        <p:scale>
          <a:sx n="90" d="100"/>
          <a:sy n="90" d="100"/>
        </p:scale>
        <p:origin x="626" y="29"/>
      </p:cViewPr>
      <p:guideLst>
        <p:guide orient="horz"/>
        <p:guide pos="1056"/>
      </p:guideLst>
    </p:cSldViewPr>
  </p:slideViewPr>
  <p:outlineViewPr>
    <p:cViewPr>
      <p:scale>
        <a:sx n="33" d="100"/>
        <a:sy n="33" d="100"/>
      </p:scale>
      <p:origin x="0" y="144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55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ags" Target="tags/tag1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low\Desktop\cs229a\marker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8389713585169E-2"/>
          <c:y val="0.138798827307994"/>
          <c:w val="0.89553472647783405"/>
          <c:h val="0.85567414802887798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304.44874274661493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274.51737451737489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668-4471-B15C-1F5F4CE51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1482320"/>
        <c:axId val="482481392"/>
      </c:scatterChart>
      <c:valAx>
        <c:axId val="441482320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2481392"/>
        <c:crosses val="autoZero"/>
        <c:crossBetween val="midCat"/>
      </c:valAx>
      <c:valAx>
        <c:axId val="4824813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41482320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8389713585169E-2"/>
          <c:y val="0.138798827307994"/>
          <c:w val="0.89553472647783405"/>
          <c:h val="0.85567414802887798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304.44874274661493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274.51737451737489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471-4A28-AC9E-015FE44FF2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2795080"/>
        <c:axId val="481856136"/>
      </c:scatterChart>
      <c:valAx>
        <c:axId val="482795080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1856136"/>
        <c:crosses val="autoZero"/>
        <c:crossBetween val="midCat"/>
      </c:valAx>
      <c:valAx>
        <c:axId val="481856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2795080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304.44874274661493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274.51737451737489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574-4387-9CCC-CE027B60BA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1857312"/>
        <c:axId val="481857704"/>
      </c:scatterChart>
      <c:valAx>
        <c:axId val="48185731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1857704"/>
        <c:crosses val="autoZero"/>
        <c:crossBetween val="midCat"/>
      </c:valAx>
      <c:valAx>
        <c:axId val="481857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185731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304.44874274661493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274.51737451737489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60B-4D8B-8B42-976E9250D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1858488"/>
        <c:axId val="481858880"/>
      </c:scatterChart>
      <c:valAx>
        <c:axId val="481858488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1858880"/>
        <c:crosses val="autoZero"/>
        <c:crossBetween val="midCat"/>
      </c:valAx>
      <c:valAx>
        <c:axId val="481858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1858488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304.44874274661493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274.51737451737489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0FD-45BE-8DA5-E8D1B89268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2062472"/>
        <c:axId val="482062864"/>
      </c:scatterChart>
      <c:valAx>
        <c:axId val="482062472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2062864"/>
        <c:crosses val="autoZero"/>
        <c:crossBetween val="midCat"/>
      </c:valAx>
      <c:valAx>
        <c:axId val="482062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2062472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304.44874274661493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274.51737451737489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4D2-4882-950B-4D6E891886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2063256"/>
        <c:axId val="482064040"/>
      </c:scatterChart>
      <c:valAx>
        <c:axId val="482063256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2064040"/>
        <c:crosses val="autoZero"/>
        <c:crossBetween val="midCat"/>
      </c:valAx>
      <c:valAx>
        <c:axId val="482064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2063256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304.44874274661493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274.51737451737489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758-4FAD-AA28-E217C8C27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2064824"/>
        <c:axId val="482065216"/>
      </c:scatterChart>
      <c:valAx>
        <c:axId val="482064824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2065216"/>
        <c:crosses val="autoZero"/>
        <c:crossBetween val="midCat"/>
      </c:valAx>
      <c:valAx>
        <c:axId val="4820652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2064824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x"/>
            <c:size val="7"/>
            <c:spPr>
              <a:ln w="15875">
                <a:solidFill>
                  <a:srgbClr val="C00000"/>
                </a:solidFill>
              </a:ln>
            </c:spPr>
          </c:marker>
          <c:xVal>
            <c:numRef>
              <c:f>'Sheet1 (2)'!$A$1:$A$20</c:f>
              <c:numCache>
                <c:formatCode>General</c:formatCode>
                <c:ptCount val="20"/>
                <c:pt idx="0">
                  <c:v>42.940038684719497</c:v>
                </c:pt>
                <c:pt idx="1">
                  <c:v>72.340425531914903</c:v>
                </c:pt>
                <c:pt idx="2">
                  <c:v>110.251450676983</c:v>
                </c:pt>
                <c:pt idx="3">
                  <c:v>195.357833655706</c:v>
                </c:pt>
                <c:pt idx="4">
                  <c:v>304.44874274661493</c:v>
                </c:pt>
                <c:pt idx="5">
                  <c:v>386.46034816247601</c:v>
                </c:pt>
              </c:numCache>
            </c:numRef>
          </c:xVal>
          <c:yVal>
            <c:numRef>
              <c:f>'Sheet1 (2)'!$B$1:$B$20</c:f>
              <c:numCache>
                <c:formatCode>General</c:formatCode>
                <c:ptCount val="20"/>
                <c:pt idx="0">
                  <c:v>45.173745173745203</c:v>
                </c:pt>
                <c:pt idx="1">
                  <c:v>137.83783783783801</c:v>
                </c:pt>
                <c:pt idx="2">
                  <c:v>234.362934362934</c:v>
                </c:pt>
                <c:pt idx="3">
                  <c:v>274.51737451737489</c:v>
                </c:pt>
                <c:pt idx="4">
                  <c:v>291.50579150579199</c:v>
                </c:pt>
                <c:pt idx="5">
                  <c:v>303.08880308880299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D83-442B-927E-40D5745343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2066000"/>
        <c:axId val="482321040"/>
      </c:scatterChart>
      <c:valAx>
        <c:axId val="482066000"/>
        <c:scaling>
          <c:orientation val="minMax"/>
          <c:max val="350"/>
          <c:min val="0"/>
        </c:scaling>
        <c:delete val="0"/>
        <c:axPos val="b"/>
        <c:numFmt formatCode="General" sourceLinked="1"/>
        <c:majorTickMark val="none"/>
        <c:minorTickMark val="none"/>
        <c:tickLblPos val="none"/>
        <c:crossAx val="482321040"/>
        <c:crosses val="autoZero"/>
        <c:crossBetween val="midCat"/>
      </c:valAx>
      <c:valAx>
        <c:axId val="4823210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crossAx val="482066000"/>
        <c:crossesAt val="0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09T10:09:09.582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2440 13413 8103,'0'19'2146,"0"-19"-2242,0 0 1153,20 0 1826,-20 0-1314,0 0-1056,0 0-1,21 0 65,-21-19-129,18 19-63,2-20-1,0-1-128,21-18-32,-2 19-31,21-40-33,-21 21-64,21-21 32,19 21 64,-20-21-64,22 0 32,-2 1-31,-20 18-33,20-17-64,1 17 0,-21 2-32,0 19 0,-18-20-96,-1 40-161,-21-20-319,1 20-65,-20-20-544,0 20-1281,0 20-2147</inkml:trace>
  <inkml:trace contextRef="#ctx0" brushRef="#br0" timeOffset="613.03">2659 12956 10826,'0'0'672,"0"0"-736,20 0 545,-20 0 896,0 0-544,0 0-769,0 0 0,0 0 0,0 20 32,0-1-32,-20 1 224,20 20-127,-20 0-33,0-1 32,-1-19-64,21 20-64,-18 0 0,-2-21 0,-1 22 0,1-22-32,0 21 0,20-21 0,-18 2 96,18-1-32,0-20 64,0 19 97,18-19 95,2 21 96,0-21-63,21 0-65,-23 0-64,23 0-32,-1 0 129,-1 0-225,1 19 0,-1-19-160,1 0 128,0 0 0,-1 0-128,1 0 0,1 0-385,-2 20-191,-19-20-1410,20 0-4164</inkml:trace>
  <inkml:trace contextRef="#ctx0" brushRef="#br0" timeOffset="20540.17">614 4630 11947,'-20'0'512,"0"0"353,1 0 256,19 0 64,-20 0-224,20 0-512,0 0-417,0 0 64,0 0 160,0 19-32,20-19-32,-1 0-31,1 20-129,20-20 64,-1 0-96,1 0 32,0 0-257,-21 0-223,21 0-257,-19 0-352,-1 0-864,-2 0-1699,-18 0-6309</inkml:trace>
  <inkml:trace contextRef="#ctx0" brushRef="#br0" timeOffset="20877.19">733 4570 8584,'-20'0'2786,"20"0"-3266,0 0 512,0 20 352,0-20 481,20 0-128,-20 0-449,20 0-96,-1 0 32,21 0 33,-19 19-33,17-19-96,-18 21-32,1-21-32,-1 19-32,0-19 0,-1 20 64,1 0 257,-20-20 127,0 0 129,0 19-129,0 2-224,0-21-96,-20 20-95,1-1-33,-1 2-32,0-2-193,-1-19-671,1 21-514,20-1-608,-18-1-1761</inkml:trace>
  <inkml:trace contextRef="#ctx0" brushRef="#br0" timeOffset="23042.31">3076 4132 5220,'-20'0'4260,"20"0"-2594,0 0-513,0 0 385,0 0 63,0 0-544,20 0-608,-20 0 31,20 0-64,-1 0-95,1 0-225,0 0-160,20 0 64,-21 0 96,21 0-192,0 0-289,-1 0-447,2 0-450,-21 0-1472,-2 0-4645</inkml:trace>
  <inkml:trace contextRef="#ctx0" brushRef="#br0" timeOffset="23769.35">4108 4113 7719,'0'0'961,"0"0"-32,0 0 672,0 0 97,0 0-513,0 0-737,0 0 225,19 19 160,1-19-321,0 0-159,21 0 95,-23 21 0,43-21-191,-23 0-1,23 0-96,-2 19-160,1-19 160,-1 0-128,2 0 32,-23 0-64,3 0 32,-21 0-160,19 0-384,-19 0-802,-20 0-1760,0 0-6504</inkml:trace>
  <inkml:trace contextRef="#ctx0" brushRef="#br0" timeOffset="24593.4">5716 4153 7943,'0'0'897,"0"0"96,0 0 1217,0 0-64,0 0-609,0 0-1056,20 0-1,-1 0 193,21 0-353,0 0 1,-1 0 63,22 0 289,-2 0-353,20 0-64,0 19 96,1-19-63,-1 0-1,1-19-192,-20 19-64,-1 0 32,0-21-64,-39 21-480,0 0-962,-40 0-2850</inkml:trace>
  <inkml:trace contextRef="#ctx0" brushRef="#br0" timeOffset="27314.56">7344 4471 10730,'-20'0'1377,"20"19"-128,0-19-96,20 0 481,-20 0-385,20 0-640,19 0-161,1 0-224,-1 0-32,1 0 33,1 0-193,-3 0-96,-18 0 64,1-19-449,-1 19-127,-2 0-545,-18 0-801,0 0-1025,0 0-2050</inkml:trace>
  <inkml:trace contextRef="#ctx0" brushRef="#br0" timeOffset="27544.57">7482 4252 9480,'-19'20'1890,"19"-20"-2338,0 19 736,0 2 929,0-2 481,0 21-769,0 0-577,19 20-64,-19-1-127,0-19-97,0 20-64,20-21-257,-20-19-415,20 20-449,-20-20-449,20-1-1152,-20-19-3877</inkml:trace>
  <inkml:trace contextRef="#ctx0" brushRef="#br0" timeOffset="28049.6">7701 4570 9737,'0'0'-417,"0"0"417,0 20 353,0-20 544,0 19-97,0 2-736,0-21 0,0 19-32,20 1-32,-20 0-96,20-1-64,-20-19-288,20 21 192,-20-21 95,19 0 161,-19 0 64,20-21 0,-20 21-96,0-19-416,20-1-321,-20 20-63,0-20 383,0 20 513,0 0 321,0 0-257,0 0 224,0 40 321,20-21 159,0 2-319,-20 18-257,20-18-160,-1-2 64,1-19 97,0 21 479,0-21 193,1 0 224,-21-21-128,18 2-416,-18-2-353,0 2-128,0-22-64,0 22-96,-18-1-160,18 0-320,0 1-257,-21-2 128,21 2-1024,0 19-1314,0 0-2146</inkml:trace>
  <inkml:trace contextRef="#ctx0" brushRef="#br0" timeOffset="28532.62">8257 4609 11018,'0'0'-481,"-20"0"674,20 0-161,-20 0 32,20 21 32,-20-21-192,20 39 96,0-19 0,0-1 224,20 2 128,0 18 33,0-18-33,0-2 32,19 2 289,-19-21 320,20 0 0,-21 0 128,1 0-160,0-21-256,-20 2-65,0-2-31,0 2-417,0-1 32,-20-20-192,0 40-64,1-20-256,-1 0 96,-20 20-161,20 0-1280,1 0-2595</inkml:trace>
  <inkml:trace contextRef="#ctx0" brushRef="#br0" timeOffset="32643.86">2400 3338 7046,'20'0'288,"-20"-20"-223,0 20-65,0 0 352,0 0 961,0 20 96,0-20-384,0 20 0,20-20-224,-20 20-224,0 0-65,0-1-224,0 21-127,0 0-65,0-1 0,-20 21-32,0-1-64,20 1 64,-19 0-32,19 0-32,-20-20 32,20 19-32,0-19 96,0-1-96,0 2 0,0-2 32,0 0 0,0-18 0,0-2 0,0 21 32,0-40 32,20 20 32,-20 0 97,19-20-97,1 20 32,20-20-32,-19 19-32,17-19 64,3 0-64,-21 21-96,19-21 128,1 0-63,19 0-1,-19 0-32,-1 0 0,1 0-32,21 0 0,-3 0 0,1 0 32,2 0-32,-2 0 64,1 0-64,-1 0 96,0 0-96,22-21 96,-22 21 96,20-19 64,-19 19-256,-21 0-96,21 0 192,-1-20-64,-18 20-32,17 0 0,3 0 0,-2 0 0,0 0 0,-19 20 0,19-20 0,-19 0 0,19 0 0,2 19 0,-2-19 0,1 0 0,-1 21 0,0-21 0,1 0 64,-1 19-64,2-19 0,-2 0 32,1 0 1,-1 21-33,0-21 32,1 0-64,-21 0 32,22 0 64,-2 0-128,1 0 128,-21 19-64,21-19 0,-1 0 0,-19 0 0,19 0 0,-18 0 0,18 0 0,-19 0 32,19 0-64,-19 0 64,19 0-64,-19 0 64,19 0-32,-18 0 32,17 0 0,-17 0-32,-2 0 64,1-19-224,0 19 160,-1 0-32,1 0-129,19-21 33,-19 21 0,1 0 32,-2 0-32,1-19 64,-1 19 32,-19 0 0,20 0 32,-20 0 32,-1 0-96,1 0 64,0 0 0,0-21 0,19 21 32,-19 0-96,0 0 64,0 0-32,1 0 32,-21 0-32,18-19 64,2 19-32,1 0 32,-1 0 0,0 0 0,-2 0 0,-18 0 0,21 0 0,-21 19 0,20-19 64,-20 0 64,0 0 160,0-19 65,0 19-353,0 0 128,0-20-64,0 0 32,0 0-128,0 0 128,20 0-224,-20-20 96,0 1 64,20 0-192,-20-2-96,0-18 96,0-1 64,0 20 128,0 1-96,0-21 96,0 20-64,0 1 96,0-1-96,0 0 0,0 0 0,0 1 64,0-1-128,19 20 0,-19 0 160,0-19-128,0 19 0,0 20 64,0-20-32,0 20 0,0 0 0,0 0 0,0 0-64,-19 0-32,19-20 96,-20 20 0,20 0-64,-20 0 32,0-20 0,-19 20 32,19 0-96,-21 0 128,3-20-32,-3 20 0,1 0 32,-19-20 96,0 20-32,-1 0 64,-19 0-32,0 0 64,0-19-320,-2 19 545,22 0-321,-20-20 32,-2 20-64,2-20-64,0 20 64,0-20-160,0 20 64,-20-21 96,0 21-96,-2-19 160,2 19-224,-1 0 96,1 0 0,-19 0 32,19 0-32,-20-20-32,20 20 32,-21 0-32,1 0 64,-21 0-32,22 0 32,-1 0-32,0 0 32,-1 0 0,21 0 0,-20 20 32,-1-20-128,2 0 32,-1 19 160,0-19-192,19 0 0,1 21 32,20-21-192,-1 20-129,21-20 353,0 0-384,-2 0-449,2 20-320,39-20-1089,-20 0-4548</inkml:trace>
  <inkml:trace contextRef="#ctx0" brushRef="#br0" timeOffset="35233.01">7423 3199 7463,'0'0'704,"0"0"193,0 0-160,0 0-353,0 0 449,0 0-609,0 20-160,0 0 64,-20 19-96,20 1 0,-20 0 0,20 0 32,0 19 65,0 1-65,-19 0 0,19-1-32,-20 1 32,0-1-64,20 1 64,-20 0 0,20-21 0,0 1 0,-21 0 288,21-1-127,0 1 31,0-20-96,0 19 32,0-18 64,21-2-95,-21 1 63,20 0-32,0-20-32,-20 0-96,20 20 32,-1-20 32,1 0-64,-20 0-32,20 0 65,20 20-97,-21-20 32,1 0 32,20 0-32,-19 20 32,17-20 0,3 0 32,18 19 0,1-19-64,-1 0 96,1 0-128,-1 0 32,20 0 0,0 0 64,2 0-64,-2 0 32,20 0 0,1 0 1,-1-19-1,0 19 0,20-20 224,-19 20 32,19-20-224,-20 20-32,19 0 64,-19 0 1,0 0-33,21 0-64,-40 0-32,20 0 0,-1 0 0,-20 0-64,0 0 0,-20 0 32,22 0-32,-2 20-33,0-20 33,0 0 64,1 20 32,-1-20 0,1 19-32,-1-19 0,0 0 64,-19 21-64,-1-21-64,1 0 64,-1 0 64,0 0-64,-18 0 0,-1 0 0,-1 0 97,-19 0 31,20-21 32,-20 21 128,-1 0-160,1 0 0,-20 0 0,0 0 33,0 0 31,0-19-192,-20 19 0,20-20 128,-19 0-32,19 0-128,0 0 128,-20 0-64,20 1-64,0-21 64,20 0-96,-20-20-32,19 1 0,-19-1-32,20-19-225,0-1 65,-20-19 96,20 40 160,-20-21 32,0 20 32,0 21 32,21-1 32,-21 0-32,0 20 32,0-19 32,0 19-32,0 0 1,0 0-129,-21 20-97,21-21-31,0 2 96,-20 19-32,20-20 0,-20 20 0,0 0 0,1-19 96,-1 19 0,-20 0 96,0 0-96,1 0 64,-22 0-64,2 0 32,-20 0 32,0 0-32,-20 0-64,0 0 64,-21 0 32,1 0 160,0 0-128,-21 0-128,2 19 193,19-19 95,-1 0-192,-18 20-64,19-20 160,-20 0-64,19 0 32,1 19-64,-19-19-32,18 21-64,1-21 64,0 20 64,-1-20-31,21 0-33,-19 20 0,19-20-96,0 0 96,0 20-64,18-20-65,2 0 1,0 0-128,0 0 0,-2-20 160,22 20 96,0 0-64,-1 0-737,21 0-1153,19 0-2402</inkml:trace>
  <inkml:trace contextRef="#ctx0" brushRef="#br0" timeOffset="42534.43">8039 5147 6534,'0'0'3011,"0"0"-2051,0 0 706,0 0 224,0 0-161,0 0-768,0 0-672,20 0-161,-20 0 160,0 0-32,0 19-96,0 1-63,0 1 191,20-2-256,-20 21-64,0-21 64,0 2-32,18-1-32,-18-1 32,21 1-256,-21-20-225,20 19-31,-20-19-513,0 21-801,0-21-1761,0 0-2884</inkml:trace>
  <inkml:trace contextRef="#ctx0" brushRef="#br0" timeOffset="42909.45">7939 5405 7431,'0'0'352,"0"0"160,-20 0 577,20 0 769,0 0-449,0 0-864,0-21-193,0 21-63,0-19 63,20-1-32,-20 20-64,0-19-95,20-1-65,-20-1 96,0 2-64,21-1-32,-21 20-32,18-20-32,-18 1 0,0-2 32,20 1-64,-20 20 0,21-19 32,-21 19-32,20-21 64,-20 21 65,0 0-1,20 0-32,-2 0-32,3 21-32,-21-21-32,40 19-128,-20-19-545,-1 20-1121,1-20-3395</inkml:trace>
  <inkml:trace contextRef="#ctx0" brushRef="#br0" timeOffset="56475.22">1527 6557 1185,'0'0'1409,"0"0"225,-20 0 383,20 0 258,-20 0-322,20 0-543,0 0-193,0 0-32,0 0-96,0 0-160,0 0-353,-19 0-191,19 0-193,0 0-96,0 0 96,19 0-64,21 0-64,-20 0-96,19 0 64,1 0 33,1 20-65,-3-20-161,3 0-63,18 0 64,-19 0-320,-1 20 95,1-20-223,0 0 159,-21 0-127,1 0-225,-20 0-160,20 0-641,-20 0-3522</inkml:trace>
  <inkml:trace contextRef="#ctx0" brushRef="#br0" timeOffset="56943.25">1845 6398 3683,'-20'0'7271,"0"0"-7175,20 0 96,-21 0 737,21 0 576,0 0-992,21 0-257,-21 20 545,20-20-577,0 0-160,19 20 64,-19-20 32,0 20 65,20-20-161,-21 20 0,21-20-32,-20 20 0,21-20-32,-23 19 32,2-19-32,1 20 32,-21 0-32,0-20-32,0 0 128,0 20 0,0-20 32,0 20-32,-21 1-32,21-21 64,-20 19 1,20 0-65,-18-19-64,-2 21 0,-1-2-32,1 2-321,0-2-800,20 1-1441,-39 0-4613</inkml:trace>
  <inkml:trace contextRef="#ctx0" brushRef="#br0" timeOffset="67136.84">1586 7510 11210,'0'0'224,"0"0"-416,0 0 737,0 0 1056,20 0-800,-20 0-353,20 0-31,0 0-1,-20-19 33,0 19-65,21 0 32,-3 0-127,2 0-225,21 19 128,18-19-160,-19 0 32,-1 0-64,1 0 0,0 0-96,-21 0-96,21 0-65,-20 0-127,-20 0-449,21 0-832,-21 0-1314,0 0-1666</inkml:trace>
  <inkml:trace contextRef="#ctx0" brushRef="#br0" timeOffset="67525.86">1924 7352 7655,'0'0'1281,"0"0"-1345,0 0 1249,0 0 641,20 0-449,-20 0-672,20 20-193,-20-20-31,19 19-97,1-19-128,0 20 1,0-20-129,1 20 0,17 0-64,3-20-32,-1 20-32,-1 0 0,-19-1-96,0 1-193,0-20 161,-20 21 64,0-21 128,-20 19 97,0-19 31,0 21-32,-1-2 32,3 0-96,-22-19-32,19 21-32,1-1-96,2 0-544,-2-20-1987,20 20-6181</inkml:trace>
  <inkml:trace contextRef="#ctx0" brushRef="#br0" timeOffset="77401.42">1685 8425 5381,'-18'20'2050,"-3"-20"-1058,21 0 802,-20 0 512,20 0-640,0 0-801,0-20-545,0 20 128,20 0-63,-20 0-193,21 0-96,-3 0 224,2 0-127,1-20-129,-1 20-64,18 0 32,3 0 0,-21 0-128,19 0-161,1-19-159,0 19-481,-21 0-640,1 0-545,-20 0-993,20 0-2851</inkml:trace>
  <inkml:trace contextRef="#ctx0" brushRef="#br0" timeOffset="77783.44">1884 8226 7014,'-19'20'865,"-1"-20"-961,20 0 769,0 0 1665,0 0-513,0 20-928,20-20-640,19 0 159,-19 0 321,20 20-129,-21-20-384,1 0-63,20 20 31,-19-20-160,17 20 32,-18-20 0,1 19-32,-1-19-32,0 20 32,-20-20 32,0 21 128,0-21-96,-20 19 0,0 1 33,-1 0-65,1-1 32,20 2 0,-18-21-64,18 20-64,-20-20-769,-1 19-2178,1 1-5893</inkml:trace>
  <inkml:trace contextRef="#ctx0" brushRef="#br0" timeOffset="82832.73">1606 9299 3042,'0'0'1634,"0"0"-225,0 0 97,0 0 191,0 0-287,0 0-417,0 0-65,0 0-255,0 0 128,-20 0-161,20 0-127,-19 0-129,19 0-159,0 0-161,0 0-32,19 0 64,-19 0-32,20 0-64,20 0 96,-19 0-96,-3 0 0,23 0 0,-1 0 96,-1 0-96,21 0 32,-21 0 0,1 0 0,-1 0-64,1 0-32,-20 0-64,21-20 0,-23 20-225,-18 0-287,0 0-481,0 0-705,0 0-1922,0 0-4610</inkml:trace>
  <inkml:trace contextRef="#ctx0" brushRef="#br0" timeOffset="83307.76">1964 9121 8968,'0'0'512,"0"0"-736,0 0 128,0 0 897,0 19 384,0-19-416,19 0-385,-19 0 33,20 0 63,-20 20 0,20-20-31,0 20-161,1-20-192,-21 20 64,20-20-64,-2 20-63,2 0 95,1-20-64,-1 0-32,0 0 0,-20 20-32,18-20 32,-18 0 0,21 0 0,-21 19 64,0-19 384,0 0 129,0 0-257,-21 20-63,21-20-97,0 20-64,-18 0-64,-22 0-64,19 0 0,1-1-160,2 22-705,-2-22-1377,20 21-4132</inkml:trace>
  <inkml:trace contextRef="#ctx0" brushRef="#br0" timeOffset="117921.74">14153 9478 928,'-20'0'1890,"20"0"-480,-20 0 191,20 0-96,-20 0-127,1 0-129,19 0 64,0 0 64,-20 0-95,20 0-161,0 0-192,0 0-161,0 0-223,0 0-321,0 0-160,0 0 64,20 0 96,-1 0-127,21 0-33,0 0 64,19 0-96,-19 0 64,19 0-128,0 0 32,2 0-32,-2 0-96,-19 0-32,19 0-129,-19 0 33,0 0-321,-21 0-95,1 0-1,0 0-96,1 0-63,-21 0 191,0 0 257,0-20-225,0 20-1409,-21 0-2402</inkml:trace>
  <inkml:trace contextRef="#ctx0" brushRef="#br0" timeOffset="118261.76">14649 9379 3811,'0'-20'1634,"0"20"-834,20 0 1122,-20 0-320,20 0-449,19 20-416,-19-20-193,1 0-63,-1 19-257,18 1-32,-17-20-64,19 21 96,-21-21-128,1 19 32,20-19-31,-20 0 223,-20 20-64,19-20-160,1 0 32,-20 0 64,0 20 97,0-20 159,-20 0-160,1 19-31,-21 2-97,20-1 0,-19 0-128,-1 0-320,-1 20-1090,23-21-4003</inkml:trace>
  <inkml:trace contextRef="#ctx0" brushRef="#br0" timeOffset="122616.01">15682 9737 448,'0'0'1473,"0"0"-288,0 0 673,0 0 352,0-20-352,0 20-417,0 0-191,0 0 95,0 0-32,0 0-448,0 0-449,0 0-256,20 0-31,-20 20-1,0 0 0,0-1 32,0 1-64,0 20 32,0 0-32,0-21-96,0 21 32,18-20-32,-18 0-128,0 0-160,0 0-225,21 0-191,-21 0-289,0-20-897,0 0-2274</inkml:trace>
  <inkml:trace contextRef="#ctx0" brushRef="#br0" timeOffset="122999.03">15542 9916 6245,'-20'0'1410,"1"0"-97,19 0-288,0 0 609,0-21-545,19 21-577,-19 0-128,20-19-127,0-1-33,-20 20-32,20-20 0,1 0 0,-3 0-63,-18 0-65,20 1 64,-20-1-64,21 20 32,-21-20-96,0 0 32,20 20 32,-20 0 32,0 0-32,0 0-160,0 0 32,20 0 64,-2 20 96,3-20-96,-1 20-32,0 0-32,0-1-481,-1 1-704,1 0-1698,0-20-6790</inkml:trace>
  <inkml:trace contextRef="#ctx0" brushRef="#br0" timeOffset="124090.09">23681 9836 2754,'-20'0'545,"20"0"640,0 0 576,0 0 353,0 0-416,0-20-321,0 20 129,0 0-65,0 0-288,20 0-96,-20 0-224,0 0-385,0 0-159,0 0-161,21 0 64,-21 0-64,20 20 64,-20 20 97,0-21-65,0 21-128,0 0-64,0 0 32,20 19-64,-20-18-32,19-2-128,-19 0-64,0-18-161,0-1-63,0-1-481,0-19-577,0 0-2465</inkml:trace>
  <inkml:trace contextRef="#ctx0" brushRef="#br0" timeOffset="124523.12">23523 9995 8295,'-20'20'2755,"20"-20"-1410,-20 0 33,20 0-193,0 0 32,0-20-384,0 20-225,20 0-127,-20-20-97,0 20 32,20-20-127,0 0-1,-1 1 32,1-2-224,21 2-96,-21-1 64,-2 0-32,-18 0-32,20 0-32,1 0 32,-1 1 0,0 19-64,-1-20 64,-19 20-96,0 0 64,0 20 0,20-20 0,-20 19-160,20 1-385,0 0-416,0 0-736,-1 0-3012</inkml:trace>
  <inkml:trace contextRef="#ctx0" brushRef="#br0" timeOffset="160376.17">23821 2721 5829,'0'0'352,"-20"0"769,20 0-64,0 0 353,0 0-65,0 0-608,0-19-481,0 19-224,0 0 0,20 0 0,-20 0 64,0 0 32,20 0 0,-20 0 33,19 0-65,-19-20 0,20 20-96,0 0 0,-20 0 0,20 0 32,0 0-64,-1 0 32,1 0 64,0 0-32,0 0-32,1 0 0,-3 0-32,-18 0 32,20 0 0,-20 0 0,0 0 0,0 0 32,0 20-64,20-20 64,-20 0-32,0 19 160,0-19 0,0 21 128,0-1-127,0 0-33,0-1-64,0 21 32,0 0-64,0 0-32,-20-1 0,20 1 96,0 0-96,20 19-32,-20-19 32,0 20 0,0-20-64,0-1-64,21 21 64,-21-20-129,0 19-191,0 1-160,0-21 319,0 21 97,0-20 96,0 0-64,0-1 160,20 1-64,-20-20-64,0 20 128,0-20 0,18 20-96,-18-21 32,21 1 0,-21 0 0,20 0 0,-20 0 0,0-20-32,20 20 32,-20-20 32,0 19 0,0-19 32,0 0 64,0 20-63,0-20 159,0 0 384,0 0-31,0 0-225,0 0 65,-20 0 95,0 0-192,-1 0-31,-17 0-321,17 0-193,-19 0-1056,22 0-1858,-23 21-6118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09T10:16:14.639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FF00"/>
    </inkml:brush>
  </inkml:definitions>
  <inkml:trace contextRef="#ctx0" brushRef="#br0">456 2782 12203,'-61'19'705,"21"0"160,21-19 736,-1 0-63,20 0-578,-20 0-255,20 0-321,-20 0-480,20 0 192,0 0 193,20 0-1,0 0-96,19 21-64,1-21-32,1 0 65,18 0-33,-19 20-321,19-20 450,1 0-193,-21 0-32,1 0-96,-1 0-32,-19 0-385,0 0-159,1 0-33,-21 0-224,0 0-1505,0 0-2018</inkml:trace>
  <inkml:trace contextRef="#ctx0" brushRef="#br0" timeOffset="367.02">614 2742 10281,'-40'0'833,"40"0"-545,0 0 1250,0 0-289,0 0-192,0 0-192,20 0-289,0 0-191,20 20-129,-21-20-128,21 0-32,0 20-96,-1-20 0,2 19 32,-21-19-32,-2 19 32,23 2-64,-21-21 160,-20 20-96,20 0-64,-20-20 224,0 20 33,0-20-65,-20 20 160,0-1 32,-21 1-95,23-20-225,-23 20-32,21 0-96,-19 0-929,19 19-1762,20-19-4228</inkml:trace>
  <inkml:trace contextRef="#ctx0" brushRef="#br0" timeOffset="18802.07">5259 6478 2530,'0'0'3427,"0"0"-3042,0 0-1,0 0 1826,0 0-576,0 0-1154,0 0-256,0 0 161,0 0 63,0 0 32,0 0-63,0 0-33,0 0-128,0 0-31,20 0 127,-20 0-128,0 0 0,20 0-95,-20 0 31,20 0 0,-1 0-32,1 0-128,0 0 96,0 0-32,0 0-32,19 20-32,-19-20 0,1 0 32,19 0-32,-22 0 32,23 0-32,-21 0 0,0 0 32,19 0-32,-19 0 0,20 0 32,-21 0 0,21 0 0,-20 0-32,19 0 32,1 0 32,1 0-32,-3 0 32,3 0 1,-2 0-33,-19 0 0,20 19-32,-1-19 0,1 0 32,0 0-32,-1 0-32,1 0 32,1 0 32,18 0-32,-19 0 0,-1 0 64,1-19-128,19 19 64,-19 0 96,-1 0-64,-19 0-32,20 0 0,-1 0 0,-19 0 0,21 0 0,-3 0 0,-17 0 0,19 0 0,-1-20 0,1 20 0,0 0 0,-1 0 0,1 0 0,1 0 0,-23 0 0,23 0 0,-1 0 0,19-20 0,-19 20-32,-1 0 32,1 0 0,-1 0-32,21 0 32,-21 0 0,1 0 0,1-20 32,-2 20 0,1 0-32,-1 0 64,-19 0-32,20 0-32,0 0 0,-1 0 0,1 0 0,-1 0 0,-19 0 0,21 0 0,-3 0 0,3-20 0,-1 20 0,-1 0 0,1 0 0,-1 0 0,1 0 0,0 0 0,-1 0 0,2 0 0,-3 0 64,3 0-64,-1 0 32,-1-20 32,1 20-32,0 0 64,-1 0-64,22 0 0,-23 0-32,3 0 32,18 0-32,-19 0 0,-1-19 32,21 19-32,-1 0 32,-19 0-32,19 0 32,2 0-32,-23 0 0,23 0 32,-22 0-32,1 0 32,0 0-32,-1 0 0,1 0 0,-1 0 32,1 0-64,1 0 32,-3 0-32,3 0 32,18 0 0,-19 0 0,-1-20 0,1 20 32,-20 0-32,19 0 32,1 0 64,-20 0-63,1 20-33,17-20 0,-18 0 32,21 0 0,-23 0 64,23 0 0,-21 0 96,19 0-32,-19 0-160,0 0 96,20 0-64,-20 0 64,-1 0 0,1 0-64,20 0-64,-19 0 32,-3 0 0,2 0-128,1 0 128,-1 0-64,0 0 96,-2 0-32,23 0 64,-21 0-128,0 0 0,19 0 96,-19 0-32,20 19 0,-21-19 64,21 0-64,0 0-32,-21 20 32,21-20 32,-19 0-64,-1 0 32,18 20 32,-17-20-32,19 0 96,-1 0-224,-19 20 128,20-20 0,-1 0-64,1 0 0,1 0 32,-3 0 32,3 0-32,-3 20 0,3-20-32,-21 0-64,19 20-224,1-20 63,0 0 65,-1 0 64,1 0 64,-1 0 64,-19 0 32,20 0 0,-1 0 0,-19 0 0,21 0 0,-21 0 0,19 0 0,-19 0 0,20 0-32,-20 0-64,19 0-65,-19 0-127,0 0-96,0 0-1,-1 0 161,1 0 192,0 0-32,1 0-288,-1 0-545,-20 0-96,0 0-737,0 0-2850</inkml:trace>
  <inkml:trace contextRef="#ctx0" brushRef="#br0" timeOffset="20302.16">15443 6517 9320,'0'0'1282,"0"0"159,0 0 577,0 0-577,0 0-448,0 0-288,0 0-289,0 0-63,20 0 63,-20 0 0,20 0-63,0 0-97,19 0 0,-19 0-96,21 0 32,18 0-95,-19 0 63,39 0-224,-20 0 96,40 20 32,0-20-96,0 0 32,21 20 32,-1-20-32,1 0 32,-1 20 96,-1-20-32,1 0 32,1 0 32,-21 0 129,-20 0-193,-19-20 0,-21 20-385,-19 0-800,-20 0-1057,20 0-2754</inkml:trace>
  <inkml:trace contextRef="#ctx0" brushRef="#br0" timeOffset="28650.63">12863 5803 6566,'0'0'6662,"19"0"-6502,-19 0 257,20 0 511,0-20-319,20 20 32,-1 0-129,1-21-320,-1 21-96,22 0-96,-23-20 129,-17 20-97,19 0 0,-20 0-129,-1-19-223,1 19-320,-20 0-257,0 0-577,0-20-704,-20 20-929,20 0-1601</inkml:trace>
  <inkml:trace contextRef="#ctx0" brushRef="#br0" timeOffset="28923.65">13100 5464 8872,'0'-19'448,"0"19"321,0 0 544,0 0-672,0 0 768,0 19-192,21 21-448,-21 0-385,0 19 161,0-19-161,0 20-95,0-1-193,0 1-64,20-21 0,-20 2-96,20-2-193,-2-19-351,-18 0-321,21 0-288,-1 0-609,-20-20-1217,0 0-4099</inkml:trace>
  <inkml:trace contextRef="#ctx0" brushRef="#br0" timeOffset="29385.68">13378 5842 11050,'20'0'1345,"-20"0"-1249,0 0 897,0 0-288,0 0-353,0 19-160,0 2-160,0-1-288,20-20-64,-20 19-64,20 1-33,1-20-352,-21 0 33,18 0 383,2 0 257,-20 0 64,20 0-96,-20-20 160,0 20 96,0-19-32,0 19-96,0-20 64,0 20 33,0 0-97,0 0-97,0 20 130,21-20-33,-1 19 0,-20-19 0,18 20 0,2 0 0,1-20 0,-1 0 64,0 20 192,0-20 545,-20-20 288,19 20 192,-19-20-64,0 20-288,0-20-513,0 1-127,-19-1-257,-1-1-321,20 2-255,-20 19-545,0-20-1089,20 20-1890</inkml:trace>
  <inkml:trace contextRef="#ctx0" brushRef="#br0" timeOffset="29839.7">13993 5861 12587,'0'0'353,"0"-19"31,-18 19 865,18 0-608,-20 19-193,20-19-191,0 21-225,-21-1-32,21-1-32,0 21 32,21-20-97,-21 0-159,38 19-96,-17-19 224,-1-20 160,20 20 160,-1-20 192,-19-20 289,20 20 224,-21-39-32,1 19-65,-20 0 33,0-20-32,-20 20-32,1 1-385,-41-1-160,21-1-160,-21 21-256,1 0-480,18 0-834,3 21-2145,17-21-11788</inkml:trace>
  <inkml:trace contextRef="#ctx0" brushRef="#br0" timeOffset="32767.87">15046 4609 14509,'0'21'673,"0"-21"-225,0-21 705,40 21-384,-21 0 64,41-19 32,-1 19-449,-18-20-192,18 0-128,1 20-96,-21-20-96,1 20-384,-20-20-545,0 20-865,-20 0-1409,0-20-4645</inkml:trace>
  <inkml:trace contextRef="#ctx0" brushRef="#br0" timeOffset="32977.88">15265 4331 10249,'0'0'705,"0"0"608,20 21 609,-20-2-385,20 21-191,-20 0-482,0-1-447,19 1-225,-19 20-160,0-20 64,20-1-288,-20 0-449,20 2-768,-20-22-673,20 2-897,0-2-4196</inkml:trace>
  <inkml:trace contextRef="#ctx0" brushRef="#br0" timeOffset="33265.9">15603 4649 12523,'0'0'1442,"0"20"-1602,0-20 544,0 20-32,0-1 129,18 2 127,2-21-159,21 20-225,-21-20-64,19 19 160,-19-19 193,20 0-225,-21-19-160,1 19 321,0-20 223,-20-1 33,0 2-289,-20-1-191,-19 0 127,-1 1-224,-1 19-128,-17-21 0,17 21-288,23 0-929,-3 21-929,21-21-2723</inkml:trace>
  <inkml:trace contextRef="#ctx0" brushRef="#br0" timeOffset="33705.92">16257 4708 16399,'20'0'1986,"-20"21"-2146,0-21 993,0 20-161,0-1-287,-20 2 31,0-2-256,20 2-192,-19 18-544,-1-19-834,0 0-1825,0-20-8872</inkml:trace>
  <inkml:trace contextRef="#ctx0" brushRef="#br0" timeOffset="34174.95">16615 4649 13356,'-40'0'1409,"40"0"-352,0 0 769,0 0-1217,20-19-1,19 19 321,21-21-512,-21 21-65,21-19-160,-21 19-224,1-20-256,1 20-321,-21 0-1120,-20 0-1570,0 0-2019</inkml:trace>
  <inkml:trace contextRef="#ctx0" brushRef="#br0" timeOffset="34397.96">16753 4371 12908,'0'0'1249,"0"0"-641,0 0 930,0 20-225,0 0-160,0 20-448,0-1-353,20 1-256,-20 0-96,0-1 32,0 21-320,20-21-449,0 2-480,-1-22-673,1 2-736,0-2-2467</inkml:trace>
  <inkml:trace contextRef="#ctx0" brushRef="#br0" timeOffset="34715.98">17111 4649 10505,'-20'0'4517,"20"0"-4998,-20 20 705,20 0-127,-20-1 95,20 22 96,0-22-96,20 2-96,0-2-96,0 2 128,19-1 161,1-20 191,0 0-63,-21-20 63,21 20 97,-19-21 191,-21 2-287,0-21 352,0 20-353,0-1-64,-21 2-191,1-1-193,-19 0-128,19 1-225,0 19-383,0 0-546,0 0-1216,20 0-1730,0 19-2979</inkml:trace>
  <inkml:trace contextRef="#ctx0" brushRef="#br0" timeOffset="35011">17547 4669 12716,'0'0'64,"0"0"672,0 0-159,0 0-513,0 20 160,0-1 257,0 2-257,0-1-96,20-1-96,0 2 256,0-2 0,19 2 97,-19-21 191,20 0 129,-19 0 96,-3-21 0,2 2-193,1 19 1,-21-40-129,0 20-31,-21-1-449,-17 2-289,17-1-191,-19 0-225,1 1-1121,-1 19-3170</inkml:trace>
  <inkml:trace contextRef="#ctx0" brushRef="#br1" timeOffset="36432.08">14987 4252 10602,'-20'0'2498,"20"0"-1954,-20 0 257,20 0-673,20 0 257,0 20 1056,-1-1-480,21 2-449,0 19-191,19-1-289,20 1 32,-18 0-32,18 19 96,-20-19-32,21-1 128,-1 1-128,-20 0-128,2 0 64,-2-1-96,-19-18 0,-1-2-160,-19 2-192,0-21-225,-20 20-256,20-20-288,-20 0-320,-20 0-1827</inkml:trace>
  <inkml:trace contextRef="#ctx0" brushRef="#br1" timeOffset="36684.09">15244 5027 18513,'-40'0'224,"40"-20"0,20 0 65,0-19 191,21-1 257,18 0 768,20-20-1056,1 1-353,-1-1-32,21 1 32,-41-1-96,20 0-96,-19 1-481,-1-1-736,-19 21-1153,-1-1-2851</inkml:trace>
  <inkml:trace contextRef="#ctx0" brushRef="#br1" timeOffset="37175.12">16714 4312 13548,'0'0'1089,"0"-21"-96,0 21 449,0 0-578,0 0 226,0 0-642,0 21-384,19-2 192,1 2 65,20 18 31,19 1 64,2 0-224,18 19 33,0-19-33,0-1 0,1 21-64,-21-21-96,20 2 32,1-1-64,-20-21-160,-1 2 32,1-1-160,-21-1-1,-19 1-287,0-20-449,-20 0-513,0 0-1601,0 0-5124</inkml:trace>
  <inkml:trace contextRef="#ctx0" brushRef="#br1" timeOffset="37456.14">16893 5047 13676,'-100'20'1858,"80"-20"-1794,0 0 641,20 0 128,0 0 352,20-20-32,0 0-609,39-20-191,2 1-289,18-21-128,0-20 961,20 1-449,0-1-160,0 1-128,1-1 193,-1 1 191,0 20-255,-38 19-289,-23 0-705,3 20-608,-41 0-513,0 20-2370</inkml:trace>
  <inkml:trace contextRef="#ctx0" brushRef="#br0" timeOffset="41710.38">5220 6577 4228,'-40'20'3427,"40"-20"-2915,0 0 97,0 0 480,-20 0 673,20 0-577,20 0-705,-20 0 193,20 0-97,0 0-159,19 0-129,-19-20-96,39 20-96,-19 0-32,0 0 64,19 0-64,2 0 33,-2 0-65,0 0 32,1 0 0,19-20 32,-20 20-32,22 0 32,-22 0 96,20-20-64,-19 20-64,19 0-32,-20-20 0,22 20-32,-22 0 0,0 0 0,1 0 0,-1 0 0,1 0 32,-1 0-64,20 0 32,0 0 64,2 0-64,18 0 161,-20 0-33,21 0 32,-1 0-96,0 0-32,0 0 64,0 0-32,1 0 64,-21 0-160,20 0 32,0 0 32,0 0 32,1 0-96,-1 0 64,20 0 64,-20 0-64,1 0 0,-20-19 32,20 19 1,-1 0 63,-20 0-192,20 0 128,0 0-64,0 0 0,1 0-64,-21 0 128,20 0-128,0 0 96,0 0-32,-19 0-64,19 0 96,-19 0-32,-1 0 32,0 0 0,1 19 64,-20-19-192,19 0 160,0 0-96,0 0 64,2 0-64,-22 0 96,20 0-64,20 0 0,-39 0 64,20 0 0,-1 0 32,0 0 32,-19 0-128,19 20 0,-20-20 0,2 0 64,-23 0-96,23 0 64,-22 20-32,21-20 32,-21 0 0,1 0 96,-20 0-64,19 0 0,-19 0-64,0 0 0,-20 0-32,20 0-128,-20 0-384,0 0-673,0 0-705,21 0-545,-21 0-4003</inkml:trace>
  <inkml:trace contextRef="#ctx0" brushRef="#br0" timeOffset="42612.43">15503 6577 2786,'-20'0'5573,"20"0"-4580,0 0 577,0 0 224,0 0-257,20 0-352,-20-20-352,19 20-321,21 0-127,1 0-1,18 0 0,-1 0-127,23 0 31,-2 20-192,41-20 128,-1 20 1,-1-20-193,21 0 32,-19 21-32,18-21 160,1 0-96,-19 0 192,-1 0-192,-40 0-128,0 0-32,-19 0-352,-21 0-353,-19 0-512,-20 0-1442,0 0-2658</inkml:trace>
  <inkml:trace contextRef="#ctx0" brushRef="#br0" timeOffset="46586.66">13459 4630 11178,'0'-21'449,"0"21"127,0 0 353,0-19-417,0 19-63,0 19-289,0-19 128,0 21 129,0 18 63,0 0 65,0 2 95,0 18-159,0 1-225,0 0-160,0-1 0,0 1-224,0-20 128,0-1 0,0 1-64,0-20-128,0 1-289,0-2-319,-21-19-706,21 0-1184,-20 0-3909</inkml:trace>
  <inkml:trace contextRef="#ctx0" brushRef="#br0" timeOffset="46896.68">13161 5007 12395,'-20'0'801,"20"0"-705,0 20 224,20-20 129,-20 20 31,39 20 1,-19-20-321,0 20-96,19-1 64,-19-18 128,20 18 97,-20-19 159,-1-1 97,1-19 127,0 21 1,0-21 96,1 0-417,-3-21 65,2 2-129,0-21 0,1 21-320,-21-22-32,20 22-256,-20-21-352,18 20-610,-18 0-799,0 20-2083</inkml:trace>
  <inkml:trace contextRef="#ctx0" brushRef="#br0" timeOffset="68407.91">1388 6656 3683,'-19'0'1602,"38"0"-1250,-19 0 1153,0 0 417,0 0-673,20 0-576,-20 0-65,0 0 321,20-19 32,-20 19 64,-20 0 96,20 0-288,0 0-352,0 0-65,0 0-256,0 0-32,0 0-32,0 0 0,-20 0-64,1 19 0,-1-19-32,0 0 32,-21 0 1,23 0-98,-23 0 33,21 0 64,-20 21-288,1-21 96,19 0 32,-20 0-32,21 0 32,-1 19-65,0-19 97,0 0 0,0 21 0,20-21-32,-19 0 32,19 19 32,19-19 32,-19 0-32,0 20 64,0-20 0,0 20 32,0 0-32,0 0-32,20 0 32,-20 19 0,0-19-32,0 40 32,0-21-32,0 21 0,0 19 0,-20-19 64,20 19 0,0 1 32,-19-1 0,19 0 64,0 2-32,0-2-64,0 0 0,0 1-32,0-1 0,0 0 32,0 1-32,0 0 0,-20-1 32,20 1 32,0 0-32,0-2 0,0 2 0,0-20 161,0-1-65,0-19-64,0 20-32,0-20 32,0-21-64,0 21 64,0-20-64,20-20 0,-20 20 0,19-20 0,-19 20 0,20-20 0,0 0 0,0 0 0,0 0 0,-1 0-32,21 0 0,-20 19-192,0-19-417,-1 0-736,1 21-1186,0-21-6950</inkml:trace>
  <inkml:trace contextRef="#ctx0" brushRef="#br0" timeOffset="134621.69">1845 2126 9769,'0'20'64,"0"-20"96,0 0 1089,0 0 128,0 0-255,0 0-194,-20 0-287,20 0-64,-20 0-1,-1-20 33,3 20-161,-2 0-256,-21 0-160,3 0 96,-3 0-192,1 0 0,1 20 32,-21-20 0,1 0-32,19 0 0,1 0 32,-22 0 32,43 0 32,-23 0-32,1 0-32,20 20 64,1-20-64,-1 0 0,20 19 0,-20-19-32,20 0-32,0 0-32,-20 20 64,20-20 32,0 0-32,0 20 64,0-20-64,0 20 64,20 0-65,-20 1 65,0 17 0,0 23 0,0-2 0,0 0 0,20 1 0,-20 20 0,20-21-160,-20 21 32,0-1 0,0 20 96,0-19 64,19 19 0,-19 1-32,0-1 0,0 0-64,0 20-416,0-20-129,0 1 385,0-20 160,0-1 64,0 1 0,0-1 0,0-20 32,0 1 64,0 0-32,0-21 32,-19 1-32,19 0-64,0 0 0,0-20 32,0 0 32,0 0-32,19-20 96,-19 19 32,20-19 1,-20 0 31,20 0 32,0 0-128,1 20-32,-1-20-96,18 0 32,3 0-448,-21 0-577,19 0-1249,-19 0-7464</inkml:trace>
  <inkml:trace contextRef="#ctx0" brushRef="#br0" timeOffset="137737.87">1705 10154 2594,'21'0'1537,"-21"0"-544,0-20 609,0 20 640,0 0-384,0 0-737,20 0-288,-20 0 63,0 0 1,-20 0-128,20 0-321,-21 0-319,1 0-65,2 0 0,-3 0 128,-19 0-32,1 0-32,-1 0 32,0 0 225,1 0-385,-1-19 0,-19 19-32,18 0 32,3 0-32,18 0 32,-21 0 32,1 0-32,21 0 0,-1 0 32,0 0-32,0 0 0,20 0 0,-20 0 0,20 0 0,0 0-32,0 0 0,0 0 0,0 19 0,0-19 32,0 20-65,0-20 65,-19 20 0,19-1-128,0 22 128,0-22 32,0 21-32,0 0-32,0 20 32,0-21 0,0 21-32,0 19 64,0-19-96,0 20 64,0-21 0,0 20 0,0 1 32,0-21-32,19 22-32,-19-2 64,0-20-160,0 21 32,0-1 64,20-20 0,-20 2 0,0-2-64,0 1 32,0-1 0,0 1 96,0-1-32,0 1 64,0 20-64,-20-21-64,20 21 96,0-21-64,0 20-32,20-19 96,-20-20 0,20 20-32,-20-41 64,20 21-32,0-21 64,-20 2 0,19-1 0,-19 0 96,20-1 1,0 2-33,0-21 32,1 19-32,-1-19-64,-20 0-64,18 0 0,2 0-32,-20 0 64,21 0-192,-21 20-480,20-20-1314,0 0-3171</inkml:trace>
  <inkml:trace contextRef="#ctx0" brushRef="#br2" timeOffset="155994.92">18123 6179 11723,'21'0'1281,"-3"0"-993,23 0 609,-1 0-353,19 0 257,0 0 256,21 0-384,20 0-449,-21-19-128,20 19-32,0 0 385,0 0-97,0 0-64,1-20-96,-1 20-95,-40 0-1,1 0-64,-21 0-64,1-20-193,-40 20-383,0 0-353,0 0-577,-40 20-1280,21-20-3076</inkml:trace>
  <inkml:trace contextRef="#ctx0" brushRef="#br2" timeOffset="156470.94">18679 5882 10666,'0'-21'704,"0"21"-415,0 0 159,0 21-512,-19-21 64,-21 20-32,19-1-64,-37 1-289,17 0 225,-18 0 160,-1 0 481,-19 0 672,20-1 32,-2 1-256,23-20-64,-3 20-65,21 0-383,0 0-129,20 0-64,20 0 353,20-1-65,-1 2-63,22-2-129,-2 1-96,1 1-160,19-2 32,-20 1-704,-19 0-1186,-1-1-3619</inkml:trace>
  <inkml:trace contextRef="#ctx0" brushRef="#br2" timeOffset="171855.82">12683 6498 6950,'0'0'833,"-20"0"-353,20 0-63,20 0 480,-20 0 448,20 0-416,1 0-609,17-20-224,3 20 64,19 0 129,-21 0 159,40-20 0,-19 20-127,20-20-65,19 20-64,-20-20-96,20 20-32,0 0-32,0-20-32,1 20-32,-1 0 32,0 0-32,0 0-192,1 0-128,-1 20-65,-19-20-95,-21 0 159,20 20 1,-18-20-32,-2 0-97,20 0-127,-19 0 255,-1 0 289,2 0 225,-2 0 511,-19 0-63,-21-20-417,21 20-128,-40 0 224,20 0-128,0 0 1,-20 0 127,0 0 288,0 0 225,-20 0-545,20-20-160,-20 20-64,0 0-32,-19 0 33,19 0 31,-21 0-64,3 20 0,-3-20 0,-18 0 0,-1 0-64,1 0-33,-20 0-31,-2 0 32,2 0 96,0 0 0,-20 0-32,0 20 32,0-20 64,-1 0 128,1 0 1,20 0 31,-22 20-128,22-20 0,0 0-64,-20 0 0,20 20-32,0-20 128,18 0 192,2 0-31,-1 0-193,21 20-96,19-20-96,20 0-353,-20 19-383,20-19-354,0 0-319,20 0-1218,0 0-5348</inkml:trace>
  <inkml:trace contextRef="#ctx0" brushRef="#br2" timeOffset="187602.73">23145 7233 15438,'0'-20'1025,"0"20"-576,0 0 832,0 0-128,40 0-192,-20 0-161,19 0-383,22 0-97,-23 0-32,23 0 161,-2 0-321,1 0 32,19 0-64,21 0-96,-1 0 96,0-20-128,-20 20-128,0-20-288,-39 20-481,1 0-288,-23 0-385,-18 0-960,0 0-1955</inkml:trace>
  <inkml:trace contextRef="#ctx0" brushRef="#br2" timeOffset="187998.75">23582 6994 11883,'-20'0'64,"1"0"-833,-1 0 321,-20 20 544,0-20 384,-19 20-288,-20 20-224,-21-21 32,21 21 128,-1-19 577,41-2 0,-1 1-161,20 0 97,20 0 32,0 0 127,40-1-63,19 21-257,21-20-191,-1 20-97,1-1 0,-22-19 96,3 0-127,-2 0-450,-19 0-640,19-1-800,-19 1-2019</inkml:trace>
  <inkml:trace contextRef="#ctx0" brushRef="#br2" timeOffset="-199886.6">20883 3497 9032,'-20'20'5125,"20"-20"-4484,0 0-609,20 0 384,19 19-64,1-19 161,19 20-1,2 1-127,-3 18-33,3 0 128,18-18-31,0 18-161,0 1 225,20 0-289,-20-20-96,21 0-32,-40 20-96,-1-21-64,1 1-256,-21-20-161,-19 20-256,1-20-608,-21 0-577,0 20-544,-21-20-3652</inkml:trace>
  <inkml:trace contextRef="#ctx0" brushRef="#br2" timeOffset="-199417.58">20883 4073 12363,'0'20'737,"0"-20"-577,0-20 96,0 20 993,0 0 289,0-19-385,0-2-576,-20 1-385,20-19 256,-20-1 289,20 20-129,-20-19-223,-1-1-257,21-20 96,-18 20-96,-22-19 193,19-1-193,-17 0 224,17 21 0,21-1-31,-20 20-97,20 0-96,0 0 192,0 20-128,0 0-95,20-19-161,19 19 160,22 0-96,18 0 0,20 0 32,0 0-32,21 0-32,-41 0-161,20 0-127,-20 0-385,-19 19-416,-1-19-800,-39 0-2211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09T10:20:26.625"/>
    </inkml:context>
    <inkml:brush xml:id="br0">
      <inkml:brushProperty name="width" value="0.05292" units="cm"/>
      <inkml:brushProperty name="height" value="0.05292" units="cm"/>
      <inkml:brushProperty name="color" value="#0000FF"/>
    </inkml:brush>
    <inkml:brush xml:id="br1">
      <inkml:brushProperty name="width" value="0.05292" units="cm"/>
      <inkml:brushProperty name="height" value="0.05292" units="cm"/>
      <inkml:brushProperty name="color" value="#FF00FF"/>
    </inkml:brush>
  </inkml:definitions>
  <inkml:trace contextRef="#ctx0" brushRef="#br0">436 2702 13068,'-61'19'769,"22"-19"448,19 0 288,0 0-512,20 0 32,0 0-320,0 0-577,0 0-96,0 0 192,20 0 32,0 0-63,-1 0 31,1 0-160,20 0 0,1 0 0,-2 0-64,1 0 32,-1 0-64,1 0 32,0-19-128,-1 19-128,1 0-225,-20 0-127,-1-20-161,-19 20-288,20 0-801,-20-20-1025,0 20-5861</inkml:trace>
  <inkml:trace contextRef="#ctx0" brushRef="#br0" timeOffset="360.02">614 2503 12908,'-40'0'768,"40"0"-543,-19 0 415,19 0-191,0 0 448,19 0-1,-19 0-511,20 20-129,20-20-32,-1 20 0,1-20-95,0 20-33,-1-20-32,22 20 0,-23-20 32,-17 0-128,19 19 32,-21-19 96,1 0-128,0 20 224,-20-20 96,0 21-160,0-2 385,-20 1-257,0 19-128,1-18 97,-21 19-33,19-21-32,-17 21 96,-3 0-288,21-20 160,-19 0-256,19-1-256,0 21-769,0-40-993,0 20-1057,20 0-5125</inkml:trace>
  <inkml:trace contextRef="#ctx0" brushRef="#br0" timeOffset="11447.65">18302 4093 7815,'0'0'1153,"0"0"-160,0 0-224,20 0 416,-20-20 288,0 20-544,20 0-705,-1 0-96,1 0-96,0-19 32,0 19 33,0 0-97,19 0 32,1 0 0,19 0-32,2 0 32,18 0-32,0 0-64,20 0 32,0 0 32,21 0 0,-1-21 32,-20 21-32,41 0 64,-22 0 64,21-20-64,1 20 0,-2 0-32,1 0-32,1 0 64,-22 0-32,21 0-32,-20 0 0,19 0 32,-18-19 0,-1 19 0,21 0-32,-21 0 32,-20-20-32,19 20 64,2 0 64,-21 0 32,20 0-63,-20 0-33,-20 0 32,2 0 32,18 0-64,-20 20-32,0-20 32,-20 0 0,2 0-32,-2 0 0,1 0-32,-21 0 32,1 0 0,1 0-32,-3 0 0,3 0-64,-21 0-128,19 0-192,-19 0-449,0 19-737,0-19-1889,-1 0-6374</inkml:trace>
  <inkml:trace contextRef="#ctx0" brushRef="#br0" timeOffset="12897.73">1626 5107 6950,'20'19'-192,"-20"-19"160,21 0 32,-3 0 128,2 0-32,21 0 833,-3 0-160,3 0-449,18 0-32,-19 0 1,19 0 127,22 0 193,-2 0-129,20 0-64,20 0-127,1-19-33,-3 19-64,3-20-32,-1 20-96,0-20-32,-19 20-64,19 0-160,0 0-32,-1 0-96,2 0 320,-1 0-129,0 0-1088,21 0 641,-2 0 576,-19 0 224,21 0 353,-2 20-65,1-20 481,1 0-769,-22 20-64,21-20 0,-19 19-128,-1-19 33,19 21-65,-19-21 32,21 19 0,-21-19-32,19 0 0,2 20 64,-2-20 0,21 0 0,-19 0 96,18-20-64,0 20-32,2 0 32,-2 0 0,22-19-64,-22 19 96,0-21-31,-18 21 127,19-19 96,-21 19-160,2 0 128,-2-20 33,1 20-193,-39-20 0,19 20-96,-20-20 0,-20 20-64,0 0 32,-18 0-96,-22 0-224,1 0-289,0 0-352,-40 0-416,0 20-1506,0-20-5957</inkml:trace>
  <inkml:trace contextRef="#ctx0" brushRef="#br0" timeOffset="23521.34">11373 4272 384,'20'-20'7975,"-20"0"-6725,0 20 735,0-20-191,21 20-417,-21-20 33,0 20-513,0 0-609,0 0-192,20 20 64,-20 0 64,0 20 33,0 0-129,0 19 160,0 1 32,18-1 1,-18 1-65,0-1-224,0 1 64,0-21-96,0 2-64,21-22-352,-21 2-962,20-2-1088,0 2-1986</inkml:trace>
  <inkml:trace contextRef="#ctx0" brushRef="#br0" timeOffset="23918.36">11711 4609 10730,'20'0'1921,"-20"0"-1664,0 0 896,0 0 128,0 0-64,0 0-800,-20 21-449,20-21 32,-20 19 0,20 21 0,0-21-65,0 2 1,0 18 0,20-18 32,-20-2-96,20 2-32,-1-1 128,21-20 64,-20 0 32,1 0 128,-3-20 97,2 20 63,1-21-64,-1-19 32,-20 21 65,0-1 63,0-20-159,-20 20 127,-1 0-128,1 1-160,-19 19-32,19 0-224,0 0 0,0 0-1057,20 19-865,0 1-1537,0 0-5638</inkml:trace>
  <inkml:trace contextRef="#ctx0" brushRef="#br0" timeOffset="24336.39">12088 4669 15342,'-20'0'641,"20"0"736,-19 0-1025,19 0-320,0 20 64,0-1-64,0 2-32,0-1 32,19-1-96,1 2-64,0-2-32,0 2-32,0-21 192,-1 0 0,-19 0 96,20 0-32,0 0-32,-20-21 0,0 21-32,0-19-64,21 19 0,-21 0-128,0 0-257,0 0 225,0 0 256,20 19 128,-20-19-64,18 21-31,23-1-33,-21-20 32,0 0 0,19 0 96,-19 0 288,-20-20 417,20-1 96,-20 2 96,0-2-801,-20 2 289,0-1-641,0-1-64,-19 2-801,19 19-673,-1-20-1377,1 20-5285</inkml:trace>
  <inkml:trace contextRef="#ctx0" brushRef="#br0" timeOffset="25057.43">13279 4272 9192,'0'0'961,"0"0"-1057,0 19 192,0 21 288,0 0-191,20 0-97,0 20 0,-20-1-96,20 1-96,0-20 64,-20-1 192,0 0 609,0-39 320,0 21 288,0-21 160,0 0-704,0-21-609,0 21-95,0-39-258,19 19-511,1 1-577,0 19-33,21 0 578,-23 0 512,22 19 96,-19 1 32,-1 0 192,-20 20 96,0-20 641,0-1 0,0 2 224,-20-21-192,-1 19-225,-19-19-383,22 0-289,-3 0-128,1 0-481,0 0-896,0-19-2531</inkml:trace>
  <inkml:trace contextRef="#ctx0" brushRef="#br0" timeOffset="25345.44">13716 4630 15822,'0'19'385,"0"1"384,0 0-481,0-20-128,20 19-96,-20 2-32,0-1-128,0-1-384,20-19-513,-20 0-449,20 0-319,-1 0-1026,-19-19-1121,0-1 545,0-1 1217,0 2 1603,-19-1 543,19-19 1056,-20 18 2371,20 2 256,-20-1-63,20 20-1442,-20 0-1378,20-20-832,0 20-576,20 0-1570,-20 0-4549</inkml:trace>
  <inkml:trace contextRef="#ctx0" brushRef="#br0" timeOffset="25698.46">14074 4630 9929,'-20'19'2370,"0"-19"-2178,0 20 65,-1-20-289,3 39 64,18-18-64,0-1-129,0-1-415,0 2-33,18-2-127,3-19 575,19 0 193,-20 0 33,-1 0-98,1-19 130,0-2 319,-20 2-32,0-1 193,0-1-1,0 2-159,0-1 191,-20 20 225,0-20-32,20 20-225,0 0-415,0 20-193,0-20 0,0 20 32,20-1-97,0 2-703,0-1-930,0-1-1537,19 2-5413</inkml:trace>
  <inkml:trace contextRef="#ctx0" brushRef="#br0" timeOffset="25989.48">14471 4630 14285,'-40'-21'384,"40"21"769,-21 0-736,1 0 31,20 21-31,-18-21-449,18 19 0,0 1-32,18 0-129,2-1 33,1 2 32,-1-1 64,0-1 32,0-19 32,-20 21 192,0-2 129,0 2 383,-20-21 353,0 20-192,0-20-385,-1 0-319,-17 0-161,18 0-385,-1 0-928,1 0-1922,0 0-3748</inkml:trace>
  <inkml:trace contextRef="#ctx0" brushRef="#br0" timeOffset="27675.58">15582 4630 10762,'-20'-21'2754,"0"2"-2081,0-1 1121,1 20-609,-1-20-256,0 20-289,0 0-576,-19 0-160,19 20 128,-20 0-224,20 20 160,20-21 64,-19 21-256,38 0 224,-19-20-96,20-1 96,20 2 32,-20-2 0,19-19 192,1 0 64,-20-19-31,19-2-1,-19 2 32,-20-1-160,0-1-32,0-18 32,0 19-64,0 1-96,-20-2 0,20 2 161,-20 19-33,20 0-160,0 0-129,0 19 97,20 2 96,-20 18-32,40-19 32,-19-1-128,17 2-128,-17-1 96,19-1-225,-22-19-255,3 21-577,-21-21-545,20 0-352,-20 0-865,0 0-1537</inkml:trace>
  <inkml:trace contextRef="#ctx0" brushRef="#br0" timeOffset="27885.59">15702 4272 13612,'0'0'1730,"0"0"-1442,0 0 1,0 19 383,0 2 545,18 19-544,3-1-513,-1 21-32,0-21-128,0 1-96,-1 20-352,1-20-513,0-1-609,0 0 65,0 2-385,-20-22-1729</inkml:trace>
  <inkml:trace contextRef="#ctx0" brushRef="#br0" timeOffset="28325.62">16099 4630 12619,'-20'-21'1666,"-1"21"-1410,21 0 257,-20 0-481,20 21 32,-20-21-96,20 39-32,0-19-225,0-1-191,20 2-32,0-21 127,1 20 161,-1-20 160,0 0 160,-2-20 320,-18 20 225,21-21 96,-21 2 320,0-1-353,0 20-351,0-20-289,0 20-128,0 0-64,0 0-545,0 20 513,0 0 128,20 20-32,-20-1 0,20 1 64,0 20-32,-1-20-64,1-20 31,-20 20 130,0-21-162,0 1 642,-20 0 544,1-20 384,-1 0-352,-20 0-256,1 0-320,-1 0-353,-1-20-480,3 20-481,-3-20-640,1 1-1122,40 19-2754</inkml:trace>
  <inkml:trace contextRef="#ctx0" brushRef="#br0" timeOffset="28650.63">16376 4689 15919,'-20'-20'-64,"0"0"448,1 20 64,-1 0-384,0 0 257,0 0-417,20 20 32,0 0-65,0 20 33,20-20-64,0-1-32,19 2 0,-19-21 32,0 19 224,21-19 32,-23 0 320,2-19 225,0 19 320,-20-21 0,0 2-321,0-1-352,-20-20 161,0 20-545,2 0-32,-3 1-769,21 19-769,-20 0-1281,0 0-5637</inkml:trace>
  <inkml:trace contextRef="#ctx0" brushRef="#br0" timeOffset="28909.65">16534 4749 12043,'0'19'480,"-18"-38"1026,18 19 576,0-20-673,0-1-448,0 2-641,0-1 33,0-19-1,0 18-32,0 2-160,0-1-31,0 0-33,0 20 0,0 0 0,18 0-288,-18 0 31,21 20-447,-1-20-705,0 20-1122,0-1-2209</inkml:trace>
  <inkml:trace contextRef="#ctx0" brushRef="#br0" timeOffset="29068.66">16733 4630 13004,'0'0'1697,"0"0"-704,0 0 385,0 19-930,0-19-352,20 20-192,-20 0-705,20-1-416,-20 22-833,20-41-1569,-20 19-1954</inkml:trace>
  <inkml:trace contextRef="#ctx0" brushRef="#br0" timeOffset="29197.67">16714 4490 12748,'0'-19'544,"0"19"-2594,0 0-2402</inkml:trace>
  <inkml:trace contextRef="#ctx0" brushRef="#br0" timeOffset="29413.68">16813 4550 14253,'0'0'2146,"19"0"-1794,1 0 1314,0 0-865,21 0 160,-3 0-385,3 0-416,-21-20-224,19 20-416,-19 0-641,0 0-1089,-20 0-1698,0-20-5925</inkml:trace>
  <inkml:trace contextRef="#ctx0" brushRef="#br0" timeOffset="29658.69">16951 4291 9769,'0'40'736,"0"-19"1154,0-2 577,0 21-642,0-20-287,21 20-705,-21 19-257,20-19-127,-20-1-353,20 1-96,-20 0 0,20 0-353,-1-20-544,-19 20-512,20-21-289,-20-19-1216,0 0-6183</inkml:trace>
  <inkml:trace contextRef="#ctx0" brushRef="#br0" timeOffset="30639.75">17190 4252 10345,'0'20'481,"0"-20"352,0 40 896,20-21-255,-20 21-481,0 20-545,20-20-256,-20 19 0,19 1 0,-19-20-159,20-1-33,-20 0-33,0-18 66,0-1-33,0-20 64,0 0 128,0 0 320,20 0-384,-20-20-128,0-20 32,0 20-32,0 0 0,21-20 0,-21 21 0,20 19 0,-20-20 64,0 20 1,18 0 95,-18 0 288,0 20 225,20-1-257,-20 2-160,0-2 1,21 1-289,-21 0 64,0-1-385,20 22-1184,-20-41-1538,0 19-4740</inkml:trace>
  <inkml:trace contextRef="#ctx0" brushRef="#br0" timeOffset="31166.78">17528 4550 14765,'0'20'737,"0"19"-64,0-18 320,0 18-321,19-19-287,-19 20-417,0-20-257,0-1-95,0 2-32,0-21-321,0 0-128,0 0 321,0 0 255,0-21 161,20 2 160,-20-1-64,20-1 64,-20 2 128,0-1-31,20 0 159,-20 20 96,20 0 1,-20 0-193,0 0-96,0 0 64,0 20 64,19-20-192,-19 20-64,0-20 32,0 19-96,20-19 32,-20 0 64,0 0 64,0 0 160,20 0-64,-20-19-127,20 19-1,-20-20-97,21 0-31,-3 1 64,2 19 32,1 0 32,-1 0 97,0 0 351,-20 0 289,0 19 128,20-19-321,-20 20-31,0 0-257,19-1-192,-19 2-160,0-1-352,20-1-962,-20-19-1408,0 21-3396</inkml:trace>
  <inkml:trace contextRef="#ctx0" brushRef="#br0" timeOffset="31499.8">18162 4590 14189,'0'-20'1794,"-18"20"-2051,-3 0 610,1 0 319,-20 20 417,21-20-736,19 19-353,-20 2 32,20-2 96,20 1 0,-20-20 0,19 20-96,1-1-32,0 2 32,0-21-32,1 20-32,-3-20 96,2 0-128,1 19 0,-21-19 96,0 0 32,0 0 224,-21 0-223,1 0-130,2 21-223,-3-21-481,1 0-1601,20 0-4260</inkml:trace>
  <inkml:trace contextRef="#ctx0" brushRef="#br0" timeOffset="31657.8">18460 4789 20083,'40'0'288,"-40"0"384,0 0-319,0 0-898,0 0-768,0 0-4420</inkml:trace>
  <inkml:trace contextRef="#ctx0" brushRef="#br0" timeOffset="39784.27">4127 6418 14285,'0'20'-192,"0"-20"224,20 0 416,20 20 385,-19-20 384,38 0-448,-1 0-481,3 0-64,18 0-63,0 0-33,-18 0-64,-23-20-64,23 20-256,-23 0-385,3 0-544,-21 0-577,0 0-1121,-20-20-3234</inkml:trace>
  <inkml:trace contextRef="#ctx0" brushRef="#br0" timeOffset="40087.28">4625 6338 12107,'-20'-19'705,"20"19"-321,20 0 577,-2 0 192,2 0 96,21 0-576,-3 0-417,23 19-128,-2-19 160,-19 21-31,19-1 95,-19-1-256,-1 1-32,1 0-32,-19 0 32,-1 0-32,-20 0 96,-20-1 1,-1 1 223,1 0 0,-18 0-96,-3-20-159,1 20-33,1 1-64,-1-21-64,1 19-513,19 0-864,0-19-1026,20 21-800,0-21-4516</inkml:trace>
  <inkml:trace contextRef="#ctx0" brushRef="#br0" timeOffset="41191.35">5656 6040 14798,'40'0'32,"-20"0"96,19-19 64,21 19 96,-1-20 737,20 0-64,2 0-673,-2 0 1,0 0-193,-18 1-96,18-1 0,-41 20-193,3-21-671,-1 21-770,-40-19-1056,0 19-2467</inkml:trace>
  <inkml:trace contextRef="#ctx0" brushRef="#br0" timeOffset="41457.37">6172 5941 4356,'-39'40'2626,"19"-20"-1729,20 19 288,20-19 577,-20 20-161,39 0-320,-19-1-640,20 1-449,-1 1 65,1-2 63,-19 0 0,-1 2-160,-2-2-32,3 1 1,-21 0 255,-21-21 64,3 21 33,-23-20-1,1 0 65,1 1-65,-21-21-192,21 19-127,-21-19-65,21 0 32,-1 0-513,-1 0-543,23 0-1347,18 0-2337</inkml:trace>
  <inkml:trace contextRef="#ctx0" brushRef="#br0" timeOffset="41927.39">6609 6597 10826,'0'0'1954,"0"0"-1730,20 0 1345,0 0-159,19 0-33,1 0-640,-1-20-609,22 0-64,-23 0-32,3 0-192,-1 20-545,-21-19-993,1 19-1152,0-20-2179</inkml:trace>
  <inkml:trace contextRef="#ctx0" brushRef="#br0" timeOffset="42120.4">6688 6398 11242,'0'20'128,"0"0"513,20 0 448,-20 0 0,20 19-128,1 1-641,-21-20-256,18 21 32,-18-3-128,20 2-224,1-19-865,-1-2-1185,0 1-2275</inkml:trace>
  <inkml:trace contextRef="#ctx0" brushRef="#br0" timeOffset="42410.42">7006 6656 8904,'20'40'288,"-20"-40"-224,20 21 289,-20-2 1056,0-19 481,0 0-1122,0 20-383,0-20 384,0 0 384,0-20-641,0 20-320,0-19-96,0 19-64,0-40 32,0 19-64,-20 2 0,20 0-160,20 19 0,-20-21 0,0 21-32,20 0-32,-1 0-417,1 21-1409,0-21-3299</inkml:trace>
  <inkml:trace contextRef="#ctx0" brushRef="#br0" timeOffset="42814.44">7344 6577 13292,'-20'0'160,"0"0"-32,-1 0 65,3 20 223,18 1 353,-20-2-737,20 0-192,0 2-129,0-2 33,20 2-64,-2-2-129,3 1-255,-1-20 255,0 0 321,19 0 160,-19-20 0,-20 1 64,20 19 225,-20-21-97,20 2 320,-20-21 1,-20 40-97,0-19-31,20-2-65,-20 21 0,1 0-192,19-20-96,-20 20-96,20 0-32,0 0-128,0 20 96,0-20 32,20 0 32,-20 21-64,19-2-192,-19-19-289,20 19-576,0 2-833,0-21-2114</inkml:trace>
  <inkml:trace contextRef="#ctx0" brushRef="#br0" timeOffset="43196.47">7581 6557 9577,'0'20'1121,"0"-20"-225,0 20 1122,0 1-800,20-2-482,-20 0-576,0 2-160,20-2-256,-20 2-160,21-21-289,-21 19-512,20-19-641,-20 0-1793,0 0-3524</inkml:trace>
  <inkml:trace contextRef="#ctx0" brushRef="#br0" timeOffset="43355.47">7563 6438 14573,'-21'-20'417,"21"20"-1538,21-20 576,-21 20-288,18 0 257,2 0-4709</inkml:trace>
  <inkml:trace contextRef="#ctx0" brushRef="#br0" timeOffset="43636.49">7761 6677 5957,'19'19'4677,"-19"-19"-3781,0 0 642,-19-19-161,19 19-256,0-21-704,0 2-289,0 0-128,0-2 0,0 1-64,0 0 64,19 20 32,1 0 224,-20 0 449,20 0 448,0 20-705,-20 0-192,20 1-63,0-2-193,-20 21 32,19-21-289,-19 2-543,20-2-1154,-20-19-2723</inkml:trace>
  <inkml:trace contextRef="#ctx0" brushRef="#br0" timeOffset="44227.52">8158 5882 3651,'-20'-21'6630,"20"2"-6021,-20 19 704,20 0-128,-21 0-192,21 0-128,-18 19-385,18 22 33,0-2 127,-20 21-63,20 19-321,0 1-64,20-1-160,-20-19-96,18 20-192,3-21 0,-1-19-353,0-1-512,19-19-993,-19 0-3171</inkml:trace>
  <inkml:trace contextRef="#ctx0" brushRef="#br0" timeOffset="44861.56">8555 6040 15118,'0'-19'192,"-20"19"-96,20 0 32,-21 0 64,1 0 289,2 19-481,-23 1 0,21 20-64,20 0 96,-20 20-64,20-21 64,0 21-32,20 0 0,0-21-64,21-19-64,-3 20-33,23-20 65,-22-20 128,21 0 257,-21 0 63,21-20 32,-21 0 97,-19-20-161,0 21 0,1-22-127,-21 2-97,0 0 64,-21-2-224,-19 1-96,-19 21-33,0-21-127,-1 20 224,1 20 160,-2-20 192,3 40-127,37-20-226,1 40 129,0-20 0,20 20 97,20-1 127,21-18-64,-3 18-96,3-19-32,18-20 32,1 19-96,-1-19-160,-19 0 0,1 0-449,-3-19-1120,-18 19-1891</inkml:trace>
  <inkml:trace contextRef="#ctx0" brushRef="#br0" timeOffset="45388.59">8873 5703 9513,'-21'-19'2722,"21"-2"-2049,0 21 864,0 0-352,0 0 129,41 21-225,-23-2-449,23 20-159,18 2 63,-19-2-159,19 0-97,1 21-128,-1-20-32,-19 20-32,-1-1-96,2 1 64,-21 0 0,-20-21 32,0 21-32,-20-21 193,-1 2-257,-17-2 64,-3 1-128,1 0-225,1-21-351,-1 21-481,20-20-769,1 0-1505,-1 1-6887</inkml:trace>
  <inkml:trace contextRef="#ctx0" brushRef="#br0" timeOffset="46448.65">10421 6239 14926,'0'-20'-32,"0"20"-97,0 20-255,-20 1 384,20-2 256,-20 21-63,20 0-161,0-1 32,20 1-64,-20-20 32,20 0-32,-1 0 64,1-20 0,0-20 0,21 20-128,-23-40-257,2 20 65,1 0 192,-1 1-192,-20-1-64,0-1 256,0 21 32,0 0-129,20 0-832,-20 0 833,18 21 96,3-21-256,-1 20 160,0-20 160,0 19 64,-1-19 512,1 0 738,-20 0 351,0-19-31,20-1-513,-40-1-192,20 2-257,-20-1-287,20 0-321,-19 1-320,-1 19-385,20-21-608,0 21-1025,0 0-3300</inkml:trace>
  <inkml:trace contextRef="#ctx0" brushRef="#br0" timeOffset="46601.66">10997 6299 12908,'0'39'192,"0"-18"1153,0-21-96,0 20-832,20-20-353,-20 19-929,0-19-1409,18 0-2499</inkml:trace>
  <inkml:trace contextRef="#ctx0" brushRef="#br0" timeOffset="46751.67">10997 6080 2146,'-21'-20'14253,"1"20"-14061,20-20-416,20 20-1057,-20 0-225,21 0-1344</inkml:trace>
  <inkml:trace contextRef="#ctx0" brushRef="#br0" timeOffset="47012.68">11175 5842 14093,'-20'-20'672,"20"20"-511,0 20 63,20-1 929,0 2 96,0 18-704,-20 21-193,20-1 0,-1 1-288,1 0 32,0-1-288,0-18-352,1 18-289,-3-40-64,2 22 64,-20-41-256,20 19-480,-20-19-705,21 0-2147</inkml:trace>
  <inkml:trace contextRef="#ctx0" brushRef="#br0" timeOffset="47221.7">11393 5783 15726,'21'39'64,"-21"-19"833,20 20 288,-2-1-128,-18 21-96,21-20-768,-21 19-161,20 1-161,0 0-415,-20 0-641,20-21-1250,-20 0-2465</inkml:trace>
  <inkml:trace contextRef="#ctx0" brushRef="#br0" timeOffset="49925.85">12485 5902 2690,'0'79'96,"0"-20"256,0 1 866,0 0 63,0-1 128,0-18 193,20-22-513,-20 1-160,0 0 96,0-20 512,0-20-576,20 20-641,-20-20-256,20-20-160,-1 20-288,1 20-193,20-19-159,-1 38 223,1 1 33,1 1-65,-23-2 353,3 21 160,-1 0 128,-20-20 320,0 19 609,0-39 289,-20 20 63,-1 0-224,-17-20-384,17 0-385,-19 0-352,22 0-288,-3-20-897,1 0-1314,20 0-4291</inkml:trace>
  <inkml:trace contextRef="#ctx0" brushRef="#br0" timeOffset="50271.87">12942 6338 11627,'20'21'512,"-1"-21"353,1 0-32,-20 0 480,20 0 320,0-21-960,1 2-481,-21-1 0,0 20 97,0-39-33,0 39-64,-21-21-128,1 1-192,0 20-64,0 0 32,1 0 32,-1 20 96,0 1-33,0-2 33,20 1 32,20 0 32,-20 20 129,40-20 31,-1-1 0,1-19-192,-1 20 0,2-20 192,-1 0-192,-1 0-224,-19 0-289,0 0-1024,0 0-2018,-20 0-9225</inkml:trace>
  <inkml:trace contextRef="#ctx0" brushRef="#br0" timeOffset="50805.9">14311 6060 11787,'0'-20'1377,"0"1"-961,-20 19-127,1 0-482,-1 0 225,0 19 161,-20 1-65,21 0-96,-1 0 0,0 0 64,0 20 96,20-21-32,20 21 0,0-20-63,19 1-1,1 18-32,0-19-64,-1-1 0,-19-19 96,1 21 0,-1-1 288,-20-20 449,-20 0-128,-1 19-513,-19-19-160,1 0-224,19 0-801,-20 0-1249,21 0-3652</inkml:trace>
  <inkml:trace contextRef="#ctx0" brushRef="#br0" timeOffset="51267.93">14530 6219 10698,'20'60'1281,"-20"-20"-192,0-21-256,0 22-513,0-22 32,20-19-160,-20 20-192,0-20 0,20 0 0,-20-20-64,0 1-192,0-1 128,0-1 64,19-18-32,-19 19 96,0 1-64,0-2 64,20 21-32,-20-20 32,20 40 32,-20-20 64,20 21 192,-20-2-96,20 1-160,-20 0 32,19-1-64,-19 2 65,0-21-1,20 0 64,-20 0 192,20 0 449,-20 0-289,0-21-320,21 2-160,-1-1 32,-2 0-224,2 20 96,-20-19 96,21 19 96,-1 0 32,-20 19 289,0-19-1,0 20 33,0 0-321,0-1-96,0 22-257,20-22-832,-20 1-1281,19 20-2947</inkml:trace>
  <inkml:trace contextRef="#ctx0" brushRef="#br0" timeOffset="51642.95">15145 6319 13773,'-40'-40'1761,"21"40"-960,-1 0 320,0 0-929,-20 0 161,21 20-257,19 0-64,0 20-32,0-20 0,0-1-32,19 1-129,1-20 65,0 20 96,0-20-32,0 0 160,19-20-95,-19 20 159,-20-20-64,20 20 96,-20-19 32,0-1 65,0-1-161,0 21 96,0-19 96,-20 19-160,20 0-127,0 0-194,0 19 65,20-19 32,1 21-64,-3-1-64,2-20-192,0 19-257,1-19-95,-1 0-610,0 0-800,-20 20-1121,19-20-3523</inkml:trace>
  <inkml:trace contextRef="#ctx0" brushRef="#br0" timeOffset="51916.96">15265 5742 14477,'0'0'1442,"0"0"-994,0 41 1218,20-2-353,-20 21-128,20-1-128,-1 21-256,1-21-225,0 21-127,-20-1-257,20 1-32,0-20-192,-1-1-128,1-19-225,-20-1-95,20-19-289,0-20-320,0 0-32,-1 0-480,-19-20-1090,0-19-1441,0 19-5221</inkml:trace>
  <inkml:trace contextRef="#ctx0" brushRef="#br0" timeOffset="52132.98">15503 5783 10570,'0'0'4163,"19"0"-3842,-19 0 1697,20 39-257,-20 0-31,20 21-321,-20 0-416,20-1-224,1 21-192,-21 0-193,18-20-352,2 18-128,-20-37-481,21 18-768,-1-19-801,0-20-1153,-2-1-5029</inkml:trace>
  <inkml:trace contextRef="#ctx0" brushRef="#br0" timeOffset="52263.98">15919 6379 14445,'0'0'4516,"20"0"-4163,-20 0 896,0 0-224,0 0-1121,0 19-1474,-20-19-3843</inkml:trace>
  <inkml:trace contextRef="#ctx0" brushRef="#br0" timeOffset="71482.08">11473 8544 2818,'-21'0'1313,"21"0"609,0 0 128,0-20 32,0 20-416,0 0-673,0 0-193,0 0-63,0 0-32,0 0-161,21 0-319,-21 0-33,0 0-32,0 0-32,20 0 0,-20 0-32,20 0 0,0 0 0,-1 0-96,1 0 64,20 0-64,-20 0 64,-1 0-64,21-19 33,0 19-66,-21 0 66,21 0-66,1 0 33,-23 0 0,23 0-96,-1 0 64,-1 0-32,1 0-32,0 0 96,-1 0-32,1 0 0,-1 0 32,1 0 32,1 0-32,-3 0 0,3 0 32,18 0-32,-19 0 0,-1 0 32,21-20 32,-21 20-32,21 0 32,-21 0-32,22 0 32,-2 0 1,-19 0-33,19 0-32,-19-21 32,19 21 0,1 0-32,-1 0 32,2 0-32,-2 0 0,0 0 0,1 0 0,-21 0-32,21 0 32,-21 0-64,22 0-33,-23 0-95,23 21 96,-2-21-96,1 0 32,-21 0-32,21 20-65,-1-20-127,2 0-32,-22 0-97,21 0 225,-1 0-64,0 19 191,1-19 97,-1 0 64,2 0 32,-2 0 32,1 0 1,-1 0-33,0 0 0,1 0-32,-1 0 32,2 0-32,-2 0 0,0 0 64,21 0 224,-21 0-32,20 0 97,0 0 191,2 0-96,18 0-127,-20 0-65,20 0 32,-20 0-192,21 0 0,-1 0 33,-20 0-65,20 20-64,-18-20 64,-2 0 0,0 0-64,20 0 64,-20 0 32,2 0 0,18 0 64,-20 0 128,20 0 129,1 20-97,-21-20 65,0 0-321,1 0 32,-21 0 0,0 0 64,2 0-224,-23 0 96,-18 0-32,21 0 0,-21 0-128,-1 0-353,-19 0-832,0 0-1313,0 0-8425</inkml:trace>
  <inkml:trace contextRef="#ctx0" brushRef="#br0" timeOffset="73956.23">4445 9578 13516,'-20'0'1506,"1"0"-1058,19 0 353,19 0 288,-19 0 32,20 0-96,20 0-545,19-20-319,2 20 159,-3 20-32,3-20-288,-2 0 96,20 0-128,-19 0 96,-1 0-160,0 0-32,-19 0-64,-19-20-64,-1 20-513,-2 0-672,-18 0-1410,0 0-2466</inkml:trace>
  <inkml:trace contextRef="#ctx0" brushRef="#br0" timeOffset="74245.24">4981 9439 10698,'0'-21'3043,"20"21"-3011,1 0 704,-3 0 481,22 0-64,1 21-480,-2-2-545,1 1 0,-1 0-64,1-1 33,-20 2 31,0 19-96,-1-20 64,-19 20 0,0-21 32,-19 21 128,-1-20 257,0 0 63,-20 0-95,1-1-1,-1 1-128,1 0-191,-2 0-65,1 0-96,1-20-321,-1 20-1088,20-1-1217,20-19-4837</inkml:trace>
  <inkml:trace contextRef="#ctx0" brushRef="#br0" timeOffset="74822.27">6014 9160 14894,'-20'0'961,"20"0"-513,20 0 257,0 0 480,19 0 64,1 0-512,19 0-577,22 0-64,-23 0-64,22 0-32,-20 0-32,-21 0-224,1-20-673,-20 20-256,-1 0-513,1 0-1121,-40 0-1633,20 0-3427</inkml:trace>
  <inkml:trace contextRef="#ctx0" brushRef="#br0" timeOffset="75053.29">6431 9180 5509,'-61'40'2979,"43"-20"-1026,-2 0-671,20 19-418,20 1-255,-2-20-161,3 19 1,19 2-161,-1-22 161,-19 21-257,0-21-32,0 22 192,0-21 225,-20 19 352,-20-18 160,0 18 32,-20-19-321,1 0-95,-22 0-64,2 0-257,1-1-384,-3 1 0,21-20-384,1 0-353,19 20-544,0-20-929,20-20-2403</inkml:trace>
  <inkml:trace contextRef="#ctx0" brushRef="#br0" timeOffset="75507.31">6907 9617 11787,'-20'0'2082,"-1"0"-1858,21 0 737,0 0 672,0 0 161,0 0-961,21-19-545,-1 19-160,20-20 32,-21 20-160,1 0 0,20-20-160,-20 20-769,0 0-320,-1 0-545,-19 0-1120,0 0-3396</inkml:trace>
  <inkml:trace contextRef="#ctx0" brushRef="#br0" timeOffset="75702.32">6887 9418 928,'0'0'11499,"0"0"-11563,0 21 385,20 18 736,-20 0 160,20 2-545,-20-1-544,20 19-128,-20-19-128,19 0-160,-19-1-833,0-19-1377,20 0-2883</inkml:trace>
  <inkml:trace contextRef="#ctx0" brushRef="#br0" timeOffset="75976.34">7146 9796 3042,'0'0'4421,"0"0"-674,0-20-2306,0 20-287,0-19 95,0-1-448,-21 0-545,21 0-192,0 0-96,0 0-128,21 1-289,-1 19-191,-2-21 287,2 21 289,1 0-32,-1 0-320,0 0-833,19 0-2307</inkml:trace>
  <inkml:trace contextRef="#ctx0" brushRef="#br0" timeOffset="76387.36">7443 9598 13036,'0'0'64,"-20"0"-32,0 19 448,0-19 834,1 21-898,-1-2-352,20 21-32,0-20-32,0 0 0,20 0-32,-1-20-224,21 0-32,-20 19-1,0-19 193,-1-19 96,21 19 64,-40-20 32,20 0-64,-20 0 64,0 0-63,0 0 31,-20 20-64,20-19-97,-20-2 1,0 21 64,20 0 96,-19 0 0,19 0-64,0 0-32,0 21 64,0-2-32,19-19 0,-19 20 0,20-20-96,0 20-192,0-20-705,1 20-608,-3-20-1282,2 0-2690</inkml:trace>
  <inkml:trace contextRef="#ctx0" brushRef="#br0" timeOffset="76618.38">7662 9697 2498,'0'0'1089,"18"0"384,-18 0 1090,0 0-129,0 0-1569,0-20-737,0 20-64,-18-20-128,18 1-160,0-2-161,-20 2 225,20-1-416,0 0-866,0 0-127,0-1-353</inkml:trace>
  <inkml:trace contextRef="#ctx0" brushRef="#br0" timeOffset="76885.39">7761 9657 6053,'19'60'4388,"-19"-40"-2402,0-20 737,0 20-513,0-20-544,0 0-513,0 0-513,20-20-319,-20 20-321,0-20 0,20 0-65,-20 0-255,20 20-64,-20-20 288,20 20-64,-20 0 128,20 20 96,-20 0 96,19 0-32,1 0-64,-20 0-128,20-1-609,0 1-1056,-20 0-1923,0 0-9769</inkml:trace>
  <inkml:trace contextRef="#ctx0" brushRef="#br0" timeOffset="78298.47">8336 9001 12299,'0'-20'673,"0"20"-577,0 20-160,-20 20 544,20 0 769,-20 39 1,20 1-706,0-1-384,-19 20-128,19-19 32,19-20 32,-19 20-96,40-21-96,-20-19-512,19-1-417,1-19-609,1 0-2049</inkml:trace>
  <inkml:trace contextRef="#ctx0" brushRef="#br0" timeOffset="78752.5">8812 9339 15214,'-59'0'2338,"39"0"-2306,0 20-128,1 0 64,-1 19 128,0 1 32,20 19-96,20-18-160,0-1 0,19 0-64,1-1-64,19-19-161,-18-20 225,18 0 224,1 0 320,-1-20 257,-19 0-97,-1-20 65,-19 1-161,0 19-31,-20-21-129,-20 2-160,-20 0-288,1 18-321,-40-18-31,19 39 31,1-20 321,-2 20 128,2 20 0,19-1 32,21 1-32,-1 1-32,40-2 96,-1 1-32,41 0 64,-21-1-32,42-19 0,-22 0-96,0 0-224,-19 0-577,0 0-801,-1 0-1057,-19-19-2594</inkml:trace>
  <inkml:trace contextRef="#ctx0" brushRef="#br0" timeOffset="78983.51">8992 9100 11947,'0'-19'1761,"39"38"33,-19 2-64,20 18-417,19 1 32,-19 0-384,19 19-576,-18 1-353,-3-1 32,3-19-64,-21 19-64,-2-18-129,-18-1-95,-18 0-64,-2-1 0,-21-19-1,3 0-704,-3 0-1121,1-20-3844</inkml:trace>
  <inkml:trace contextRef="#ctx0" brushRef="#br0" timeOffset="79575.55">9786 9379 4580,'20'19'4676,"-20"-19"-4163,0 20 1345,0-20 416,0 0 0,19-20-1025,-19 1-544,20 19-97,-20-40 33,20 20-225,0 0-224,-20 0-95,20 1-162,-20-1 97,0 20-192,0 0 32,0 0-192,0 20-32,0-20 223,19 19 65,-19 21-32,0-20 64,20 0-32,-20-20-32,20 20 128,0-20 32,0 0 96,-1-20 289,1 20 31,-20-40-31,20 20-1,0 0-96,-20 1-255,0-1-226,0 0-671,0 20-770,0 0-1633,0 0-4196</inkml:trace>
  <inkml:trace contextRef="#ctx0" brushRef="#br0" timeOffset="79928.57">9885 9617 15919,'-40'21'288,"40"-21"-160,-20 0 64,20 0 193,0-21 95,20 21-448,0-19-64,-20 19 32,20-20 64,0 0 64,-1 20 128,-19 0-63,0-20 95,20 20-128,-20 20 224,20 0-159,0 0-65,0-1-256,-1 2 0,1-2 64,0 1-33,21-20 130,-23 0 127,2 0 32,0-20 481,1 1 31,-1-2-159,-2-18-257,-18 19-224,0 0-192,0-1-544,0 21-578,-18-19-735,18 19-2884</inkml:trace>
  <inkml:trace contextRef="#ctx0" brushRef="#br0" timeOffset="81530.66">10897 9061 13356,'-20'0'1313,"20"0"-352,0 0 353,0 0-418,20 0 546,19 0-385,22 0-577,18 0-320,-20 0-96,21 0-96,-21 0 0,2 0-224,-23 0-384,3 0-385,-3 0-193,-17 0-511,-21 0-513,-21 0-257,3 20-1825,-2-20 1730,-21 0 1729,21 19 384,-19-19-864,-1 21 897,20-2 2946,20 1 1025,0 20-1152,0 0-994,20 19-320,0-19-352,0 0-289,19 20-128,-19-21 1,0 0 255,1 2 417,-21-1 128,0-21-64,0 21-96,-21-20 32,-19 0-192,-19 0-97,19 0-416,-19 0-159,-1-20-130,21 0-255,19 0-641,-1 0-672,1 0-1890,40 0-9354</inkml:trace>
  <inkml:trace contextRef="#ctx0" brushRef="#br0" timeOffset="81797.67">11612 9617 14477,'0'0'1666,"20"0"-1474,-20 0 1538,19 0-609,21 0-513,0-19-384,-1 19-127,-19 0-226,21-20-511,-23 20-1090,2 0-1505,-20 0-3715</inkml:trace>
  <inkml:trace contextRef="#ctx0" brushRef="#br0" timeOffset="81969.68">11691 9478 11627,'0'39'1889,"0"2"-960,0-1 256,0 0-384,0-1-128,20 1-609,0 0-353,-1-1-639,1-19-354,0 0-1889,0 0-6726</inkml:trace>
  <inkml:trace contextRef="#ctx0" brushRef="#br0" timeOffset="82252.7">11849 9757 13708,'20'-20'1122,"1"20"-1154,-1-20 224,0 20-64,-2-20 192,3 20-160,-1-20-160,-20 20 32,0 0 225,0 0-161,-20 0-32,-1 0 32,3 0 64,-2 0 32,-21 20-32,21-20-32,20 0-96,-18 20 129,18 0-65,0-20-32,18 20-32,2-20-32,1 19-417,19-19-864,-22 0-993,23 0-1954</inkml:trace>
  <inkml:trace contextRef="#ctx0" brushRef="#br0" timeOffset="82511.71">12266 9617 11306,'-38'0'1890,"17"0"-449,-19 0 705,21 21-768,-1-2-770,20 1-416,0 0-95,20 0 95,-1 0-32,21-20-64,1 20-96,-23-1-96,2-19 64,1 20-32,-1-20 96,-20 0-32,-20 20 96,-1-20-64,1 0 0,-18 0-96,-3 0-417,21 0-1056,1 0-2339</inkml:trace>
  <inkml:trace contextRef="#ctx0" brushRef="#br0" timeOffset="82683.72">12366 9657 15726,'40'0'673,"-20"0"1185,0 0-129,-1 0-672,1-19-960,0 19-482,0-21-640,-20 21-384,0 0-1025,20-19-2339</inkml:trace>
  <inkml:trace contextRef="#ctx0" brushRef="#br0" timeOffset="82856.73">12446 9498 11691,'-20'60'1761,"20"-20"1,0 0 960,20 19-543,-20-19-802,19-1-1121,-19 1-160,20-20-160,-20 20-416,20-40-1090,-20 19-2434</inkml:trace>
  <inkml:trace contextRef="#ctx0" brushRef="#br0" timeOffset="83383.76">13001 9160 5765,'20'-39'2819,"-20"39"-385,0-21-416,0 21-289,20 0-383,-20 0-385,-20 0-481,20 21-352,-20-2-64,-19 21 64,19 20-64,0-1-64,20 1 65,-20-1-162,20 21 33,0-20-32,20-1 64,20 1 32,-1 0 0,1-21-64,19 1-32,-18-20-160,18 0-289,-19 0-223,-1-20 127,-19 19-1377,0-19-7271</inkml:trace>
  <inkml:trace contextRef="#ctx0" brushRef="#br0" timeOffset="83975.8">13398 9339 11178,'20'-20'5253,"-20"0"-5093,0 20-32,-20 0 417,0 0-161,1 20-128,-1 20-159,0-1-194,0 2 33,20 18 96,0 1 0,0-20-224,40 19-288,-20-19-1,19 0 161,1-20 128,19-1 64,2-19 224,-23 0 288,3 0 65,-1-19 31,-1-1 225,-19-20 31,0 0 33,-20 0-160,0 1-417,0-1 32,-20 0-192,-20 0-64,1 0-160,-1 1 64,-19 19-32,18 20 64,1-20 64,1 20-32,-1 20 128,40 0-225,0-1 97,0 22 32,20-22 128,21 21-256,-3-21 64,23 2-32,-23-1-224,3-20-65,-1 20-127,-1-20-193,1 0-544,-20 0-1282,-20-20-3362</inkml:trace>
  <inkml:trace contextRef="#ctx0" brushRef="#br0" timeOffset="84249.81">13736 9081 14157,'59'0'2050,"-19"19"-417,19 2 65,-19-2 64,19 21 31,-18 0-1056,-1 19-513,-1-19 97,1 20-385,-20 0 224,-1-21-160,1 21-32,-20 0-129,-20-20 65,-19 19-224,-1 1-192,-19-21 127,-2 1-127,23 19-385,-23-19-288,2 0-897,0 0-2627</inkml:trace>
  <inkml:trace contextRef="#ctx0" brushRef="#br1" timeOffset="94652.41">6034 7154 6117,'-20'0'1185,"20"0"1186,0 0-1090,0-21 0,0 21 160,0 0-63,0-19-385,20 19-449,-20 0-159,19 0-97,-19 0-160,20-21-64,0 21-64,-20 0 0,20 0 0,0 21 0,19-21 0,-19 0 32,20 0-32,-1 0-32,1 0 96,19 19-96,2-19 64,-2 0-32,20 0 32,-19 21-64,19-21 32,21 0 0,-21 0 32,20 0-64,0 0 96,20 0-64,-19 0 32,19 0-32,0 0 0,1 0 0,-2 0 32,1-21 32,21 21-32,-21 0 32,19 0-64,-19 0 64,21-19 0,-21 19-64,19 0 65,2 0-65,-1 0 32,-21 0-32,22-21 32,-1 21 32,-1 0-64,-19 0 64,21-19-32,-21 19-32,19 0-32,-18 0 64,19 0-64,-19 0 32,-3 0 0,3 0-32,19 0 64,-19 0-32,-2 0 32,21 0-32,-20 0 0,-19 0 0,19 0 0,0 0 0,-1 0-32,-19 19 64,21-19-128,-1 0 96,1 0-64,-1 0 64,0 0 0,-1 0-32,22 0 64,-21 0-32,21 0 64,-23 0-128,23 0 64,0 0 64,-3 0-64,23 0 64,-22 0-96,22 0 96,-2 0-64,2 0 64,-2-19 32,1 19 0,20 0 96,-21-20 32,2 20 33,-2-20 31,1 20-128,-41-20-96,2 20-32,-1 0-32,-40 0-608,-18 0-674,-23 0-1312,-18 20-3844</inkml:trace>
  <inkml:trace contextRef="#ctx0" brushRef="#br1" timeOffset="96189.5">6352 10214 5925,'0'0'1057,"0"-21"0,-20 21-32,20 0-256,0 0 352,0 0 32,0 0-544,0 0-353,0 0 96,0 21 385,0-21 32,20 0-289,-2 0-160,23 20-128,-21-20 33,0 0 31,19 19-96,1-19-32,-1 0-32,1 20-32,19-20 97,1 0-33,-1 20 32,2-20-32,18 0-64,20 0 96,0 0-96,1 0 32,19-20 0,19 20-64,1 0 64,1-20-96,-2 20 129,2 0 31,-1-19-32,19 19 96,0-20-96,2 20-96,-2 0 96,2-21-96,18 21 129,-20-19-161,22-1 0,-22 20 32,21-20 0,0 20-96,-21 0 128,21-19-32,-20 19-32,20 0 0,-21 0 0,2 0 0,-2 0 32,1 0-32,0 0 0,-20 19 32,19-19-64,-18 0 128,18 0-128,-19 20 64,1-20 0,-2 0 0,1 0 64,-19 0-96,18 0 64,-19 0-32,1 0-32,-21 0 0,0 0 32,0 0-96,-20 0 64,0 0-64,-18 0 64,-21 0-32,-1 0-256,-19 0 480,0 0-609,-20 0-159,0 0-225,-20 20-256,0-20-769,0 0-1793</inkml:trace>
  <inkml:trace contextRef="#ctx0" brushRef="#br1" timeOffset="97986.6">3512 6637 8456,'-19'0'512,"19"0"-544,0 0 64,-20 0 96,0 0 545,-1 0 384,1 0-417,-18 0-159,17 0-129,-19 0 257,1 0 31,-21-19-319,1 19-129,-20 0-128,18 0 0,-38 0 32,20 0-96,-20 0 0,0 0 0,-1 0 96,-19 19-96,0-19 0,1 0 0,37 0 0,2 0 64,20 0-32,-1 0 32,-39 0-64,-1 0 0,-19 0 0,20 19 32,0-19-32,19 0-32,1 0 128,19 21-96,1-21 64,0 0-96,19 0 64,0 0 0,1 19 0,19-19-64,-1 0 64,1 21 65,20-2 63,-18-19-128,-2 20 32,20 20-32,0-20-32,0 19 0,0 21 0,0-1-32,20 1-64,-20-1 64,0 21 0,18 0 32,2 19-96,-20 0 160,21 1-32,-1 19-32,0 0 32,-1 0-32,1 20 64,0 0-64,0 20 32,19-19-32,-19-2 32,0 22 32,20-2 64,-21 1 192,1-19-160,0 18 1,21 2-1,-21-1-64,18 0 96,-17-20-96,-1 20 64,0-20-64,19 0-32,-19 20 97,0-20-97,0 0 0,-1-19 0,1 19-64,-20-20 64,20 0-64,0 0 0,0 1-32,-1-21 32,1-20-32,-20 1 32,20-2 0,0 3 32,-20-22 0,21 1-32,-21-21 64,18 21-32,-18-20 32,20-1-32,1-18 0,-1 18 64,0-19-96,19-1 32,-19-19-64,20 0 64,19 0 0,-19 21 0,19-21-32,2 0 64,18 0-64,0 20 0,40-20-160,1 0 416,-3 0-160,23 0-31,20 0 159,-22 20-128,40-20 32,2 0 32,-2 0 0,20-20-128,1 20-32,-1 0 0,1 0 32,-1 0-64,-20-20 32,-18 20 0,-2 0-192,-18 0-96,-21-21-257,-20 21-800,-40 0-1378,2-19-7206</inkml:trace>
  <inkml:trace contextRef="#ctx0" brushRef="#br1" timeOffset="99030.66">4009 9856 1377,'19'0'2178,"-19"-20"-769,0 20-288,0 0 193,0 0 63,0 0-384,0 0-321,0-20-95,-19 20-193,19 0-63,0 0 127,-20 0 97,20 0-193,-20 0-96,20 0-64,-20 0-96,0 0 0,20 20 33,-19-20 63,-1 0 64,0 0 0,-1 0-32,-17 20-127,18-20-1,-21 20 0,-18-1-32,-1 2-64,1-2-96,-20 1-96,-20 20-97,-1 0 97,1-1-32,-20 2-32,20-2 192,-1 0 64,-19 2-32,20-2 96,0-19 128,-1 20 64,1-20-160,20-1-96,-2 2 0,43-2 32,-23 1 0,43-20-32,-2 20 64,-1-20-64,1 0 0,0 20-64,0-20 96,1 20-32,-1-1-256,0-19 64,0 21 128,0-2 128,1 1-64,-1-20 32,0 21 0,-21-2 128,3 1 32,-3 0 96,3-20 1,17 19-129,-19-19-32,20 21-64,-19-21 0,19 20 96,0-20 0,20 0-96,-20 19-31,20-19-1,-19 0 32,19 0-32,0 0 32,0 0-128,0 0 160,0 0-64,0 0 0,0 0-64,0 0-224,0 0-513,0 0-769,0 0-1376,-20 0-3140</inkml:trace>
  <inkml:trace contextRef="#ctx0" brushRef="#br1" timeOffset="99903.71">5418 12101 12043,'-60'-39'1473,"40"19"-63,-19 0-97,19 20 160,0 0-224,0-20-480,1 20-192,-1 0-321,20 0 0,20 20-192,-1 0 289,1 0-97,40-1 160,-21 21-256,21 0 129,-1-20 95,2 19-256,-22 1 32,21 0 0,-41-21-192,1 1 96,20 1-31,-20-2 31,-1 1-64,1 0 192,0-1-192,0 2 32,-20-21 96,0 20-32,0 0 0,0-1 0,-20 21 32,0-20 32,-19 0-31,-1 20-33,0-21-96,1 21 0,-22-20-193,23 20-255,-23-1-321,2 2-288,19-2-224,-19 1-833,19-20-1473,20 0-8072</inkml:trace>
  <inkml:trace contextRef="#ctx0" brushRef="#br1" timeOffset="101281.79">6589 11605 15246,'-39'0'705,"39"0"95,-20 0 65,20 0-256,20 0 127,19 0 129,1 0-416,19 0-65,20 0-160,20-20-224,-18 0-32,-2 20 32,0-20-288,-18 20-257,-2 0-512,-39 0-672,18 0-1442,-38 0-3459</inkml:trace>
  <inkml:trace contextRef="#ctx0" brushRef="#br1" timeOffset="101527.8">7125 11605 928,'-59'59'8841,"39"-39"-7944,20 20-129,0 0-95,0 19-321,20-19-224,-1 20-96,1-22 0,21 23 33,-21-21-1,-2-1 448,-18 21 33,0-21 448,0 1-1,-18 0 194,-2-20-193,-1-1-193,1 1-63,-19-20-289,19 21-255,-20-21-193,20 0-449,-19 0 97,19 0-705,0 0-1057,20-21-1730</inkml:trace>
  <inkml:trace contextRef="#ctx0" brushRef="#br1" timeOffset="101873.82">7463 12161 15214,'-20'0'865,"20"0"-737,0-20 1249,20 20-96,19 0-320,-19-20-544,21 0-321,-3 20-32,-18-20-128,21 20-225,-23 0-543,3-19-546,-1 19-736,-20 0-672,0 0-2371</inkml:trace>
  <inkml:trace contextRef="#ctx0" brushRef="#br1" timeOffset="102204.84">7522 11883 3203,'0'-20'3331,"0"20"-2499,0 0 1315,0-20 255,0 20-609,0 20-1056,0-20 352,0 39 96,-20-18-256,20 17-288,0 3-353,0 19-160,20-21-160,-20 21 0,20-21-448,-20 1 255,21-20-447,-3 0-481,2 0-673,0-20-1922</inkml:trace>
  <inkml:trace contextRef="#ctx0" brushRef="#br1" timeOffset="102514.86">7761 12200 15086,'0'20'160,"19"-20"-833,1 0 865,0 0 577,0-20 288,0 20-865,0-19-96,-1 19 65,-19-20-33,0 20-64,0 0-224,-19-20-161,-1 20 257,0 0 0,0 0 96,0 0 64,0 0-64,1 20 64,19 0-63,0-1 127,0 1 32,19 0-192,1 0-224,20 20-705,-20-40-769,19 19-704,-19-19-2819</inkml:trace>
  <inkml:trace contextRef="#ctx0" brushRef="#br1" timeOffset="102759.87">8138 12181 13196,'-41'-20'961,"3"20"320,18 0-128,-1 20-448,1-20-545,20 19-160,0 1-32,20 0-128,1 0-353,-1 0 65,18 0 128,3-20 159,-21 19 65,0 1 96,-1-20 64,-19 0 257,0 21 223,0-21-223,-19 19-257,-1-19-417,0 0-928,0 0-2627</inkml:trace>
  <inkml:trace contextRef="#ctx0" brushRef="#br1" timeOffset="102918.88">8257 12181 12619,'39'0'1282,"-19"0"-225,0 0-32,0 0-609,19 0-224,-19 0-672,0-20-1538,1 20-1666,-1-20-5060</inkml:trace>
  <inkml:trace contextRef="#ctx0" brushRef="#br1" timeOffset="103084.89">8415 11982 11979,'-20'20'1762,"20"0"63,0 0 449,0 39-384,0-19-641,0 19-352,0 1-737,20-20-320,-20-1-641,20-18-544,1-2-961,-21 1-2851</inkml:trace>
  <inkml:trace contextRef="#ctx0" brushRef="#br1" timeOffset="103495.91">8812 11465 12555,'0'21'737,"-18"-2"-128,-3 21-161,21 20 257,-20-1 352,20 1 64,-20 19-352,20 1-193,0-21-31,0 21-257,0-1-480,20-19-385,21-21-1120,-3 1-2019,3-20-5861</inkml:trace>
  <inkml:trace contextRef="#ctx0" brushRef="#br1" timeOffset="103920.93">9130 11664 14573,'-39'40'385,"19"0"-385,0 19-32,20 1 64,0 0 352,20-1 129,19-19-513,1 19-481,0-39-63,19 20 95,0-40 289,2 0 128,-2-20 128,-19 0 160,-20-19 417,0-1-32,-1 0-129,-38 19 385,19-17-321,-40-22-480,0 20-63,1 0-642,-22 1-416,2 19 512,-1 20 513,21 0 97,-1 20 31,40 19-128,0-19 0,20 0 0,20 20 288,-1-20 64,22-20 65,-2 0-161,-1 0-192,3 0-224,-21 0-289,-1 0-640,1 0-1441,-40-20-3332</inkml:trace>
  <inkml:trace contextRef="#ctx0" brushRef="#br1" timeOffset="104151.95">9468 11465 14669,'20'-40'1826,"0"40"-961,-1 21 416,21-2-128,19 21-160,-19 0-256,19 0-64,2 20-193,-22 19-96,-19 0-416,0-19 64,-20 19-32,0-19 32,0 0-192,-20-21 96,0 1-192,-19 0-193,19-40-479,-1 19-610,1-19-2626</inkml:trace>
  <inkml:trace contextRef="#ctx0" brushRef="#br1" timeOffset="104764.99">10798 11883 15118,'0'-20'480,"0"0"-448,0 20 160,0 20 737,0 0-64,0-1-320,-20 21-225,20 0-352,0 0 128,0 19-96,20-19-32,0-20 96,-1 20-160,1-40 192,0 0 0,0 0 0,0-20 0,19 0-32,-19-20-64,1 20 0,-21-19-64,20-1-128,-20 20-160,0-1 64,0 21-129,0 0-287,0 0-97,0 0 673,18 21 64,2 19 64,1-20-32,-1 0 96,0-1 160,-1 1 96,1-20 193,0 0 31,0 0-288,0 0-352,-20 0 0,0-20-544,20 1-481,-20-1-769,0 20-224,0-20-1025,19 0-2467</inkml:trace>
  <inkml:trace contextRef="#ctx0" brushRef="#br1" timeOffset="104931">11414 11923 14926,'0'38'608,"0"-17"-1088,20-21-193,-20 20 449,18 0 160,-18 0-96,21-20-673,-21 20 384,0-20-223,20 0-866,-20-20-447,0 20-3621</inkml:trace>
  <inkml:trace contextRef="#ctx0" brushRef="#br1" timeOffset="105075">11452 11605 14765,'0'-40'961,"0"20"-961,0 1-1057,0-2-1761,21 2-1891</inkml:trace>
  <inkml:trace contextRef="#ctx0" brushRef="#br1" timeOffset="105335.02">11592 11366 16047,'0'80'768,"0"-21"-191,20 1 416,-20 0 352,20 19-960,-1 20-417,1-39-321,0 19-416,0-19 65,0-20-97,-1-20-64,1-1 64,0-19 193,-20 0-97,0-19-288,0-1-256,0-20 929,0-1 256,0 3 160,0-22-128,-20-20-737,20 21-3523</inkml:trace>
  <inkml:trace contextRef="#ctx0" brushRef="#br1" timeOffset="105465.03">11750 11446 13388,'20'40'2819,"0"0"-1218,0 19-191,-20 1 287,21 19-287,-3-20-738,2 1-480,1-1-288,-1-19-512,0 0-834,-20 0-640,18-20-2081</inkml:trace>
  <inkml:trace contextRef="#ctx0" brushRef="#br1" timeOffset="106677.1">12981 11267 10153,'-19'-20'1217,"-1"20"-480,20 0-577,0 20 96,0 19 577,20 1 0,-20 39-321,19 1-319,1 0-33,0-1 32,0 1-32,1-21-32,-21 1 385,18-40 255,-18-1 1,0-19-96,20 0 31,1 0-127,-1-19-417,18-1-416,3-20-513,-1 20-160,-1 20 257,1 0 63,-1 20 353,-19 0 256,0 0 128,-20 19 192,-20 1 193,0 0 191,-19 0-63,-1-20-321,1 0-288,-1-1-96,-1-19 0,23 0-640,-2 0-834,20-19-1953,20 19-6150</inkml:trace>
  <inkml:trace contextRef="#ctx0" brushRef="#br1" timeOffset="107001.12">13459 11902 13452,'18'40'3812,"-18"-40"-3396,0 0 705,0 19-32,20-19-224,0-19-416,21 19-161,-23-19 128,23-2-160,-21 2-95,0-1-97,-20 20-64,0-20-128,-20 0-1,0 0-31,-1 20 0,1 0 64,2 0-32,-2 0 128,-1 20 128,21 20-224,0-20 256,0 20 0,21-21 32,-1 0-95,-2 22-97,23-41 96,-1 20-160,-1-20 128,1 0-417,0 0-191,-21 0-801,1-20-1794,0 0-10378</inkml:trace>
  <inkml:trace contextRef="#ctx0" brushRef="#br1" timeOffset="107456.14">14807 11724 15342,'0'-60'1441,"0"21"-223,-18 19 95,-2 0-641,-1 20-191,1 0-353,0 0-128,1 20-32,-21 0-32,40 19 128,-20 1-448,20 0 576,20-1-192,20-19-128,-21 0 160,21 20-96,1-40 128,-3 20-32,-17-1-32,-1 2 0,-20-2 0,-20-19 64,-1 19-96,-17 2-96,-3-21-97,1 20-159,1-20-289,-1 0-544,20 0-1633,20 0-4646</inkml:trace>
  <inkml:trace contextRef="#ctx0" brushRef="#br1" timeOffset="107903.17">15086 11803 11723,'-20'80'224,"0"-40"-64,20-2 449,-20 3 191,20-21-447,0-20 287,0 0 834,0 0 127,20-20-736,-20 0-256,0-1-161,20 2-160,-20-21-192,20 21-192,-1-1 0,1 0 96,0 0-288,0 0 160,-20 20-32,21 20 128,-3-20 192,-18 40 32,0-20-288,0 20 160,20-21 0,-20 0 64,0 2 32,0-1-192,20-20 352,-20 0 33,21-20-1,-21-1-288,20 21 64,0-19-224,-1 0 0,1-2 0,0 21 32,0-19 0,-20 19-64,20 19-64,-20-19-97,0 40 193,0-21-96,0 2-384,0-1-481,19-20-1089,1 20-1410,0-20-5188</inkml:trace>
  <inkml:trace contextRef="#ctx0" brushRef="#br1" timeOffset="108646.21">15702 11883 14157,'-20'-20'2562,"-21"0"-1377,21 20 161,-19 0-770,-1 20-384,20 0-480,1-1 448,19 21-160,0-21-96,0 22-64,39-21-288,-19 0 416,21-20-417,-3 0 609,-17-20-192,-1 0 545,-20 0 224,20-1 31,-20 2-127,-20-21-449,20 21-192,-20-1-96,-1 20 32,1-20-192,20 20 31,0 20 65,0 0 0,20-20 128,1 19-160,-1 21 32,18-40 64,3 19 64,-21-19 0,19 0 96,1 0 160,-20-19 224,0 0 289,-20-21-128,0 0-97,0 0-128,0-19-223,-20-21-129,20 1-225,-20-1-447,-20 0-289,21 21-384,-1-1-257,0 41 898,20 19 287,-20 19 161,20 21 608,20 39 289,-20-18 128,20 38-129,0-20-63,19 1-385,-19-1-192,20 0-32,-1-39-352,1 0 160,-1-20 128,1-20 320,1-20 224,-3-1 33,-17-17 63,19-2-159,-20 0 127,-1-20-63,-19 1-129,20-20-224,-20-1-160,0 1-128,0-1-545,-20 20-256,1 1 97,19 39 607,-20 20 353,0 20-224,20 19 288,-20 21 193,20 19 319,0 21 161,20-20-96,-20 19-64,20-20-673,0-19 384,19-1-416,-19-19-224,0-20-353,19 20-608,-19-40-385,0 20-1408,-20-20-6087</inkml:trace>
  <inkml:trace contextRef="#ctx0" brushRef="#br0" timeOffset="132461.57">11691 3178 7366,'-20'0'705,"20"0"320,0 0 32,0 0 641,0 0-417,20 0-576,-20 0-417,0 0-64,20 0-32,0 0 32,-1 0 1,1 0-33,0 0 0,21 0 32,-23 0 0,23 0-63,17-19 63,3 19-64,-2 0-128,1 0 64,-1-20-32,2 20 0,18 0 64,-20 0-96,1 0 97,-1 0-97,0 0 0,22-19 32,-23 19 0,22 0-32,-20 0 0,19 0 0,-20 0-32,22-21 0,-22 21-32,-1 0-32,3 0-32,-2 0 32,1 0-65,-1 21 97,0-21-64,22 0 0,-22 0 128,20 0-64,-19 19 32,19-19-96,-20 0 96,22 20 0,-22-20 0,20 0 0,-19 19 32,19-19-32,-20 0 32,20 21-32,2-21 0,-2 0 32,0 0-32,0 0 0,2 0 0,18-21 32,0 21-32,-20 0 0,20 0 32,1 0 0,-1-19 0,0 19 0,-20 0-64,41 0 32,-21 0-32,20-20 32,1 20-96,-1 0 96,-1-19 0,21 19 32,-19 0-32,-1-21 32,19 21 0,-19 0 32,21-20 0,-21 20 0,-1 0-64,-19 0-64,-18 0 64,-2 0-64,0 0-160,-39 0-545,-1 0-1152,-19 0-3140</inkml:trace>
  <inkml:trace contextRef="#ctx0" brushRef="#br0" timeOffset="134073.66">11513 5207 5957,'-20'19'1570,"20"-19"-641,-20 0 160,20 0-449,0 0 417,0-19 641,0 19-769,0 0-417,20 0-224,0 0 1,0 0-65,-1-21-96,1 21-96,20 0 32,-20 0-32,19 0-32,1 0 64,-1 0-32,21 0 160,-21 0-31,22-20-129,-2 20 32,1 0 0,-1 0-32,20 0-32,2 0 32,-2 0-32,20 0 64,-20 0-32,20-19-32,0 19 0,1 0 0,-1 0 0,20 0 32,1 0-64,-1-21 96,-1 21-64,1 0 32,1 0-32,-1 0-64,0-19 96,1 19 0,-2 0-32,21 0 0,-19 0-32,-1 0 64,19 0-32,-19 0-32,1 0 64,19 0-32,-1 0-32,-19 0-64,21 0 32,-21 0 64,19 0-32,-18 0 64,19 0-32,-1 0 0,2 0 0,-1 0 0,-1 0 0,2 0 32,18 0 32,2 0 32,-22-20 0,21 20 64,-21 0 64,2 0-128,-1 0-96,-39-20 0,-1 20-96,-20 0-384,-20 20-417,-19-20-833,-20 0-2209,-20 20-5446</inkml:trace>
  <inkml:trace contextRef="#ctx0" brushRef="#br0" timeOffset="137494.86">3572 8623 9609,'0'0'32,"-20"0"-321,20 0 257,0 0 449,0 0 800,0 0-641,20 0-63,-20 0 448,0 0-224,20 0-161,-20 0-31,19 0-161,1 0 32,-20 0-95,20 0-97,0 0-32,0 0-96,-1 0-32,1 0 0,0 0-32,0 0 0,21 0-32,-23 0 32,23 0-64,-1 0 64,-1 0 0,21 0 0,-21 0-64,21 0 32,-1-19 32,0 19 0,22 0 65,-22 0-33,20 0 64,0 0-64,2 0-64,-23 0 0,21 0 0,2 0 32,-2 0-32,20 0 0,-20 0 32,21 0 0,-1 0-32,0 0 32,-20 0 32,20 0 0,-18 0 32,-2 0-96,20 0 64,-20 0-32,0 0-32,1 0 0,0 0 0,-1 19 0,20-19 0,-19 0 32,19 0-32,-20 0 0,20 0 32,0 0-32,0 0 32,-18 0-32,18 0 0,1 0 96,-1 0-64,0 0-64,-20 0 128,20 0-160,0 0 128,1 21-96,-1-21 0,0 0 64,0 0 0,1 0 0,-1 0-128,0 0 192,20 0-96,-19 0 0,-1 19-32,20-19 64,-20 0-32,1 0 0,-1 21 65,20-21-97,1 0 32,-3 0 0,3 0 32,-1 0 0,1 0-32,-1 0 0,0 0-32,-1-21 64,-19 21-32,21 0 0,-1 0 0,-20 0 0,1 0-32,-1 0 64,-20 0-129,1 0-319,-41 0-353,2 0-288,-21 21-736,-2-21-2083</inkml:trace>
  <inkml:trace contextRef="#ctx0" brushRef="#br0" timeOffset="138464.91">18798 7868 13869,'20'-19'993,"-20"19"-513,0 0-448,0 19 481,0 1 415,0 40-159,0-21-384,0 41-65,0-20-288,-20 20 0,20-21-32,20 1-192,0 0-577,-20-21-1025,39 0-896,-19-18-3492</inkml:trace>
  <inkml:trace contextRef="#ctx0" brushRef="#br0" timeOffset="138767.93">19195 8266 11498,'-39'40'1634,"19"-20"-1666,20-1 32,-20 22 64,20-2 160,20 0 64,0-18-256,19-1 33,1-20 63,-1 19 224,1-19-64,0-19-64,-21-1 1,21-1 319,-40-18 129,21 19-161,-21-20 33,-21 1 31,1 19-191,-19 0-257,-1 0-192,20 0 64,0 20-192,-19 0-929,39 20-1410,0 0-2434</inkml:trace>
  <inkml:trace contextRef="#ctx0" brushRef="#br0" timeOffset="139171.96">19513 8326 12491,'0'0'769,"0"0"640,0 0-512,0 0-737,0 19-31,0 1-129,0 1 0,0-2-65,20 1-95,0 0-96,0-1 128,-1-19 128,-19 0-32,20 0 160,0 0-64,0 0-64,-20 0-32,20-19-192,-20 19-257,0-20 129,0 20-96,19 0-705,-19 0 416,0 0 737,20 20 224,0-1 192,0 2 65,0-21 160,19 20-1,-19-20 33,21 0 192,-23 0 512,2-20-96,-20-1-512,21 2-417,-21-21-288,0 21-64,-21-22-512,1 22-417,2-21-961,18 20-1345,-20 20-5605</inkml:trace>
  <inkml:trace contextRef="#ctx0" brushRef="#br0" timeOffset="139719.99">20624 8246 4964,'0'-20'5958,"0"20"-4837,0 0 96,0 0 64,0 0-160,20 20 129,0 20-578,1 0-416,-3-1-127,23-18 31,-21 18 192,18-19 193,-17-1 63,19 2 129,-20-21 192,-1 0-97,-19-21-191,20 2-225,-20-1-223,0-19-129,0-2-64,0 2-385,-20 19-415,20 0-546,0 0-383,0 0-1570,0 20-10282</inkml:trace>
  <inkml:trace contextRef="#ctx0" brushRef="#br0" timeOffset="140233.01">21300 8345 19250,'0'-39'448,"-20"19"-384,0 0 257,0 0-33,-19 0-128,19 20-160,0 0-160,-21 0 64,23 40 64,-2-20-32,20 20-32,0-1-1,20-18-31,-2 18 0,2-19 128,1-1 64,19 2-64,-1-21 64,-19 0-32,0 0 64,0-21-64,-1 21 33,1-19-1,-20-21-128,0 21-33,0-2-127,0 1-673,-20 1-352,20 19 288,0 0 257,0 0 191,0 19 321,0-19 160,20 41 32,-20-22 0,20 1 96,0 0-32,0-20 0,19 19 96,-39-19 161,20 0 287,-20 0 289,0-19-417,0-1-159,0 0 63,-20-20-256,20 20-128,0-19-160,0 19-513,0 0-223,0 20-193,20-20 160,21 20 192,-23 20-192,2-20-1089,21 0-2242</inkml:trace>
  <inkml:trace contextRef="#ctx0" brushRef="#br0" timeOffset="140362.02">21677 8326 13965,'0'19'160,"0"1"-64,0 1-32,0-21 0,20 39-608,-1-39-1602,1 20-2627</inkml:trace>
  <inkml:trace contextRef="#ctx0" brushRef="#br0" timeOffset="140507.03">21716 8186 11691,'0'-39'1121,"20"39"-3171,0 0 1217,-20-20 641,20 20-1025</inkml:trace>
  <inkml:trace contextRef="#ctx0" brushRef="#br0" timeOffset="141077.06">21975 8286 13068,'-21'0'0,"1"0"64,2 0 384,-3 20-352,1 0-128,0-1-384,20 1-161,0 1 33,0-2-97,0 1-255,40 0 383,-19-20 513,17 0 160,-17 0 160,19-20 321,-22 20 160,3-20 224,-1-20-224,-20 20-321,0 1-288,0-1-160,-20 0-96,20 0 0,-21 0-96,21 20 96,0 0-160,0 20 192,0 0 320,21 0-224,-21 0-32,20 19-32,0-18 0,0-2 32,-1 1-32,-19 0 32,20-20 96,-20 0 513,0 0 512,0 0-32,0 0-865,-20-20 0,20 20-127,0-20-65,20 1-64,-20-2-64,20 1 32,0 20 32,0-19-32,-20 19 32,19 0 96,1 0 256,0 0 0,0 19 33,-20-19-65,20 20-128,-20-20-192,0 21 64,19-2-64,-19 1-480,0 0-449,0-1-641,20-19-640,-20 21-1441,20-21-5606</inkml:trace>
  <inkml:trace contextRef="#ctx0" brushRef="#br0" timeOffset="141495.09">22511 8286 9673,'-20'-20'576,"20"20"737,0 20 1154,0 0-1378,-20 0-641,20-1-192,0 22-31,0-22-129,20 21 0,0-21-128,-1 22-96,1-41 32,20 19 96,-1-19 0,-19 0 128,20-19 224,1 19 289,-3-20 256,3-1-129,-21 2-63,-20-21-545,0 21-128,0-2-160,-41 1-160,21 1-257,-18 19 161,17 0 288,1 0 160,0 39 32,0-18 96,20 18 160,20 0 97,0 2-1,21-22 65,17 21-161,1-20-192,2 0-32,-2-20-32,-19 19-31,-1-19-65,-19 0-417,0 0-1248,-20-19-3781</inkml:trace>
  <inkml:trace contextRef="#ctx0" brushRef="#br0" timeOffset="145195.3">19235 4630 15983,'-20'0'993,"20"0"-225,0 0-63,0 0-225,20 0 545,19 0-256,21 0-513,19 0-128,0 0-63,2 0 31,-2 0-32,-20-21-96,1 21-353,-21 0-351,2 0-482,-41 0-1056,0 0-1217,0 0-3460</inkml:trace>
  <inkml:trace contextRef="#ctx0" brushRef="#br0" timeOffset="145484.31">19492 4451 11370,'0'0'481,"0"0"-321,0 0 545,-18 0-481,-22 20-128,-1-1 160,-18 1-32,-1 20 129,1-20 287,0 19 353,19-18 0,-1-2-288,41-19-257,-18 20-224,36 0 129,23-1 127,-1 2-224,19-1-127,20-1-802,-19 2-961,-1-2-1953</inkml:trace>
  <inkml:trace contextRef="#ctx0" brushRef="#br0" timeOffset="146211.36">23722 7789 14637,'20'0'1089,"-20"0"-608,0 0-97,0 0 1090,0 0 159,0 0-1056,0 0-513,0 0-192,-20 0 128,0 20 32,-1 0 0,-17 0-32,-3 19 32,-18 1-32,19-20 32,0 19 96,1 2-224,-1-22 192,-1 21-96,3-20 0,18 0-224,-1-20-545,21 20-801,-20-20-800,20 0-1698</inkml:trace>
  <inkml:trace contextRef="#ctx0" brushRef="#br0" timeOffset="146492.37">23325 7908 14862,'-20'0'1345,"20"0"-1345,-20 0-32,20 0 160,-21 20 192,1 0 1,2 19-129,-3-18 128,21 18 193,0 1 127,0-20-95,0 0-65,0 0-128,21 0 129,17-1-193,-17-19 161,19 21-225,-22-21-64,3 0-160,19 0-352,-20 0-834,19 0-1312,1 0-3171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08008F-8C0F-4F63-86DC-E7B67385E4BD}" type="datetimeFigureOut">
              <a:rPr lang="en-US" smtClean="0"/>
              <a:pPr/>
              <a:t>3/3/2020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38DAD-5F37-4EA5-A798-26ED1E4539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1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24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43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49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4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86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05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63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92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505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2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60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75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4199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2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333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5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415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30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3069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168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8770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4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731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1311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615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319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451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144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246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0806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196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5616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1860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317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3836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611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16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75231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239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70839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959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0561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804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2903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657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90631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24269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97082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869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13394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42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3833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80448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5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1676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72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293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vertLeftWhite2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2918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8346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490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420624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85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9372599" y="666750"/>
            <a:ext cx="137056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</a:rPr>
              <a:t>Template</a:t>
            </a:r>
          </a:p>
          <a:p>
            <a:r>
              <a:rPr lang="en-US" sz="1400" dirty="0">
                <a:solidFill>
                  <a:prstClr val="black"/>
                </a:solidFill>
              </a:rPr>
              <a:t>block2x2White1</a:t>
            </a:r>
          </a:p>
          <a:p>
            <a:endParaRPr lang="en-US" sz="1400" dirty="0">
              <a:solidFill>
                <a:prstClr val="black"/>
              </a:solidFill>
            </a:endParaRPr>
          </a:p>
          <a:p>
            <a:r>
              <a:rPr lang="en-US" sz="1400" dirty="0">
                <a:solidFill>
                  <a:prstClr val="black"/>
                </a:solidFill>
              </a:rPr>
              <a:t>Ordering of</a:t>
            </a:r>
            <a:r>
              <a:rPr lang="en-US" sz="1400" baseline="0" dirty="0">
                <a:solidFill>
                  <a:prstClr val="black"/>
                </a:solidFill>
              </a:rPr>
              <a:t> </a:t>
            </a:r>
          </a:p>
          <a:p>
            <a:r>
              <a:rPr lang="en-US" sz="1400" baseline="0" dirty="0">
                <a:solidFill>
                  <a:prstClr val="black"/>
                </a:solidFill>
              </a:rPr>
              <a:t>buttons is</a:t>
            </a:r>
            <a:r>
              <a:rPr lang="en-US" sz="1400" dirty="0">
                <a:solidFill>
                  <a:prstClr val="black"/>
                </a:solidFill>
              </a:rPr>
              <a:t>:</a:t>
            </a:r>
          </a:p>
          <a:p>
            <a:r>
              <a:rPr lang="en-US" sz="1400" dirty="0">
                <a:solidFill>
                  <a:prstClr val="black"/>
                </a:solidFill>
              </a:rPr>
              <a:t>13</a:t>
            </a:r>
          </a:p>
          <a:p>
            <a:r>
              <a:rPr lang="en-US" sz="1400" dirty="0">
                <a:solidFill>
                  <a:prstClr val="black"/>
                </a:solidFill>
              </a:rPr>
              <a:t>24</a:t>
            </a:r>
          </a:p>
        </p:txBody>
      </p:sp>
      <p:pic>
        <p:nvPicPr>
          <p:cNvPr id="13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01168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" descr="C:\Users\Tarun Singh\Desktop\whiteRadio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931920"/>
            <a:ext cx="254471" cy="25603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3/3/2020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47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13" Type="http://schemas.openxmlformats.org/officeDocument/2006/relationships/image" Target="../media/image8.png"/><Relationship Id="rId18" Type="http://schemas.openxmlformats.org/officeDocument/2006/relationships/chart" Target="../charts/chart1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7.png"/><Relationship Id="rId17" Type="http://schemas.openxmlformats.org/officeDocument/2006/relationships/image" Target="../media/image12.png"/><Relationship Id="rId2" Type="http://schemas.openxmlformats.org/officeDocument/2006/relationships/tags" Target="../tags/tag7.xml"/><Relationship Id="rId16" Type="http://schemas.openxmlformats.org/officeDocument/2006/relationships/image" Target="../media/image11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6.png"/><Relationship Id="rId5" Type="http://schemas.openxmlformats.org/officeDocument/2006/relationships/tags" Target="../tags/tag10.xml"/><Relationship Id="rId15" Type="http://schemas.openxmlformats.org/officeDocument/2006/relationships/image" Target="../media/image10.png"/><Relationship Id="rId10" Type="http://schemas.openxmlformats.org/officeDocument/2006/relationships/image" Target="../media/image5.png"/><Relationship Id="rId4" Type="http://schemas.openxmlformats.org/officeDocument/2006/relationships/tags" Target="../tags/tag9.xml"/><Relationship Id="rId9" Type="http://schemas.openxmlformats.org/officeDocument/2006/relationships/slideLayout" Target="../slideLayouts/slideLayout47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tags" Target="../tags/tag15.xml"/><Relationship Id="rId16" Type="http://schemas.openxmlformats.org/officeDocument/2006/relationships/image" Target="../media/image17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Layout" Target="../slideLayouts/slideLayout47.xml"/><Relationship Id="rId5" Type="http://schemas.openxmlformats.org/officeDocument/2006/relationships/tags" Target="../tags/tag18.xml"/><Relationship Id="rId15" Type="http://schemas.openxmlformats.org/officeDocument/2006/relationships/image" Target="../media/image16.png"/><Relationship Id="rId10" Type="http://schemas.openxmlformats.org/officeDocument/2006/relationships/tags" Target="../tags/tag23.xml"/><Relationship Id="rId19" Type="http://schemas.openxmlformats.org/officeDocument/2006/relationships/image" Target="../media/image20.png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26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tags" Target="../tags/tag30.xml"/><Relationship Id="rId7" Type="http://schemas.openxmlformats.org/officeDocument/2006/relationships/image" Target="../media/image27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2.png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4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tags" Target="../tags/tag33.xml"/><Relationship Id="rId21" Type="http://schemas.openxmlformats.org/officeDocument/2006/relationships/image" Target="../media/image38.png"/><Relationship Id="rId7" Type="http://schemas.openxmlformats.org/officeDocument/2006/relationships/tags" Target="../tags/tag37.xml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tags" Target="../tags/tag32.xml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28.png"/><Relationship Id="rId5" Type="http://schemas.openxmlformats.org/officeDocument/2006/relationships/tags" Target="../tags/tag35.xml"/><Relationship Id="rId15" Type="http://schemas.openxmlformats.org/officeDocument/2006/relationships/image" Target="../media/image32.png"/><Relationship Id="rId10" Type="http://schemas.openxmlformats.org/officeDocument/2006/relationships/slideLayout" Target="../slideLayouts/slideLayout47.xml"/><Relationship Id="rId19" Type="http://schemas.openxmlformats.org/officeDocument/2006/relationships/image" Target="../media/image36.png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image" Target="../media/image31.png"/><Relationship Id="rId22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slideLayout" Target="../slideLayouts/slideLayout47.xml"/><Relationship Id="rId18" Type="http://schemas.openxmlformats.org/officeDocument/2006/relationships/image" Target="../media/image43.png"/><Relationship Id="rId3" Type="http://schemas.openxmlformats.org/officeDocument/2006/relationships/tags" Target="../tags/tag42.xml"/><Relationship Id="rId21" Type="http://schemas.openxmlformats.org/officeDocument/2006/relationships/image" Target="../media/image46.png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17" Type="http://schemas.openxmlformats.org/officeDocument/2006/relationships/image" Target="../media/image28.png"/><Relationship Id="rId2" Type="http://schemas.openxmlformats.org/officeDocument/2006/relationships/tags" Target="../tags/tag41.xml"/><Relationship Id="rId16" Type="http://schemas.openxmlformats.org/officeDocument/2006/relationships/image" Target="../media/image42.png"/><Relationship Id="rId20" Type="http://schemas.openxmlformats.org/officeDocument/2006/relationships/image" Target="../media/image45.png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image" Target="../media/image41.png"/><Relationship Id="rId23" Type="http://schemas.openxmlformats.org/officeDocument/2006/relationships/image" Target="../media/image48.png"/><Relationship Id="rId10" Type="http://schemas.openxmlformats.org/officeDocument/2006/relationships/tags" Target="../tags/tag49.xml"/><Relationship Id="rId19" Type="http://schemas.openxmlformats.org/officeDocument/2006/relationships/image" Target="../media/image44.png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image" Target="../media/image40.png"/><Relationship Id="rId22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7" Type="http://schemas.openxmlformats.org/officeDocument/2006/relationships/image" Target="../media/image51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slideLayout" Target="../slideLayouts/slideLayout4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image" Target="../media/image32.png"/><Relationship Id="rId18" Type="http://schemas.openxmlformats.org/officeDocument/2006/relationships/image" Target="../media/image56.png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31.png"/><Relationship Id="rId17" Type="http://schemas.openxmlformats.org/officeDocument/2006/relationships/image" Target="../media/image55.png"/><Relationship Id="rId2" Type="http://schemas.openxmlformats.org/officeDocument/2006/relationships/tags" Target="../tags/tag56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30.png"/><Relationship Id="rId5" Type="http://schemas.openxmlformats.org/officeDocument/2006/relationships/tags" Target="../tags/tag59.xml"/><Relationship Id="rId15" Type="http://schemas.openxmlformats.org/officeDocument/2006/relationships/image" Target="../media/image53.png"/><Relationship Id="rId10" Type="http://schemas.openxmlformats.org/officeDocument/2006/relationships/image" Target="../media/image29.png"/><Relationship Id="rId19" Type="http://schemas.openxmlformats.org/officeDocument/2006/relationships/image" Target="../media/image57.png"/><Relationship Id="rId4" Type="http://schemas.openxmlformats.org/officeDocument/2006/relationships/tags" Target="../tags/tag58.xml"/><Relationship Id="rId9" Type="http://schemas.openxmlformats.org/officeDocument/2006/relationships/image" Target="../media/image28.png"/><Relationship Id="rId14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tags" Target="../tags/tag64.xml"/><Relationship Id="rId7" Type="http://schemas.openxmlformats.org/officeDocument/2006/relationships/chart" Target="../charts/chart3.xml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2.png"/><Relationship Id="rId4" Type="http://schemas.openxmlformats.org/officeDocument/2006/relationships/slideLayout" Target="../slideLayouts/slideLayout47.xml"/><Relationship Id="rId9" Type="http://schemas.openxmlformats.org/officeDocument/2006/relationships/chart" Target="../charts/char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640.png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image" Target="../media/image64.png"/><Relationship Id="rId5" Type="http://schemas.openxmlformats.org/officeDocument/2006/relationships/image" Target="../media/image50.png"/><Relationship Id="rId10" Type="http://schemas.openxmlformats.org/officeDocument/2006/relationships/image" Target="../media/image67.png"/><Relationship Id="rId4" Type="http://schemas.openxmlformats.org/officeDocument/2006/relationships/image" Target="../media/image63.png"/><Relationship Id="rId9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tags" Target="../tags/tag69.xml"/><Relationship Id="rId7" Type="http://schemas.openxmlformats.org/officeDocument/2006/relationships/image" Target="../media/image69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slideLayout" Target="../slideLayouts/slideLayout47.xml"/><Relationship Id="rId10" Type="http://schemas.openxmlformats.org/officeDocument/2006/relationships/image" Target="../media/image72.png"/><Relationship Id="rId4" Type="http://schemas.openxmlformats.org/officeDocument/2006/relationships/tags" Target="../tags/tag70.xml"/><Relationship Id="rId9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78.png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77.png"/><Relationship Id="rId17" Type="http://schemas.openxmlformats.org/officeDocument/2006/relationships/image" Target="../media/image79.png"/><Relationship Id="rId2" Type="http://schemas.openxmlformats.org/officeDocument/2006/relationships/tags" Target="../tags/tag72.xml"/><Relationship Id="rId16" Type="http://schemas.openxmlformats.org/officeDocument/2006/relationships/chart" Target="../charts/chart8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image" Target="../media/image76.png"/><Relationship Id="rId5" Type="http://schemas.openxmlformats.org/officeDocument/2006/relationships/tags" Target="../tags/tag75.xml"/><Relationship Id="rId15" Type="http://schemas.openxmlformats.org/officeDocument/2006/relationships/chart" Target="../charts/chart7.xml"/><Relationship Id="rId10" Type="http://schemas.openxmlformats.org/officeDocument/2006/relationships/image" Target="../media/image75.png"/><Relationship Id="rId4" Type="http://schemas.openxmlformats.org/officeDocument/2006/relationships/tags" Target="../tags/tag74.xml"/><Relationship Id="rId9" Type="http://schemas.openxmlformats.org/officeDocument/2006/relationships/image" Target="../media/image74.png"/><Relationship Id="rId14" Type="http://schemas.openxmlformats.org/officeDocument/2006/relationships/chart" Target="../charts/chart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51.png"/><Relationship Id="rId3" Type="http://schemas.openxmlformats.org/officeDocument/2006/relationships/tags" Target="../tags/tag80.xml"/><Relationship Id="rId7" Type="http://schemas.openxmlformats.org/officeDocument/2006/relationships/slideLayout" Target="../slideLayouts/slideLayout47.xml"/><Relationship Id="rId12" Type="http://schemas.openxmlformats.org/officeDocument/2006/relationships/image" Target="../media/image50.png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11" Type="http://schemas.openxmlformats.org/officeDocument/2006/relationships/image" Target="../media/image49.png"/><Relationship Id="rId5" Type="http://schemas.openxmlformats.org/officeDocument/2006/relationships/tags" Target="../tags/tag82.xml"/><Relationship Id="rId10" Type="http://schemas.openxmlformats.org/officeDocument/2006/relationships/image" Target="../media/image80.png"/><Relationship Id="rId4" Type="http://schemas.openxmlformats.org/officeDocument/2006/relationships/tags" Target="../tags/tag81.xml"/><Relationship Id="rId9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91.xml"/><Relationship Id="rId13" Type="http://schemas.openxmlformats.org/officeDocument/2006/relationships/image" Target="../media/image77.png"/><Relationship Id="rId18" Type="http://schemas.openxmlformats.org/officeDocument/2006/relationships/image" Target="../media/image84.png"/><Relationship Id="rId26" Type="http://schemas.openxmlformats.org/officeDocument/2006/relationships/image" Target="../media/image90.png"/><Relationship Id="rId3" Type="http://schemas.openxmlformats.org/officeDocument/2006/relationships/tags" Target="../tags/tag86.xml"/><Relationship Id="rId21" Type="http://schemas.openxmlformats.org/officeDocument/2006/relationships/image" Target="../media/image28.png"/><Relationship Id="rId7" Type="http://schemas.openxmlformats.org/officeDocument/2006/relationships/tags" Target="../tags/tag90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83.png"/><Relationship Id="rId25" Type="http://schemas.openxmlformats.org/officeDocument/2006/relationships/image" Target="../media/image89.png"/><Relationship Id="rId2" Type="http://schemas.openxmlformats.org/officeDocument/2006/relationships/tags" Target="../tags/tag85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29" Type="http://schemas.openxmlformats.org/officeDocument/2006/relationships/image" Target="../media/image93.png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11" Type="http://schemas.openxmlformats.org/officeDocument/2006/relationships/tags" Target="../tags/tag94.xml"/><Relationship Id="rId24" Type="http://schemas.openxmlformats.org/officeDocument/2006/relationships/image" Target="../media/image880.png"/><Relationship Id="rId5" Type="http://schemas.openxmlformats.org/officeDocument/2006/relationships/tags" Target="../tags/tag88.xml"/><Relationship Id="rId15" Type="http://schemas.openxmlformats.org/officeDocument/2006/relationships/image" Target="../media/image74.png"/><Relationship Id="rId23" Type="http://schemas.openxmlformats.org/officeDocument/2006/relationships/image" Target="../media/image88.png"/><Relationship Id="rId28" Type="http://schemas.openxmlformats.org/officeDocument/2006/relationships/image" Target="../media/image92.png"/><Relationship Id="rId10" Type="http://schemas.openxmlformats.org/officeDocument/2006/relationships/tags" Target="../tags/tag93.xml"/><Relationship Id="rId19" Type="http://schemas.openxmlformats.org/officeDocument/2006/relationships/image" Target="../media/image85.png"/><Relationship Id="rId4" Type="http://schemas.openxmlformats.org/officeDocument/2006/relationships/tags" Target="../tags/tag87.xml"/><Relationship Id="rId9" Type="http://schemas.openxmlformats.org/officeDocument/2006/relationships/tags" Target="../tags/tag92.xml"/><Relationship Id="rId14" Type="http://schemas.openxmlformats.org/officeDocument/2006/relationships/image" Target="../media/image81.png"/><Relationship Id="rId22" Type="http://schemas.openxmlformats.org/officeDocument/2006/relationships/image" Target="../media/image87.png"/><Relationship Id="rId27" Type="http://schemas.openxmlformats.org/officeDocument/2006/relationships/image" Target="../media/image91.png"/><Relationship Id="rId30" Type="http://schemas.openxmlformats.org/officeDocument/2006/relationships/image" Target="../media/image9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97.png"/><Relationship Id="rId3" Type="http://schemas.openxmlformats.org/officeDocument/2006/relationships/tags" Target="../tags/tag97.xml"/><Relationship Id="rId7" Type="http://schemas.openxmlformats.org/officeDocument/2006/relationships/image" Target="../media/image74.png"/><Relationship Id="rId12" Type="http://schemas.openxmlformats.org/officeDocument/2006/relationships/image" Target="../media/image96.png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95.png"/><Relationship Id="rId5" Type="http://schemas.openxmlformats.org/officeDocument/2006/relationships/tags" Target="../tags/tag99.xml"/><Relationship Id="rId10" Type="http://schemas.openxmlformats.org/officeDocument/2006/relationships/image" Target="../media/image87.png"/><Relationship Id="rId4" Type="http://schemas.openxmlformats.org/officeDocument/2006/relationships/tags" Target="../tags/tag98.xml"/><Relationship Id="rId9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02.png"/><Relationship Id="rId3" Type="http://schemas.openxmlformats.org/officeDocument/2006/relationships/tags" Target="../tags/tag102.xml"/><Relationship Id="rId7" Type="http://schemas.openxmlformats.org/officeDocument/2006/relationships/image" Target="../media/image49.png"/><Relationship Id="rId12" Type="http://schemas.openxmlformats.org/officeDocument/2006/relationships/image" Target="../media/image101.png"/><Relationship Id="rId17" Type="http://schemas.openxmlformats.org/officeDocument/2006/relationships/image" Target="../media/image106.png"/><Relationship Id="rId2" Type="http://schemas.openxmlformats.org/officeDocument/2006/relationships/tags" Target="../tags/tag101.xml"/><Relationship Id="rId16" Type="http://schemas.openxmlformats.org/officeDocument/2006/relationships/image" Target="../media/image105.png"/><Relationship Id="rId1" Type="http://schemas.openxmlformats.org/officeDocument/2006/relationships/tags" Target="../tags/tag100.xml"/><Relationship Id="rId6" Type="http://schemas.openxmlformats.org/officeDocument/2006/relationships/image" Target="../media/image30.png"/><Relationship Id="rId11" Type="http://schemas.openxmlformats.org/officeDocument/2006/relationships/image" Target="../media/image100.png"/><Relationship Id="rId5" Type="http://schemas.openxmlformats.org/officeDocument/2006/relationships/slideLayout" Target="../slideLayouts/slideLayout47.xml"/><Relationship Id="rId15" Type="http://schemas.openxmlformats.org/officeDocument/2006/relationships/image" Target="../media/image104.png"/><Relationship Id="rId10" Type="http://schemas.openxmlformats.org/officeDocument/2006/relationships/image" Target="../media/image99.png"/><Relationship Id="rId4" Type="http://schemas.openxmlformats.org/officeDocument/2006/relationships/tags" Target="../tags/tag103.xml"/><Relationship Id="rId9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9.png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image" Target="../media/image108.png"/><Relationship Id="rId5" Type="http://schemas.openxmlformats.org/officeDocument/2006/relationships/image" Target="../media/image98.png"/><Relationship Id="rId4" Type="http://schemas.openxmlformats.org/officeDocument/2006/relationships/image" Target="../media/image107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tags" Target="../tags/tag108.xml"/><Relationship Id="rId7" Type="http://schemas.openxmlformats.org/officeDocument/2006/relationships/image" Target="../media/image4.png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98.png"/><Relationship Id="rId5" Type="http://schemas.openxmlformats.org/officeDocument/2006/relationships/image" Target="../media/image110.png"/><Relationship Id="rId4" Type="http://schemas.openxmlformats.org/officeDocument/2006/relationships/slideLayout" Target="../slideLayouts/slideLayout47.xml"/><Relationship Id="rId9" Type="http://schemas.openxmlformats.org/officeDocument/2006/relationships/image" Target="../media/image1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4.png"/><Relationship Id="rId5" Type="http://schemas.openxmlformats.org/officeDocument/2006/relationships/image" Target="../media/image113.png"/><Relationship Id="rId4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7.xml"/><Relationship Id="rId1" Type="http://schemas.openxmlformats.org/officeDocument/2006/relationships/tags" Target="../tags/tag1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hyperlink" Target="http://www.navan.name/roc/" TargetMode="Externa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13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tags" Target="../tags/tag115.xml"/><Relationship Id="rId7" Type="http://schemas.openxmlformats.org/officeDocument/2006/relationships/image" Target="../media/image136.pn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slideLayout" Target="../slideLayouts/slideLayout47.xml"/><Relationship Id="rId9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emf"/><Relationship Id="rId1" Type="http://schemas.openxmlformats.org/officeDocument/2006/relationships/slideLayout" Target="../slideLayouts/slideLayout4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0.png"/><Relationship Id="rId2" Type="http://schemas.openxmlformats.org/officeDocument/2006/relationships/image" Target="../media/image1330.png"/><Relationship Id="rId1" Type="http://schemas.openxmlformats.org/officeDocument/2006/relationships/slideLayout" Target="../slideLayouts/slideLayout4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4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tags" Target="../tags/tag118.xml"/><Relationship Id="rId7" Type="http://schemas.openxmlformats.org/officeDocument/2006/relationships/image" Target="../media/image139.png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slideLayout" Target="../slideLayouts/slideLayout47.xml"/><Relationship Id="rId11" Type="http://schemas.openxmlformats.org/officeDocument/2006/relationships/image" Target="../media/image135.png"/><Relationship Id="rId5" Type="http://schemas.openxmlformats.org/officeDocument/2006/relationships/tags" Target="../tags/tag120.xml"/><Relationship Id="rId10" Type="http://schemas.openxmlformats.org/officeDocument/2006/relationships/image" Target="../media/image142.png"/><Relationship Id="rId4" Type="http://schemas.openxmlformats.org/officeDocument/2006/relationships/tags" Target="../tags/tag119.xml"/><Relationship Id="rId9" Type="http://schemas.openxmlformats.org/officeDocument/2006/relationships/image" Target="../media/image14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4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4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450.png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image" Target="../media/image1440.png"/><Relationship Id="rId5" Type="http://schemas.openxmlformats.org/officeDocument/2006/relationships/image" Target="../media/image146.png"/><Relationship Id="rId4" Type="http://schemas.openxmlformats.org/officeDocument/2006/relationships/image" Target="../media/image14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0.png"/><Relationship Id="rId1" Type="http://schemas.openxmlformats.org/officeDocument/2006/relationships/slideLayout" Target="../slideLayouts/slideLayout4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7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49.png"/><Relationship Id="rId7" Type="http://schemas.openxmlformats.org/officeDocument/2006/relationships/customXml" Target="../ink/ink1.xml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tags" Target="../tags/tag125.xml"/><Relationship Id="rId7" Type="http://schemas.openxmlformats.org/officeDocument/2006/relationships/image" Target="../media/image154.png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image" Target="../media/image153.png"/><Relationship Id="rId5" Type="http://schemas.openxmlformats.org/officeDocument/2006/relationships/slideLayout" Target="../slideLayouts/slideLayout47.xml"/><Relationship Id="rId10" Type="http://schemas.openxmlformats.org/officeDocument/2006/relationships/image" Target="NULL"/><Relationship Id="rId4" Type="http://schemas.openxmlformats.org/officeDocument/2006/relationships/tags" Target="../tags/tag126.xml"/><Relationship Id="rId9" Type="http://schemas.openxmlformats.org/officeDocument/2006/relationships/customXml" Target="../ink/ink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Practical machine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255345" cy="1676400"/>
          </a:xfrm>
        </p:spPr>
        <p:txBody>
          <a:bodyPr>
            <a:noAutofit/>
          </a:bodyPr>
          <a:lstStyle/>
          <a:p>
            <a:pPr algn="l"/>
            <a:r>
              <a:rPr lang="en-US" sz="4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Diagnostic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763718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81000" y="278269"/>
            <a:ext cx="8458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Debugging a learning algorithm:</a:t>
            </a:r>
          </a:p>
          <a:p>
            <a:r>
              <a:rPr lang="en-US" sz="2000" dirty="0"/>
              <a:t>Suppose you have implemented regularized linear regression to predict housing prices.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However, when you test your hypothesis on a new set of houses, you find that it makes unacceptably large errors in its predictions. What should you try next?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4400" y="2842558"/>
            <a:ext cx="5562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 dirty="0"/>
              <a:t>Get more training examples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Try smaller sets of features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Try getting additional features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Try adding polynomial features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Try decreasing</a:t>
            </a:r>
          </a:p>
          <a:p>
            <a:pPr marL="342900" indent="-342900">
              <a:buFontTx/>
              <a:buChar char="-"/>
            </a:pPr>
            <a:r>
              <a:rPr lang="en-US" sz="2000" dirty="0"/>
              <a:t>Try increasing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1" y="1276352"/>
            <a:ext cx="4038599" cy="75684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775" y="3824754"/>
            <a:ext cx="1870710" cy="2743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4171950"/>
            <a:ext cx="125730" cy="179070"/>
          </a:xfrm>
          <a:prstGeom prst="rect">
            <a:avLst/>
          </a:prstGeom>
        </p:spPr>
      </p:pic>
      <p:pic>
        <p:nvPicPr>
          <p:cNvPr id="139" name="Picture 13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070" y="4478574"/>
            <a:ext cx="125730" cy="17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65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429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Machine learning diagnostic: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805755"/>
            <a:ext cx="8305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Diagnostic: A test that you can run to gain insight what is/isn’t working with a learning algorithm, and gain guidance as to how best to improve its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2482155"/>
            <a:ext cx="8305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Diagnostics can take time to implement, but doing so can be a very good use of your time.</a:t>
            </a:r>
          </a:p>
        </p:txBody>
      </p:sp>
    </p:spTree>
    <p:extLst>
      <p:ext uri="{BB962C8B-B14F-4D97-AF65-F5344CB8AC3E}">
        <p14:creationId xmlns:p14="http://schemas.microsoft.com/office/powerpoint/2010/main" val="222568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Evaluating your 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2400" y="895350"/>
            <a:ext cx="4343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Fails to generalize to new examples not in training set.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829427" y="1043832"/>
            <a:ext cx="8773" cy="213751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20527" y="2789480"/>
            <a:ext cx="718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size</a:t>
            </a:r>
            <a:endParaRPr lang="en-US" sz="2000" baseline="-25000" dirty="0"/>
          </a:p>
        </p:txBody>
      </p:sp>
      <p:sp>
        <p:nvSpPr>
          <p:cNvPr id="13" name="TextBox 12"/>
          <p:cNvSpPr txBox="1"/>
          <p:nvPr/>
        </p:nvSpPr>
        <p:spPr>
          <a:xfrm rot="16200000">
            <a:off x="152035" y="1256874"/>
            <a:ext cx="705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price</a:t>
            </a:r>
            <a:endParaRPr lang="en-US" sz="2000" baseline="-250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42441" y="3010985"/>
            <a:ext cx="266707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111204"/>
            <a:ext cx="608076" cy="18059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460965"/>
            <a:ext cx="608076" cy="18059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805606"/>
            <a:ext cx="608076" cy="18516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3138600"/>
            <a:ext cx="608076" cy="18059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3488361"/>
            <a:ext cx="608076" cy="18516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3833002"/>
            <a:ext cx="608076" cy="185166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4241292"/>
            <a:ext cx="518922" cy="6926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800600" y="1939846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size of house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2255627"/>
            <a:ext cx="2705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no. of bedrooms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626353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no. of floors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7449" y="2974983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age of 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676" y="3672605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kitchen size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1522" y="3319194"/>
            <a:ext cx="4332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average income in neighborhood</a:t>
            </a:r>
          </a:p>
        </p:txBody>
      </p:sp>
      <p:pic>
        <p:nvPicPr>
          <p:cNvPr id="39" name="Picture 3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11" y="3319194"/>
            <a:ext cx="2709263" cy="698974"/>
          </a:xfrm>
          <a:prstGeom prst="rect">
            <a:avLst/>
          </a:prstGeom>
        </p:spPr>
      </p:pic>
      <p:graphicFrame>
        <p:nvGraphicFramePr>
          <p:cNvPr id="31" name="Chart 3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4491456"/>
              </p:ext>
            </p:extLst>
          </p:nvPr>
        </p:nvGraphicFramePr>
        <p:xfrm>
          <a:off x="788230" y="788634"/>
          <a:ext cx="2517223" cy="2235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4" name="Freeform 3"/>
          <p:cNvSpPr/>
          <p:nvPr/>
        </p:nvSpPr>
        <p:spPr>
          <a:xfrm>
            <a:off x="879231" y="1366560"/>
            <a:ext cx="2145323" cy="1459272"/>
          </a:xfrm>
          <a:custGeom>
            <a:avLst/>
            <a:gdLst>
              <a:gd name="connsiteX0" fmla="*/ 0 w 2145323"/>
              <a:gd name="connsiteY0" fmla="*/ 972194 h 1459272"/>
              <a:gd name="connsiteX1" fmla="*/ 70338 w 2145323"/>
              <a:gd name="connsiteY1" fmla="*/ 1376640 h 1459272"/>
              <a:gd name="connsiteX2" fmla="*/ 237392 w 2145323"/>
              <a:gd name="connsiteY2" fmla="*/ 1420602 h 1459272"/>
              <a:gd name="connsiteX3" fmla="*/ 413238 w 2145323"/>
              <a:gd name="connsiteY3" fmla="*/ 928232 h 1459272"/>
              <a:gd name="connsiteX4" fmla="*/ 483577 w 2145323"/>
              <a:gd name="connsiteY4" fmla="*/ 57794 h 1459272"/>
              <a:gd name="connsiteX5" fmla="*/ 659423 w 2145323"/>
              <a:gd name="connsiteY5" fmla="*/ 339148 h 1459272"/>
              <a:gd name="connsiteX6" fmla="*/ 975946 w 2145323"/>
              <a:gd name="connsiteY6" fmla="*/ 488617 h 1459272"/>
              <a:gd name="connsiteX7" fmla="*/ 1186961 w 2145323"/>
              <a:gd name="connsiteY7" fmla="*/ 180886 h 1459272"/>
              <a:gd name="connsiteX8" fmla="*/ 1608992 w 2145323"/>
              <a:gd name="connsiteY8" fmla="*/ 13832 h 1459272"/>
              <a:gd name="connsiteX9" fmla="*/ 1899138 w 2145323"/>
              <a:gd name="connsiteY9" fmla="*/ 22625 h 1459272"/>
              <a:gd name="connsiteX10" fmla="*/ 2145323 w 2145323"/>
              <a:gd name="connsiteY10" fmla="*/ 128132 h 1459272"/>
              <a:gd name="connsiteX11" fmla="*/ 2145323 w 2145323"/>
              <a:gd name="connsiteY11" fmla="*/ 128132 h 1459272"/>
              <a:gd name="connsiteX12" fmla="*/ 2145323 w 2145323"/>
              <a:gd name="connsiteY12" fmla="*/ 128132 h 1459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45323" h="1459272">
                <a:moveTo>
                  <a:pt x="0" y="972194"/>
                </a:moveTo>
                <a:cubicBezTo>
                  <a:pt x="15386" y="1137049"/>
                  <a:pt x="30773" y="1301905"/>
                  <a:pt x="70338" y="1376640"/>
                </a:cubicBezTo>
                <a:cubicBezTo>
                  <a:pt x="109903" y="1451375"/>
                  <a:pt x="180242" y="1495337"/>
                  <a:pt x="237392" y="1420602"/>
                </a:cubicBezTo>
                <a:cubicBezTo>
                  <a:pt x="294542" y="1345867"/>
                  <a:pt x="372207" y="1155367"/>
                  <a:pt x="413238" y="928232"/>
                </a:cubicBezTo>
                <a:cubicBezTo>
                  <a:pt x="454269" y="701097"/>
                  <a:pt x="442546" y="155975"/>
                  <a:pt x="483577" y="57794"/>
                </a:cubicBezTo>
                <a:cubicBezTo>
                  <a:pt x="524608" y="-40387"/>
                  <a:pt x="577362" y="267344"/>
                  <a:pt x="659423" y="339148"/>
                </a:cubicBezTo>
                <a:cubicBezTo>
                  <a:pt x="741485" y="410952"/>
                  <a:pt x="888023" y="514994"/>
                  <a:pt x="975946" y="488617"/>
                </a:cubicBezTo>
                <a:cubicBezTo>
                  <a:pt x="1063869" y="462240"/>
                  <a:pt x="1081453" y="260017"/>
                  <a:pt x="1186961" y="180886"/>
                </a:cubicBezTo>
                <a:cubicBezTo>
                  <a:pt x="1292469" y="101755"/>
                  <a:pt x="1490296" y="40209"/>
                  <a:pt x="1608992" y="13832"/>
                </a:cubicBezTo>
                <a:cubicBezTo>
                  <a:pt x="1727688" y="-12545"/>
                  <a:pt x="1809750" y="3575"/>
                  <a:pt x="1899138" y="22625"/>
                </a:cubicBezTo>
                <a:cubicBezTo>
                  <a:pt x="1988526" y="41675"/>
                  <a:pt x="2145323" y="128132"/>
                  <a:pt x="2145323" y="128132"/>
                </a:cubicBezTo>
                <a:lnTo>
                  <a:pt x="2145323" y="128132"/>
                </a:lnTo>
                <a:lnTo>
                  <a:pt x="2145323" y="128132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extBox 2"/>
          <p:cNvSpPr txBox="1"/>
          <p:nvPr/>
        </p:nvSpPr>
        <p:spPr>
          <a:xfrm>
            <a:off x="5181600" y="4324350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accent1"/>
                </a:solidFill>
              </a:rPr>
              <a:t>Difficult to plot to see overfitting</a:t>
            </a:r>
            <a:endParaRPr lang="it-IT" u="sng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265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Evaluating your hypothesis</a:t>
            </a:r>
          </a:p>
          <a:p>
            <a:r>
              <a:rPr lang="en-US" sz="2400" dirty="0"/>
              <a:t>Dataset: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116747"/>
          <a:ext cx="2362200" cy="35813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Size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Price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7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2104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1600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330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2400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369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1416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232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540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1985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1534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315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1427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199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1380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212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1494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243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4" name="Group 3"/>
          <p:cNvGrpSpPr/>
          <p:nvPr/>
        </p:nvGrpSpPr>
        <p:grpSpPr>
          <a:xfrm>
            <a:off x="5256020" y="3925795"/>
            <a:ext cx="1362692" cy="1062921"/>
            <a:chOff x="5426202" y="2959100"/>
            <a:chExt cx="2269998" cy="1770634"/>
          </a:xfrm>
        </p:grpSpPr>
        <p:pic>
          <p:nvPicPr>
            <p:cNvPr id="55" name="Picture 5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5950" y="2959100"/>
              <a:ext cx="1492758" cy="400050"/>
            </a:xfrm>
            <a:prstGeom prst="rect">
              <a:avLst/>
            </a:prstGeom>
          </p:spPr>
        </p:pic>
        <p:pic>
          <p:nvPicPr>
            <p:cNvPr id="54" name="Picture 53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5950" y="3460242"/>
              <a:ext cx="1492758" cy="400050"/>
            </a:xfrm>
            <a:prstGeom prst="rect">
              <a:avLst/>
            </a:prstGeom>
          </p:spPr>
        </p:pic>
        <p:pic>
          <p:nvPicPr>
            <p:cNvPr id="57" name="Picture 56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6202" y="4329684"/>
              <a:ext cx="2269998" cy="400050"/>
            </a:xfrm>
            <a:prstGeom prst="rect">
              <a:avLst/>
            </a:prstGeom>
          </p:spPr>
        </p:pic>
        <p:pic>
          <p:nvPicPr>
            <p:cNvPr id="52" name="Picture 5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0932" y="3939794"/>
              <a:ext cx="34290" cy="276606"/>
            </a:xfrm>
            <a:prstGeom prst="rect">
              <a:avLst/>
            </a:prstGeom>
          </p:spPr>
        </p:pic>
      </p:grpSp>
      <p:cxnSp>
        <p:nvCxnSpPr>
          <p:cNvPr id="62" name="Straight Connector 61"/>
          <p:cNvCxnSpPr/>
          <p:nvPr/>
        </p:nvCxnSpPr>
        <p:spPr>
          <a:xfrm flipV="1">
            <a:off x="990600" y="3712957"/>
            <a:ext cx="7035800" cy="17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5417951" y="1580340"/>
            <a:ext cx="963416" cy="1578955"/>
            <a:chOff x="5455658" y="1569521"/>
            <a:chExt cx="963416" cy="1578955"/>
          </a:xfrm>
        </p:grpSpPr>
        <p:grpSp>
          <p:nvGrpSpPr>
            <p:cNvPr id="5" name="Group 4"/>
            <p:cNvGrpSpPr/>
            <p:nvPr/>
          </p:nvGrpSpPr>
          <p:grpSpPr>
            <a:xfrm>
              <a:off x="5455658" y="1569521"/>
              <a:ext cx="963416" cy="1578955"/>
              <a:chOff x="5715000" y="819150"/>
              <a:chExt cx="1488186" cy="2439007"/>
            </a:xfrm>
          </p:grpSpPr>
          <p:pic>
            <p:nvPicPr>
              <p:cNvPr id="37" name="Picture 36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91200" y="819150"/>
                <a:ext cx="1298448" cy="349758"/>
              </a:xfrm>
              <a:prstGeom prst="rect">
                <a:avLst/>
              </a:prstGeom>
            </p:spPr>
          </p:pic>
          <p:pic>
            <p:nvPicPr>
              <p:cNvPr id="39" name="Picture 38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88152" y="1232753"/>
                <a:ext cx="1298448" cy="349758"/>
              </a:xfrm>
              <a:prstGeom prst="rect">
                <a:avLst/>
              </a:prstGeom>
            </p:spPr>
          </p:pic>
          <p:pic>
            <p:nvPicPr>
              <p:cNvPr id="41" name="Picture 40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15000" y="2908399"/>
                <a:ext cx="1488186" cy="349758"/>
              </a:xfrm>
              <a:prstGeom prst="rect">
                <a:avLst/>
              </a:prstGeom>
            </p:spPr>
          </p:pic>
          <p:pic>
            <p:nvPicPr>
              <p:cNvPr id="48" name="Picture 47"/>
              <p:cNvPicPr>
                <a:picLocks noChangeAspect="1"/>
              </p:cNvPicPr>
              <p:nvPr>
                <p:custDataLst>
                  <p:tags r:id="rId6"/>
                </p:custDataLst>
              </p:nvPr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17310" y="2131878"/>
                <a:ext cx="34291" cy="276606"/>
              </a:xfrm>
              <a:prstGeom prst="rect">
                <a:avLst/>
              </a:prstGeom>
            </p:spPr>
          </p:pic>
        </p:grpSp>
        <p:pic>
          <p:nvPicPr>
            <p:cNvPr id="19" name="Picture 18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4180" y="2190750"/>
              <a:ext cx="22199" cy="179068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0768" y="2647950"/>
              <a:ext cx="22199" cy="179068"/>
            </a:xfrm>
            <a:prstGeom prst="rect">
              <a:avLst/>
            </a:prstGeom>
          </p:spPr>
        </p:pic>
      </p:grpSp>
      <p:cxnSp>
        <p:nvCxnSpPr>
          <p:cNvPr id="24" name="Straight Arrow Connector 23"/>
          <p:cNvCxnSpPr/>
          <p:nvPr/>
        </p:nvCxnSpPr>
        <p:spPr>
          <a:xfrm>
            <a:off x="4053840" y="2519703"/>
            <a:ext cx="10058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038600" y="4208699"/>
            <a:ext cx="100584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eft Brace 9"/>
          <p:cNvSpPr/>
          <p:nvPr/>
        </p:nvSpPr>
        <p:spPr>
          <a:xfrm>
            <a:off x="533400" y="1580340"/>
            <a:ext cx="457200" cy="2134410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Left Brace 24"/>
          <p:cNvSpPr/>
          <p:nvPr/>
        </p:nvSpPr>
        <p:spPr>
          <a:xfrm>
            <a:off x="509954" y="3737256"/>
            <a:ext cx="457200" cy="943303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64115" y="1782519"/>
            <a:ext cx="461665" cy="144943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dirty="0"/>
              <a:t>Training set</a:t>
            </a:r>
            <a:endParaRPr lang="it-IT" dirty="0"/>
          </a:p>
        </p:txBody>
      </p:sp>
      <p:sp>
        <p:nvSpPr>
          <p:cNvPr id="26" name="TextBox 25"/>
          <p:cNvSpPr txBox="1"/>
          <p:nvPr/>
        </p:nvSpPr>
        <p:spPr>
          <a:xfrm>
            <a:off x="83320" y="3610621"/>
            <a:ext cx="461665" cy="10333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dirty="0"/>
              <a:t>Test set</a:t>
            </a:r>
            <a:endParaRPr lang="it-IT" dirty="0"/>
          </a:p>
        </p:txBody>
      </p:sp>
      <p:sp>
        <p:nvSpPr>
          <p:cNvPr id="12" name="TextBox 11"/>
          <p:cNvSpPr txBox="1"/>
          <p:nvPr/>
        </p:nvSpPr>
        <p:spPr>
          <a:xfrm>
            <a:off x="6618712" y="2201569"/>
            <a:ext cx="2315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Typical split: 70%; 30%</a:t>
            </a:r>
            <a:endParaRPr lang="it-IT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168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5" grpId="0" animBg="1"/>
      <p:bldP spid="11" grpId="0"/>
      <p:bldP spid="26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42900" y="278269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Training/testing procedure for 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1086981"/>
            <a:ext cx="83058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800" dirty="0"/>
              <a:t>Learn parameter     from training data (minimizing training error          )</a:t>
            </a:r>
          </a:p>
          <a:p>
            <a:pPr marL="342900" indent="-342900">
              <a:buFontTx/>
              <a:buChar char="-"/>
            </a:pPr>
            <a:endParaRPr lang="en-US" sz="2800" dirty="0"/>
          </a:p>
          <a:p>
            <a:pPr marL="342900" indent="-342900">
              <a:buFontTx/>
              <a:buChar char="-"/>
            </a:pPr>
            <a:r>
              <a:rPr lang="en-US" sz="2800" dirty="0"/>
              <a:t>Compute test set error:</a:t>
            </a:r>
          </a:p>
          <a:p>
            <a:pPr marL="342900" indent="-342900">
              <a:buFontTx/>
              <a:buChar char="-"/>
            </a:pPr>
            <a:endParaRPr lang="en-US" sz="2800" dirty="0"/>
          </a:p>
          <a:p>
            <a:pPr marL="342900" indent="-342900">
              <a:buFontTx/>
              <a:buChar char="-"/>
            </a:pPr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201976"/>
            <a:ext cx="149352" cy="2560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039" y="1626189"/>
            <a:ext cx="624078" cy="35737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81200" y="3189286"/>
                <a:ext cx="5528308" cy="10062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𝑡𝑒𝑠𝑡</m:t>
                                  </m:r>
                                </m:sub>
                                <m:sup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𝑡𝑒𝑠𝑡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GB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189286"/>
                <a:ext cx="5528308" cy="100623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7919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42900" y="278269"/>
            <a:ext cx="8305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Training/testing procedure for 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805755"/>
            <a:ext cx="8305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400" dirty="0"/>
              <a:t>Learn parameter     from training data</a:t>
            </a:r>
          </a:p>
          <a:p>
            <a:pPr marL="342900" indent="-342900">
              <a:buFontTx/>
              <a:buChar char="-"/>
            </a:pPr>
            <a:r>
              <a:rPr lang="en-US" sz="2400" dirty="0"/>
              <a:t>Compute test set error: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endParaRPr lang="en-US" sz="2400" dirty="0"/>
          </a:p>
          <a:p>
            <a:pPr marL="342900" indent="-342900">
              <a:buFontTx/>
              <a:buChar char="-"/>
            </a:pPr>
            <a:r>
              <a:rPr lang="en-US" sz="2400" dirty="0"/>
              <a:t>Alternatively: </a:t>
            </a:r>
            <a:br>
              <a:rPr lang="en-US" sz="2400" dirty="0"/>
            </a:br>
            <a:r>
              <a:rPr lang="en-US" sz="2400" dirty="0"/>
              <a:t>Misclassification error (0/1 misclassification error):</a:t>
            </a:r>
          </a:p>
          <a:p>
            <a:pPr marL="342900" indent="-342900">
              <a:buFontTx/>
              <a:buChar char="-"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448" y="895350"/>
            <a:ext cx="149352" cy="25603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68" y="1576197"/>
            <a:ext cx="7826692" cy="7669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77263" y="3324477"/>
                <a:ext cx="6637073" cy="6178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𝑒𝑟𝑟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≥0.5,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=0)⋁(</m:t>
                                </m:r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&lt;0.5,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GB" b="0" i="0" smtClean="0">
                                    <a:latin typeface="Cambria Math" panose="02040503050406030204" pitchFamily="18" charset="0"/>
                                  </a:rPr>
                                  <m:t>otherwise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263" y="3324477"/>
                <a:ext cx="6637073" cy="61786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52600" y="4113343"/>
                <a:ext cx="4491037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𝑇𝑒𝑠𝑡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𝑒𝑟𝑟𝑜𝑟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</m:sSub>
                        </m:sup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𝑒𝑟𝑟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𝑡𝑒𝑠𝑡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𝑡𝑒𝑠𝑡</m:t>
                                  </m:r>
                                </m:sub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4113343"/>
                <a:ext cx="4491037" cy="756233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60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Practical machine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14800" y="2419350"/>
            <a:ext cx="4800600" cy="1676400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 selection and training/validation/test sets</a:t>
            </a:r>
          </a:p>
        </p:txBody>
      </p:sp>
    </p:spTree>
    <p:extLst>
      <p:ext uri="{BB962C8B-B14F-4D97-AF65-F5344CB8AC3E}">
        <p14:creationId xmlns:p14="http://schemas.microsoft.com/office/powerpoint/2010/main" val="2586419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Overfitting</a:t>
            </a:r>
            <a:r>
              <a:rPr lang="en-US" sz="2400" b="1" dirty="0"/>
              <a:t> example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829427" y="1043832"/>
            <a:ext cx="8773" cy="213751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20527" y="2789480"/>
            <a:ext cx="718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size</a:t>
            </a:r>
            <a:endParaRPr lang="en-US" sz="2000" baseline="-25000" dirty="0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152035" y="1256874"/>
            <a:ext cx="7056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price</a:t>
            </a:r>
            <a:endParaRPr lang="en-US" sz="2000" baseline="-250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642441" y="3010985"/>
            <a:ext cx="266707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11" y="3319194"/>
            <a:ext cx="2709263" cy="6989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962400" y="895350"/>
            <a:ext cx="4648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Once parameters</a:t>
            </a:r>
          </a:p>
          <a:p>
            <a:r>
              <a:rPr lang="en-US" sz="2800" dirty="0"/>
              <a:t>were fit to some set of data (training set), the error of the parameters as measured on that data (the training error            </a:t>
            </a:r>
            <a:r>
              <a:rPr lang="en-US" sz="2800" dirty="0" err="1">
                <a:solidFill>
                  <a:schemeClr val="bg1"/>
                </a:solidFill>
              </a:rPr>
              <a:t>xxxxx</a:t>
            </a:r>
            <a:r>
              <a:rPr lang="en-US" sz="2800" dirty="0"/>
              <a:t>) is likely to be lower than the actual generalization error.</a:t>
            </a:r>
          </a:p>
        </p:txBody>
      </p:sp>
      <p:pic>
        <p:nvPicPr>
          <p:cNvPr id="18" name="Picture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3130549"/>
            <a:ext cx="624078" cy="3573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1043832"/>
            <a:ext cx="1880235" cy="322707"/>
          </a:xfrm>
          <a:prstGeom prst="rect">
            <a:avLst/>
          </a:prstGeom>
        </p:spPr>
      </p:pic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850674"/>
              </p:ext>
            </p:extLst>
          </p:nvPr>
        </p:nvGraphicFramePr>
        <p:xfrm>
          <a:off x="788230" y="788634"/>
          <a:ext cx="2517223" cy="2235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9" name="Freeform 18"/>
          <p:cNvSpPr/>
          <p:nvPr/>
        </p:nvSpPr>
        <p:spPr>
          <a:xfrm>
            <a:off x="879231" y="1366560"/>
            <a:ext cx="2145323" cy="1459272"/>
          </a:xfrm>
          <a:custGeom>
            <a:avLst/>
            <a:gdLst>
              <a:gd name="connsiteX0" fmla="*/ 0 w 2145323"/>
              <a:gd name="connsiteY0" fmla="*/ 972194 h 1459272"/>
              <a:gd name="connsiteX1" fmla="*/ 70338 w 2145323"/>
              <a:gd name="connsiteY1" fmla="*/ 1376640 h 1459272"/>
              <a:gd name="connsiteX2" fmla="*/ 237392 w 2145323"/>
              <a:gd name="connsiteY2" fmla="*/ 1420602 h 1459272"/>
              <a:gd name="connsiteX3" fmla="*/ 413238 w 2145323"/>
              <a:gd name="connsiteY3" fmla="*/ 928232 h 1459272"/>
              <a:gd name="connsiteX4" fmla="*/ 483577 w 2145323"/>
              <a:gd name="connsiteY4" fmla="*/ 57794 h 1459272"/>
              <a:gd name="connsiteX5" fmla="*/ 659423 w 2145323"/>
              <a:gd name="connsiteY5" fmla="*/ 339148 h 1459272"/>
              <a:gd name="connsiteX6" fmla="*/ 975946 w 2145323"/>
              <a:gd name="connsiteY6" fmla="*/ 488617 h 1459272"/>
              <a:gd name="connsiteX7" fmla="*/ 1186961 w 2145323"/>
              <a:gd name="connsiteY7" fmla="*/ 180886 h 1459272"/>
              <a:gd name="connsiteX8" fmla="*/ 1608992 w 2145323"/>
              <a:gd name="connsiteY8" fmla="*/ 13832 h 1459272"/>
              <a:gd name="connsiteX9" fmla="*/ 1899138 w 2145323"/>
              <a:gd name="connsiteY9" fmla="*/ 22625 h 1459272"/>
              <a:gd name="connsiteX10" fmla="*/ 2145323 w 2145323"/>
              <a:gd name="connsiteY10" fmla="*/ 128132 h 1459272"/>
              <a:gd name="connsiteX11" fmla="*/ 2145323 w 2145323"/>
              <a:gd name="connsiteY11" fmla="*/ 128132 h 1459272"/>
              <a:gd name="connsiteX12" fmla="*/ 2145323 w 2145323"/>
              <a:gd name="connsiteY12" fmla="*/ 128132 h 1459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45323" h="1459272">
                <a:moveTo>
                  <a:pt x="0" y="972194"/>
                </a:moveTo>
                <a:cubicBezTo>
                  <a:pt x="15386" y="1137049"/>
                  <a:pt x="30773" y="1301905"/>
                  <a:pt x="70338" y="1376640"/>
                </a:cubicBezTo>
                <a:cubicBezTo>
                  <a:pt x="109903" y="1451375"/>
                  <a:pt x="180242" y="1495337"/>
                  <a:pt x="237392" y="1420602"/>
                </a:cubicBezTo>
                <a:cubicBezTo>
                  <a:pt x="294542" y="1345867"/>
                  <a:pt x="372207" y="1155367"/>
                  <a:pt x="413238" y="928232"/>
                </a:cubicBezTo>
                <a:cubicBezTo>
                  <a:pt x="454269" y="701097"/>
                  <a:pt x="442546" y="155975"/>
                  <a:pt x="483577" y="57794"/>
                </a:cubicBezTo>
                <a:cubicBezTo>
                  <a:pt x="524608" y="-40387"/>
                  <a:pt x="577362" y="267344"/>
                  <a:pt x="659423" y="339148"/>
                </a:cubicBezTo>
                <a:cubicBezTo>
                  <a:pt x="741485" y="410952"/>
                  <a:pt x="888023" y="514994"/>
                  <a:pt x="975946" y="488617"/>
                </a:cubicBezTo>
                <a:cubicBezTo>
                  <a:pt x="1063869" y="462240"/>
                  <a:pt x="1081453" y="260017"/>
                  <a:pt x="1186961" y="180886"/>
                </a:cubicBezTo>
                <a:cubicBezTo>
                  <a:pt x="1292469" y="101755"/>
                  <a:pt x="1490296" y="40209"/>
                  <a:pt x="1608992" y="13832"/>
                </a:cubicBezTo>
                <a:cubicBezTo>
                  <a:pt x="1727688" y="-12545"/>
                  <a:pt x="1809750" y="3575"/>
                  <a:pt x="1899138" y="22625"/>
                </a:cubicBezTo>
                <a:cubicBezTo>
                  <a:pt x="1988526" y="41675"/>
                  <a:pt x="2145323" y="128132"/>
                  <a:pt x="2145323" y="128132"/>
                </a:cubicBezTo>
                <a:lnTo>
                  <a:pt x="2145323" y="128132"/>
                </a:lnTo>
                <a:lnTo>
                  <a:pt x="2145323" y="128132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7142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662285"/>
            <a:ext cx="731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</a:t>
            </a:r>
          </a:p>
          <a:p>
            <a:r>
              <a:rPr lang="en-US" sz="2400" dirty="0"/>
              <a:t>2.</a:t>
            </a:r>
          </a:p>
          <a:p>
            <a:r>
              <a:rPr lang="en-US" sz="2400" dirty="0"/>
              <a:t>3.</a:t>
            </a:r>
          </a:p>
          <a:p>
            <a:endParaRPr lang="en-US" sz="2400" dirty="0"/>
          </a:p>
          <a:p>
            <a:r>
              <a:rPr lang="en-US" sz="2400" dirty="0"/>
              <a:t>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26434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Choose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3100685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well does the model generalize? Report test set error                    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862685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Problem:                      is likely to be an optimistic estimate of generalization error. I.e. our extra parameter (    = degree of polynomial) is fit to test set.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510" y="1860550"/>
            <a:ext cx="34290" cy="2766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747416"/>
            <a:ext cx="2017966" cy="2807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00" y="1098550"/>
            <a:ext cx="2883408" cy="3017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923" y="1480905"/>
            <a:ext cx="3549777" cy="3017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173" y="2225548"/>
            <a:ext cx="3771900" cy="30175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724912"/>
            <a:ext cx="1604772" cy="30403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232" y="3516183"/>
            <a:ext cx="1261872" cy="34975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677" y="3918982"/>
            <a:ext cx="1261872" cy="34975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355407"/>
            <a:ext cx="146304" cy="2148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839791" y="655813"/>
                <a:ext cx="1755673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791" y="655813"/>
                <a:ext cx="1755673" cy="288477"/>
              </a:xfrm>
              <a:prstGeom prst="rect">
                <a:avLst/>
              </a:prstGeom>
              <a:blipFill rotWithShape="0">
                <a:blip r:embed="rId19"/>
                <a:stretch>
                  <a:fillRect l="-2778" t="-8511" r="-4514" b="-34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-12923" y="1116252"/>
            <a:ext cx="1234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Different degrees of polynomial </a:t>
            </a:r>
            <a:r>
              <a:rPr lang="en-GB" i="1" dirty="0"/>
              <a:t>d</a:t>
            </a:r>
            <a:endParaRPr lang="it-IT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839791" y="1046413"/>
                <a:ext cx="1755673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791" y="1046413"/>
                <a:ext cx="1755673" cy="288477"/>
              </a:xfrm>
              <a:prstGeom prst="rect">
                <a:avLst/>
              </a:prstGeom>
              <a:blipFill rotWithShape="0">
                <a:blip r:embed="rId20"/>
                <a:stretch>
                  <a:fillRect l="-2778" t="-8511" r="-4514" b="-34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839791" y="1461737"/>
                <a:ext cx="1755673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791" y="1461737"/>
                <a:ext cx="1755673" cy="288477"/>
              </a:xfrm>
              <a:prstGeom prst="rect">
                <a:avLst/>
              </a:prstGeom>
              <a:blipFill rotWithShape="0">
                <a:blip r:embed="rId21"/>
                <a:stretch>
                  <a:fillRect l="-2778" t="-8511" r="-4514" b="-34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839791" y="2219760"/>
                <a:ext cx="1951240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(10)</m:t>
                          </m:r>
                        </m:sup>
                      </m:sSup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(10)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791" y="2219760"/>
                <a:ext cx="1951240" cy="288477"/>
              </a:xfrm>
              <a:prstGeom prst="rect">
                <a:avLst/>
              </a:prstGeom>
              <a:blipFill rotWithShape="0">
                <a:blip r:embed="rId22"/>
                <a:stretch>
                  <a:fillRect l="-2500" t="-8511" r="-4063" b="-34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82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Evaluating your hypothesis</a:t>
            </a:r>
          </a:p>
          <a:p>
            <a:r>
              <a:rPr lang="en-US" sz="2400" dirty="0"/>
              <a:t>Dataset: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116747"/>
          <a:ext cx="2362200" cy="35813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Size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</a:rPr>
                        <a:t>Price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7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2104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400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1600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330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2400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369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1416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232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3000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540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1985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300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1534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315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1427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199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1380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212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26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1494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243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30" name="Straight Arrow Connector 29"/>
          <p:cNvCxnSpPr/>
          <p:nvPr/>
        </p:nvCxnSpPr>
        <p:spPr>
          <a:xfrm flipV="1">
            <a:off x="4038600" y="1116750"/>
            <a:ext cx="1066800" cy="135889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154" y="564821"/>
            <a:ext cx="1009764" cy="27199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784" y="886467"/>
            <a:ext cx="1009764" cy="271996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896" y="1469175"/>
            <a:ext cx="1157317" cy="271996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061" y="1229771"/>
            <a:ext cx="26666" cy="215108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753" y="3521962"/>
            <a:ext cx="1149379" cy="30802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2753" y="3911685"/>
            <a:ext cx="1149379" cy="308027"/>
          </a:xfrm>
          <a:prstGeom prst="rect">
            <a:avLst/>
          </a:prstGeom>
        </p:spPr>
      </p:pic>
      <p:pic>
        <p:nvPicPr>
          <p:cNvPr id="57" name="Picture 5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770" y="4587823"/>
            <a:ext cx="1747830" cy="308027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488" y="4284143"/>
            <a:ext cx="26402" cy="212978"/>
          </a:xfrm>
          <a:prstGeom prst="rect">
            <a:avLst/>
          </a:prstGeom>
        </p:spPr>
      </p:pic>
      <p:cxnSp>
        <p:nvCxnSpPr>
          <p:cNvPr id="64" name="Straight Arrow Connector 63"/>
          <p:cNvCxnSpPr/>
          <p:nvPr/>
        </p:nvCxnSpPr>
        <p:spPr>
          <a:xfrm>
            <a:off x="4114800" y="4284143"/>
            <a:ext cx="990600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852" y="1924050"/>
            <a:ext cx="1056789" cy="3237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852" y="2313773"/>
            <a:ext cx="1056789" cy="3237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927" y="2993334"/>
            <a:ext cx="1583323" cy="32373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125" y="2724806"/>
            <a:ext cx="26666" cy="215108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5380253" y="3449590"/>
            <a:ext cx="2392147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381625" y="1809750"/>
            <a:ext cx="2392147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4038600" y="2876551"/>
            <a:ext cx="1066800" cy="799424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90600" y="3449590"/>
            <a:ext cx="2392147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990600" y="4095750"/>
            <a:ext cx="2392147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Left Brace 24"/>
          <p:cNvSpPr/>
          <p:nvPr/>
        </p:nvSpPr>
        <p:spPr>
          <a:xfrm>
            <a:off x="533400" y="1611340"/>
            <a:ext cx="457200" cy="1728600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TextBox 25"/>
          <p:cNvSpPr txBox="1"/>
          <p:nvPr/>
        </p:nvSpPr>
        <p:spPr>
          <a:xfrm>
            <a:off x="64115" y="1813519"/>
            <a:ext cx="461665" cy="1173859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dirty="0"/>
              <a:t>Training set</a:t>
            </a:r>
            <a:endParaRPr lang="it-IT" dirty="0"/>
          </a:p>
        </p:txBody>
      </p:sp>
      <p:sp>
        <p:nvSpPr>
          <p:cNvPr id="27" name="Left Brace 26"/>
          <p:cNvSpPr/>
          <p:nvPr/>
        </p:nvSpPr>
        <p:spPr>
          <a:xfrm>
            <a:off x="509866" y="3431745"/>
            <a:ext cx="457200" cy="664006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TextBox 27"/>
          <p:cNvSpPr txBox="1"/>
          <p:nvPr/>
        </p:nvSpPr>
        <p:spPr>
          <a:xfrm>
            <a:off x="-82216" y="4103075"/>
            <a:ext cx="738664" cy="525597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dirty="0"/>
              <a:t>Test set</a:t>
            </a:r>
            <a:endParaRPr lang="it-IT" dirty="0"/>
          </a:p>
        </p:txBody>
      </p:sp>
      <p:sp>
        <p:nvSpPr>
          <p:cNvPr id="31" name="Left Brace 30"/>
          <p:cNvSpPr/>
          <p:nvPr/>
        </p:nvSpPr>
        <p:spPr>
          <a:xfrm>
            <a:off x="427848" y="4095750"/>
            <a:ext cx="457200" cy="664006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TextBox 31"/>
          <p:cNvSpPr txBox="1"/>
          <p:nvPr/>
        </p:nvSpPr>
        <p:spPr>
          <a:xfrm>
            <a:off x="-74385" y="3431745"/>
            <a:ext cx="738664" cy="50227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GB" dirty="0"/>
              <a:t>CV</a:t>
            </a:r>
          </a:p>
          <a:p>
            <a:r>
              <a:rPr lang="en-GB" dirty="0"/>
              <a:t>set</a:t>
            </a:r>
            <a:endParaRPr lang="it-IT" dirty="0"/>
          </a:p>
        </p:txBody>
      </p:sp>
      <p:sp>
        <p:nvSpPr>
          <p:cNvPr id="4" name="TextBox 3"/>
          <p:cNvSpPr txBox="1"/>
          <p:nvPr/>
        </p:nvSpPr>
        <p:spPr>
          <a:xfrm>
            <a:off x="7389950" y="2167063"/>
            <a:ext cx="1885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1"/>
                </a:solidFill>
              </a:rPr>
              <a:t>Validation</a:t>
            </a:r>
            <a:br>
              <a:rPr lang="en-GB" sz="1600" dirty="0">
                <a:solidFill>
                  <a:schemeClr val="accent1"/>
                </a:solidFill>
              </a:rPr>
            </a:br>
            <a:r>
              <a:rPr lang="en-GB" sz="1600" dirty="0">
                <a:solidFill>
                  <a:schemeClr val="accent1"/>
                </a:solidFill>
              </a:rPr>
              <a:t>(Cross Validation)</a:t>
            </a:r>
            <a:br>
              <a:rPr lang="en-GB" sz="1600" dirty="0">
                <a:solidFill>
                  <a:schemeClr val="accent1"/>
                </a:solidFill>
              </a:rPr>
            </a:br>
            <a:r>
              <a:rPr lang="en-GB" sz="1600" dirty="0">
                <a:solidFill>
                  <a:schemeClr val="accent1"/>
                </a:solidFill>
              </a:rPr>
              <a:t>set</a:t>
            </a:r>
            <a:endParaRPr lang="it-IT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13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 animBg="1"/>
      <p:bldP spid="28" grpId="0"/>
      <p:bldP spid="31" grpId="0" animBg="1"/>
      <p:bldP spid="3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Train/validation/test error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750153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Training error: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19576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Cross Validation error: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25308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Test error: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2026" y="1125581"/>
            <a:ext cx="4613148" cy="83210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408" y="2416409"/>
            <a:ext cx="4507992" cy="83667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2387" y="3638550"/>
            <a:ext cx="5271516" cy="83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487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861358"/>
            <a:ext cx="7315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</a:t>
            </a:r>
          </a:p>
          <a:p>
            <a:r>
              <a:rPr lang="en-US" sz="2400" dirty="0"/>
              <a:t>2.</a:t>
            </a:r>
          </a:p>
          <a:p>
            <a:r>
              <a:rPr lang="en-US" sz="2400" dirty="0"/>
              <a:t>3.</a:t>
            </a:r>
          </a:p>
          <a:p>
            <a:endParaRPr lang="en-US" sz="2400" dirty="0"/>
          </a:p>
          <a:p>
            <a:r>
              <a:rPr lang="en-US" sz="2400" dirty="0"/>
              <a:t>10.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409950"/>
            <a:ext cx="8305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Pick</a:t>
            </a:r>
          </a:p>
          <a:p>
            <a:r>
              <a:rPr lang="en-US" sz="2400" dirty="0"/>
              <a:t>Estimate generalization error  for test set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10" y="2059623"/>
            <a:ext cx="34290" cy="27660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946489"/>
            <a:ext cx="2017966" cy="2807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1297623"/>
            <a:ext cx="2883408" cy="3017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23" y="1679978"/>
            <a:ext cx="3549777" cy="30175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3" y="2424621"/>
            <a:ext cx="3771900" cy="3017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3825448"/>
            <a:ext cx="1261872" cy="34975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360" y="3484626"/>
            <a:ext cx="2891790" cy="3063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744960" y="873949"/>
                <a:ext cx="1614416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960" y="873949"/>
                <a:ext cx="1614416" cy="288477"/>
              </a:xfrm>
              <a:prstGeom prst="rect">
                <a:avLst/>
              </a:prstGeom>
              <a:blipFill rotWithShape="0">
                <a:blip r:embed="rId16"/>
                <a:stretch>
                  <a:fillRect l="-3019" t="-8333" r="-4906" b="-312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744960" y="1264549"/>
                <a:ext cx="1614416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960" y="1264549"/>
                <a:ext cx="1614416" cy="288477"/>
              </a:xfrm>
              <a:prstGeom prst="rect">
                <a:avLst/>
              </a:prstGeom>
              <a:blipFill rotWithShape="0">
                <a:blip r:embed="rId17"/>
                <a:stretch>
                  <a:fillRect l="-3019" t="-8333" r="-4906" b="-3125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744960" y="1679873"/>
                <a:ext cx="1614416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(3)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960" y="1679873"/>
                <a:ext cx="1614416" cy="288477"/>
              </a:xfrm>
              <a:prstGeom prst="rect">
                <a:avLst/>
              </a:prstGeom>
              <a:blipFill rotWithShape="0">
                <a:blip r:embed="rId18"/>
                <a:stretch>
                  <a:fillRect l="-3019" t="-8511" r="-4906" b="-34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44960" y="2437896"/>
                <a:ext cx="1809983" cy="2884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(10)</m:t>
                          </m:r>
                        </m:sup>
                      </m:sSup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(10)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960" y="2437896"/>
                <a:ext cx="1809983" cy="288477"/>
              </a:xfrm>
              <a:prstGeom prst="rect">
                <a:avLst/>
              </a:prstGeom>
              <a:blipFill rotWithShape="0">
                <a:blip r:embed="rId19"/>
                <a:stretch>
                  <a:fillRect l="-2357" t="-8511" r="-4377" b="-34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43343" y="2945829"/>
                <a:ext cx="4482846" cy="380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rgbClr val="FF0000"/>
                    </a:solidFill>
                  </a:rPr>
                  <a:t>Suppose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GB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lim>
                        </m:limLow>
                      </m:fName>
                      <m:e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GB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GB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(4)</m:t>
                        </m:r>
                      </m:sup>
                    </m:sSup>
                  </m:oMath>
                </a14:m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343" y="2945829"/>
                <a:ext cx="4482846" cy="380810"/>
              </a:xfrm>
              <a:prstGeom prst="rect">
                <a:avLst/>
              </a:prstGeom>
              <a:blipFill rotWithShape="0">
                <a:blip r:embed="rId20"/>
                <a:stretch>
                  <a:fillRect l="-1087" t="-4762" b="-238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331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E105F-9802-4872-B573-5B8B6D33C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/>
              <a:t>Cross validation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719AF-883F-4892-9D29-7B18B8D62C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73737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000" dirty="0"/>
                  <a:t>Procedure for a structural evaluation of a learning algorithm on a dataset</a:t>
                </a:r>
              </a:p>
              <a:p>
                <a:r>
                  <a:rPr lang="en-US" sz="2000" b="1" dirty="0"/>
                  <a:t>k-fold cross validation</a:t>
                </a:r>
              </a:p>
              <a:p>
                <a:pPr lvl="1"/>
                <a:r>
                  <a:rPr lang="en-US" sz="1600" dirty="0"/>
                  <a:t>Divide the dataset into </a:t>
                </a:r>
                <a:r>
                  <a:rPr 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1600" dirty="0"/>
                  <a:t> subsets of (approximately) equal size (folds): usually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For each fold: use the fold as test set and the remaining N-1 folds as training set</a:t>
                </a:r>
              </a:p>
              <a:p>
                <a:pPr lvl="1"/>
                <a:r>
                  <a:rPr lang="en-US" sz="1600" dirty="0"/>
                  <a:t>Average the results</a:t>
                </a:r>
              </a:p>
              <a:p>
                <a:r>
                  <a:rPr lang="en-US" sz="2000" b="1" dirty="0"/>
                  <a:t>Leave-one-out cross validation (LOO)</a:t>
                </a:r>
              </a:p>
              <a:p>
                <a:pPr lvl="1"/>
                <a:r>
                  <a:rPr lang="en-US" sz="1600" dirty="0"/>
                  <a:t>Special case of N-fold</a:t>
                </a:r>
              </a:p>
              <a:p>
                <a:pPr lvl="1"/>
                <a:r>
                  <a:rPr lang="en-US" sz="1600" dirty="0"/>
                  <a:t>Divide the datasets into m folds (m=number of examples)</a:t>
                </a:r>
              </a:p>
              <a:p>
                <a:pPr lvl="1"/>
                <a:r>
                  <a:rPr lang="en-US" sz="1600" dirty="0"/>
                  <a:t>Each time one single example is used for testing and the rest of the dataset for training</a:t>
                </a:r>
              </a:p>
              <a:p>
                <a:r>
                  <a:rPr lang="en-US" sz="2000" dirty="0"/>
                  <a:t>LOO should be used when the size of the dataset is small</a:t>
                </a:r>
              </a:p>
              <a:p>
                <a:r>
                  <a:rPr lang="en-US" sz="2000" dirty="0"/>
                  <a:t>LOO produces in general lower bias and higher variance</a:t>
                </a:r>
              </a:p>
              <a:p>
                <a:r>
                  <a:rPr lang="en-US" sz="2000" dirty="0"/>
                  <a:t>Usually the dataset is shuffled before starting CV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0719AF-883F-4892-9D29-7B18B8D62C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737371"/>
              </a:xfrm>
              <a:blipFill>
                <a:blip r:embed="rId2"/>
                <a:stretch>
                  <a:fillRect l="-519" t="-16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1301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Prectical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machine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55375" y="2167000"/>
            <a:ext cx="4800600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Diagnosing bias vs. variance</a:t>
            </a:r>
          </a:p>
        </p:txBody>
      </p:sp>
    </p:spTree>
    <p:extLst>
      <p:ext uri="{BB962C8B-B14F-4D97-AF65-F5344CB8AC3E}">
        <p14:creationId xmlns:p14="http://schemas.microsoft.com/office/powerpoint/2010/main" val="2339898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8BE7-4B68-437F-9BA3-EE1E4CD0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Remember: Bias and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EEAD4-83C6-4301-8D21-DF46B4AFB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Model Bias</a:t>
            </a:r>
            <a:r>
              <a:rPr lang="en-US" dirty="0"/>
              <a:t>: a set of erroneous assumptions in the learning algorithm. High bias can cause an algorithm to miss the relevant relations between features and output class (</a:t>
            </a:r>
            <a:r>
              <a:rPr lang="en-US" u="sng" dirty="0"/>
              <a:t>underfitting</a:t>
            </a:r>
            <a:r>
              <a:rPr lang="en-US" dirty="0"/>
              <a:t>).</a:t>
            </a:r>
          </a:p>
          <a:p>
            <a:r>
              <a:rPr lang="en-US" b="1" dirty="0"/>
              <a:t>Model Variance</a:t>
            </a:r>
            <a:r>
              <a:rPr lang="en-US" dirty="0"/>
              <a:t>: the sensitivity to small fluctuations in the training set. High variance can cause an algorithm to model the random noise in the training data, rather than the intended outputs (</a:t>
            </a:r>
            <a:r>
              <a:rPr lang="en-US" u="sng" dirty="0"/>
              <a:t>overfitting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059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Bias/variance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744" y="3587214"/>
            <a:ext cx="2228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bias</a:t>
            </a:r>
          </a:p>
          <a:p>
            <a:pPr algn="ctr"/>
            <a:r>
              <a:rPr lang="en-US" sz="2400" dirty="0"/>
              <a:t>(</a:t>
            </a:r>
            <a:r>
              <a:rPr lang="en-US" sz="2400" dirty="0" err="1"/>
              <a:t>underfit</a:t>
            </a:r>
            <a:r>
              <a:rPr lang="en-US" sz="2400" dirty="0"/>
              <a:t>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10035" y="3586100"/>
            <a:ext cx="2228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“Just right”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5635" y="3586100"/>
            <a:ext cx="22287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variance</a:t>
            </a:r>
          </a:p>
          <a:p>
            <a:pPr algn="ctr"/>
            <a:r>
              <a:rPr lang="en-US" sz="2400" dirty="0"/>
              <a:t>(</a:t>
            </a:r>
            <a:r>
              <a:rPr lang="en-US" sz="2400" dirty="0" err="1"/>
              <a:t>overfit</a:t>
            </a:r>
            <a:r>
              <a:rPr lang="en-US" sz="2400" dirty="0"/>
              <a:t>)</a:t>
            </a:r>
          </a:p>
        </p:txBody>
      </p:sp>
      <p:pic>
        <p:nvPicPr>
          <p:cNvPr id="48" name="Picture 4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264" y="3161052"/>
            <a:ext cx="952837" cy="236191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138" y="3161052"/>
            <a:ext cx="1697355" cy="255083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62100" y="1264475"/>
            <a:ext cx="2220424" cy="1910686"/>
            <a:chOff x="562100" y="1264475"/>
            <a:chExt cx="2220424" cy="1910686"/>
          </a:xfrm>
        </p:grpSpPr>
        <p:graphicFrame>
          <p:nvGraphicFramePr>
            <p:cNvPr id="50" name="Chart 49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99677517"/>
                </p:ext>
              </p:extLst>
            </p:nvPr>
          </p:nvGraphicFramePr>
          <p:xfrm>
            <a:off x="783127" y="1264475"/>
            <a:ext cx="1999397" cy="17554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sp>
          <p:nvSpPr>
            <p:cNvPr id="51" name="TextBox 50"/>
            <p:cNvSpPr txBox="1"/>
            <p:nvPr/>
          </p:nvSpPr>
          <p:spPr>
            <a:xfrm rot="16200000">
              <a:off x="238041" y="1944471"/>
              <a:ext cx="9866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Price</a:t>
              </a:r>
            </a:p>
          </p:txBody>
        </p:sp>
        <p:sp>
          <p:nvSpPr>
            <p:cNvPr id="52" name="TextBox 20"/>
            <p:cNvSpPr txBox="1"/>
            <p:nvPr/>
          </p:nvSpPr>
          <p:spPr>
            <a:xfrm>
              <a:off x="1327689" y="2836607"/>
              <a:ext cx="9866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Size</a:t>
              </a:r>
            </a:p>
          </p:txBody>
        </p:sp>
      </p:grpSp>
      <p:graphicFrame>
        <p:nvGraphicFramePr>
          <p:cNvPr id="53" name="Chart 5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1398066"/>
              </p:ext>
            </p:extLst>
          </p:nvPr>
        </p:nvGraphicFramePr>
        <p:xfrm>
          <a:off x="3439503" y="1264475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54" name="TextBox 53"/>
          <p:cNvSpPr txBox="1"/>
          <p:nvPr/>
        </p:nvSpPr>
        <p:spPr>
          <a:xfrm rot="16200000">
            <a:off x="2894417" y="1944471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55" name="TextBox 20"/>
          <p:cNvSpPr txBox="1"/>
          <p:nvPr/>
        </p:nvSpPr>
        <p:spPr>
          <a:xfrm>
            <a:off x="3984065" y="2836607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56" name="Chart 5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1112383"/>
              </p:ext>
            </p:extLst>
          </p:nvPr>
        </p:nvGraphicFramePr>
        <p:xfrm>
          <a:off x="6258903" y="1267988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57" name="TextBox 56"/>
          <p:cNvSpPr txBox="1"/>
          <p:nvPr/>
        </p:nvSpPr>
        <p:spPr>
          <a:xfrm rot="16200000">
            <a:off x="5713817" y="1947984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58" name="TextBox 20"/>
          <p:cNvSpPr txBox="1"/>
          <p:nvPr/>
        </p:nvSpPr>
        <p:spPr>
          <a:xfrm>
            <a:off x="6803465" y="2840120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pic>
        <p:nvPicPr>
          <p:cNvPr id="59" name="Picture 5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559" y="3138771"/>
            <a:ext cx="3033949" cy="235271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1066800" y="1504950"/>
            <a:ext cx="1371600" cy="11021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c 6"/>
          <p:cNvSpPr/>
          <p:nvPr/>
        </p:nvSpPr>
        <p:spPr>
          <a:xfrm rot="16200000">
            <a:off x="4232207" y="1114772"/>
            <a:ext cx="2286000" cy="3297280"/>
          </a:xfrm>
          <a:prstGeom prst="arc">
            <a:avLst>
              <a:gd name="adj1" fmla="val 16200000"/>
              <a:gd name="adj2" fmla="val 386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reeform 7"/>
          <p:cNvSpPr/>
          <p:nvPr/>
        </p:nvSpPr>
        <p:spPr>
          <a:xfrm>
            <a:off x="6455229" y="1621971"/>
            <a:ext cx="1458685" cy="1147765"/>
          </a:xfrm>
          <a:custGeom>
            <a:avLst/>
            <a:gdLst>
              <a:gd name="connsiteX0" fmla="*/ 0 w 1458685"/>
              <a:gd name="connsiteY0" fmla="*/ 816429 h 1147765"/>
              <a:gd name="connsiteX1" fmla="*/ 76200 w 1458685"/>
              <a:gd name="connsiteY1" fmla="*/ 1110343 h 1147765"/>
              <a:gd name="connsiteX2" fmla="*/ 195942 w 1458685"/>
              <a:gd name="connsiteY2" fmla="*/ 1099458 h 1147765"/>
              <a:gd name="connsiteX3" fmla="*/ 283028 w 1458685"/>
              <a:gd name="connsiteY3" fmla="*/ 707572 h 1147765"/>
              <a:gd name="connsiteX4" fmla="*/ 304800 w 1458685"/>
              <a:gd name="connsiteY4" fmla="*/ 239486 h 1147765"/>
              <a:gd name="connsiteX5" fmla="*/ 533400 w 1458685"/>
              <a:gd name="connsiteY5" fmla="*/ 261258 h 1147765"/>
              <a:gd name="connsiteX6" fmla="*/ 653142 w 1458685"/>
              <a:gd name="connsiteY6" fmla="*/ 576943 h 1147765"/>
              <a:gd name="connsiteX7" fmla="*/ 870857 w 1458685"/>
              <a:gd name="connsiteY7" fmla="*/ 631372 h 1147765"/>
              <a:gd name="connsiteX8" fmla="*/ 914400 w 1458685"/>
              <a:gd name="connsiteY8" fmla="*/ 130629 h 1147765"/>
              <a:gd name="connsiteX9" fmla="*/ 1458685 w 1458685"/>
              <a:gd name="connsiteY9" fmla="*/ 0 h 1147765"/>
              <a:gd name="connsiteX10" fmla="*/ 1458685 w 1458685"/>
              <a:gd name="connsiteY10" fmla="*/ 0 h 1147765"/>
              <a:gd name="connsiteX11" fmla="*/ 1458685 w 1458685"/>
              <a:gd name="connsiteY11" fmla="*/ 0 h 1147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8685" h="1147765">
                <a:moveTo>
                  <a:pt x="0" y="816429"/>
                </a:moveTo>
                <a:cubicBezTo>
                  <a:pt x="21771" y="939800"/>
                  <a:pt x="43543" y="1063172"/>
                  <a:pt x="76200" y="1110343"/>
                </a:cubicBezTo>
                <a:cubicBezTo>
                  <a:pt x="108857" y="1157514"/>
                  <a:pt x="161471" y="1166587"/>
                  <a:pt x="195942" y="1099458"/>
                </a:cubicBezTo>
                <a:cubicBezTo>
                  <a:pt x="230413" y="1032329"/>
                  <a:pt x="264885" y="850901"/>
                  <a:pt x="283028" y="707572"/>
                </a:cubicBezTo>
                <a:cubicBezTo>
                  <a:pt x="301171" y="564243"/>
                  <a:pt x="263071" y="313872"/>
                  <a:pt x="304800" y="239486"/>
                </a:cubicBezTo>
                <a:cubicBezTo>
                  <a:pt x="346529" y="165100"/>
                  <a:pt x="475343" y="205015"/>
                  <a:pt x="533400" y="261258"/>
                </a:cubicBezTo>
                <a:cubicBezTo>
                  <a:pt x="591457" y="317501"/>
                  <a:pt x="596899" y="515257"/>
                  <a:pt x="653142" y="576943"/>
                </a:cubicBezTo>
                <a:cubicBezTo>
                  <a:pt x="709385" y="638629"/>
                  <a:pt x="827314" y="705758"/>
                  <a:pt x="870857" y="631372"/>
                </a:cubicBezTo>
                <a:cubicBezTo>
                  <a:pt x="914400" y="556986"/>
                  <a:pt x="816429" y="235858"/>
                  <a:pt x="914400" y="130629"/>
                </a:cubicBezTo>
                <a:cubicBezTo>
                  <a:pt x="1012371" y="25400"/>
                  <a:pt x="1458685" y="0"/>
                  <a:pt x="1458685" y="0"/>
                </a:cubicBezTo>
                <a:lnTo>
                  <a:pt x="1458685" y="0"/>
                </a:lnTo>
                <a:lnTo>
                  <a:pt x="1458685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3337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Bias/variance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3031865" y="2419350"/>
            <a:ext cx="0" cy="229367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82385" y="4640818"/>
            <a:ext cx="2370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degree of polynomial d</a:t>
            </a:r>
            <a:endParaRPr lang="en-US" baseline="-25000" dirty="0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2449198" y="2716406"/>
            <a:ext cx="65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  <a:endParaRPr lang="en-US" baseline="-25000" dirty="0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2871592" y="4588428"/>
            <a:ext cx="3672993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81000" y="863435"/>
            <a:ext cx="7315200" cy="367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Training error: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1000" y="1494814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Cross validation error:</a:t>
            </a:r>
          </a:p>
        </p:txBody>
      </p:sp>
      <p:pic>
        <p:nvPicPr>
          <p:cNvPr id="51" name="Picture 5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6511" y="819150"/>
            <a:ext cx="3669489" cy="661892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1481042"/>
            <a:ext cx="3585846" cy="665526"/>
          </a:xfrm>
          <a:prstGeom prst="rect">
            <a:avLst/>
          </a:prstGeom>
        </p:spPr>
      </p:pic>
      <p:pic>
        <p:nvPicPr>
          <p:cNvPr id="41" name="Picture 2" descr="C:\Users\ang\Desktop\Nonam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4643" y="3623913"/>
            <a:ext cx="1473746" cy="1265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" descr="C:\Users\ang\Desktop\Noname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425" y="3540906"/>
            <a:ext cx="1473746" cy="1265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/>
          <p:cNvCxnSpPr/>
          <p:nvPr/>
        </p:nvCxnSpPr>
        <p:spPr>
          <a:xfrm flipV="1">
            <a:off x="1220258" y="3739606"/>
            <a:ext cx="914400" cy="6974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rved Up Arrow 20"/>
          <p:cNvSpPr/>
          <p:nvPr/>
        </p:nvSpPr>
        <p:spPr>
          <a:xfrm>
            <a:off x="2426511" y="4640818"/>
            <a:ext cx="926289" cy="369332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2" name="Curved Up Arrow 21"/>
          <p:cNvSpPr/>
          <p:nvPr/>
        </p:nvSpPr>
        <p:spPr>
          <a:xfrm flipH="1" flipV="1">
            <a:off x="6024246" y="4266475"/>
            <a:ext cx="990600" cy="321953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7130562" y="3828319"/>
            <a:ext cx="1090246" cy="790747"/>
          </a:xfrm>
          <a:custGeom>
            <a:avLst/>
            <a:gdLst>
              <a:gd name="connsiteX0" fmla="*/ 0 w 1090246"/>
              <a:gd name="connsiteY0" fmla="*/ 559043 h 790747"/>
              <a:gd name="connsiteX1" fmla="*/ 43961 w 1090246"/>
              <a:gd name="connsiteY1" fmla="*/ 734889 h 790747"/>
              <a:gd name="connsiteX2" fmla="*/ 105507 w 1090246"/>
              <a:gd name="connsiteY2" fmla="*/ 778850 h 790747"/>
              <a:gd name="connsiteX3" fmla="*/ 184638 w 1090246"/>
              <a:gd name="connsiteY3" fmla="*/ 541458 h 790747"/>
              <a:gd name="connsiteX4" fmla="*/ 202223 w 1090246"/>
              <a:gd name="connsiteY4" fmla="*/ 216143 h 790747"/>
              <a:gd name="connsiteX5" fmla="*/ 325315 w 1090246"/>
              <a:gd name="connsiteY5" fmla="*/ 180973 h 790747"/>
              <a:gd name="connsiteX6" fmla="*/ 483576 w 1090246"/>
              <a:gd name="connsiteY6" fmla="*/ 277689 h 790747"/>
              <a:gd name="connsiteX7" fmla="*/ 597876 w 1090246"/>
              <a:gd name="connsiteY7" fmla="*/ 119427 h 790747"/>
              <a:gd name="connsiteX8" fmla="*/ 738553 w 1090246"/>
              <a:gd name="connsiteY8" fmla="*/ 5127 h 790747"/>
              <a:gd name="connsiteX9" fmla="*/ 967153 w 1090246"/>
              <a:gd name="connsiteY9" fmla="*/ 22712 h 790747"/>
              <a:gd name="connsiteX10" fmla="*/ 1090246 w 1090246"/>
              <a:gd name="connsiteY10" fmla="*/ 49089 h 790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90246" h="790747">
                <a:moveTo>
                  <a:pt x="0" y="559043"/>
                </a:moveTo>
                <a:cubicBezTo>
                  <a:pt x="13188" y="628649"/>
                  <a:pt x="26377" y="698255"/>
                  <a:pt x="43961" y="734889"/>
                </a:cubicBezTo>
                <a:cubicBezTo>
                  <a:pt x="61545" y="771523"/>
                  <a:pt x="82061" y="811088"/>
                  <a:pt x="105507" y="778850"/>
                </a:cubicBezTo>
                <a:cubicBezTo>
                  <a:pt x="128953" y="746612"/>
                  <a:pt x="168519" y="635242"/>
                  <a:pt x="184638" y="541458"/>
                </a:cubicBezTo>
                <a:cubicBezTo>
                  <a:pt x="200757" y="447674"/>
                  <a:pt x="178777" y="276224"/>
                  <a:pt x="202223" y="216143"/>
                </a:cubicBezTo>
                <a:cubicBezTo>
                  <a:pt x="225669" y="156062"/>
                  <a:pt x="278423" y="170715"/>
                  <a:pt x="325315" y="180973"/>
                </a:cubicBezTo>
                <a:cubicBezTo>
                  <a:pt x="372207" y="191231"/>
                  <a:pt x="438149" y="287947"/>
                  <a:pt x="483576" y="277689"/>
                </a:cubicBezTo>
                <a:cubicBezTo>
                  <a:pt x="529003" y="267431"/>
                  <a:pt x="555380" y="164854"/>
                  <a:pt x="597876" y="119427"/>
                </a:cubicBezTo>
                <a:cubicBezTo>
                  <a:pt x="640372" y="74000"/>
                  <a:pt x="677007" y="21246"/>
                  <a:pt x="738553" y="5127"/>
                </a:cubicBezTo>
                <a:cubicBezTo>
                  <a:pt x="800099" y="-10992"/>
                  <a:pt x="908538" y="15385"/>
                  <a:pt x="967153" y="22712"/>
                </a:cubicBezTo>
                <a:cubicBezTo>
                  <a:pt x="1025768" y="30039"/>
                  <a:pt x="1058007" y="39564"/>
                  <a:pt x="1090246" y="49089"/>
                </a:cubicBez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487126" y="1638771"/>
                <a:ext cx="11630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or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126" y="1638771"/>
                <a:ext cx="1163011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2618" t="-2222" r="-6806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reeform 26"/>
          <p:cNvSpPr/>
          <p:nvPr/>
        </p:nvSpPr>
        <p:spPr>
          <a:xfrm>
            <a:off x="3138854" y="2602523"/>
            <a:ext cx="2813538" cy="1802423"/>
          </a:xfrm>
          <a:custGeom>
            <a:avLst/>
            <a:gdLst>
              <a:gd name="connsiteX0" fmla="*/ 0 w 2813538"/>
              <a:gd name="connsiteY0" fmla="*/ 0 h 1802423"/>
              <a:gd name="connsiteX1" fmla="*/ 52754 w 2813538"/>
              <a:gd name="connsiteY1" fmla="*/ 483577 h 1802423"/>
              <a:gd name="connsiteX2" fmla="*/ 167054 w 2813538"/>
              <a:gd name="connsiteY2" fmla="*/ 879231 h 1802423"/>
              <a:gd name="connsiteX3" fmla="*/ 430823 w 2813538"/>
              <a:gd name="connsiteY3" fmla="*/ 1195754 h 1802423"/>
              <a:gd name="connsiteX4" fmla="*/ 923192 w 2813538"/>
              <a:gd name="connsiteY4" fmla="*/ 1406769 h 1802423"/>
              <a:gd name="connsiteX5" fmla="*/ 1626577 w 2813538"/>
              <a:gd name="connsiteY5" fmla="*/ 1608992 h 1802423"/>
              <a:gd name="connsiteX6" fmla="*/ 2286000 w 2813538"/>
              <a:gd name="connsiteY6" fmla="*/ 1758462 h 1802423"/>
              <a:gd name="connsiteX7" fmla="*/ 2813538 w 2813538"/>
              <a:gd name="connsiteY7" fmla="*/ 1802423 h 1802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13538" h="1802423">
                <a:moveTo>
                  <a:pt x="0" y="0"/>
                </a:moveTo>
                <a:cubicBezTo>
                  <a:pt x="12456" y="168519"/>
                  <a:pt x="24912" y="337039"/>
                  <a:pt x="52754" y="483577"/>
                </a:cubicBezTo>
                <a:cubicBezTo>
                  <a:pt x="80596" y="630116"/>
                  <a:pt x="104043" y="760535"/>
                  <a:pt x="167054" y="879231"/>
                </a:cubicBezTo>
                <a:cubicBezTo>
                  <a:pt x="230066" y="997927"/>
                  <a:pt x="304800" y="1107831"/>
                  <a:pt x="430823" y="1195754"/>
                </a:cubicBezTo>
                <a:cubicBezTo>
                  <a:pt x="556846" y="1283677"/>
                  <a:pt x="723900" y="1337896"/>
                  <a:pt x="923192" y="1406769"/>
                </a:cubicBezTo>
                <a:cubicBezTo>
                  <a:pt x="1122484" y="1475642"/>
                  <a:pt x="1399442" y="1550377"/>
                  <a:pt x="1626577" y="1608992"/>
                </a:cubicBezTo>
                <a:cubicBezTo>
                  <a:pt x="1853712" y="1667607"/>
                  <a:pt x="2088173" y="1726224"/>
                  <a:pt x="2286000" y="1758462"/>
                </a:cubicBezTo>
                <a:cubicBezTo>
                  <a:pt x="2483827" y="1790700"/>
                  <a:pt x="2648682" y="1796561"/>
                  <a:pt x="2813538" y="1802423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800600" y="3941952"/>
                <a:ext cx="906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3941952"/>
                <a:ext cx="906530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8108" t="-4444" r="-8784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Freeform 28"/>
          <p:cNvSpPr/>
          <p:nvPr/>
        </p:nvSpPr>
        <p:spPr>
          <a:xfrm>
            <a:off x="3217985" y="2602523"/>
            <a:ext cx="2136530" cy="1292993"/>
          </a:xfrm>
          <a:custGeom>
            <a:avLst/>
            <a:gdLst>
              <a:gd name="connsiteX0" fmla="*/ 0 w 2136530"/>
              <a:gd name="connsiteY0" fmla="*/ 0 h 1292993"/>
              <a:gd name="connsiteX1" fmla="*/ 79130 w 2136530"/>
              <a:gd name="connsiteY1" fmla="*/ 422031 h 1292993"/>
              <a:gd name="connsiteX2" fmla="*/ 193430 w 2136530"/>
              <a:gd name="connsiteY2" fmla="*/ 720969 h 1292993"/>
              <a:gd name="connsiteX3" fmla="*/ 413238 w 2136530"/>
              <a:gd name="connsiteY3" fmla="*/ 1019908 h 1292993"/>
              <a:gd name="connsiteX4" fmla="*/ 694592 w 2136530"/>
              <a:gd name="connsiteY4" fmla="*/ 1204546 h 1292993"/>
              <a:gd name="connsiteX5" fmla="*/ 1011115 w 2136530"/>
              <a:gd name="connsiteY5" fmla="*/ 1292469 h 1292993"/>
              <a:gd name="connsiteX6" fmla="*/ 1274884 w 2136530"/>
              <a:gd name="connsiteY6" fmla="*/ 1230923 h 1292993"/>
              <a:gd name="connsiteX7" fmla="*/ 1521069 w 2136530"/>
              <a:gd name="connsiteY7" fmla="*/ 1037492 h 1292993"/>
              <a:gd name="connsiteX8" fmla="*/ 1776046 w 2136530"/>
              <a:gd name="connsiteY8" fmla="*/ 694592 h 1292993"/>
              <a:gd name="connsiteX9" fmla="*/ 1943100 w 2136530"/>
              <a:gd name="connsiteY9" fmla="*/ 378069 h 1292993"/>
              <a:gd name="connsiteX10" fmla="*/ 2136530 w 2136530"/>
              <a:gd name="connsiteY10" fmla="*/ 17585 h 1292993"/>
              <a:gd name="connsiteX11" fmla="*/ 2136530 w 2136530"/>
              <a:gd name="connsiteY11" fmla="*/ 17585 h 1292993"/>
              <a:gd name="connsiteX12" fmla="*/ 2136530 w 2136530"/>
              <a:gd name="connsiteY12" fmla="*/ 17585 h 1292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36530" h="1292993">
                <a:moveTo>
                  <a:pt x="0" y="0"/>
                </a:moveTo>
                <a:cubicBezTo>
                  <a:pt x="23446" y="150935"/>
                  <a:pt x="46892" y="301870"/>
                  <a:pt x="79130" y="422031"/>
                </a:cubicBezTo>
                <a:cubicBezTo>
                  <a:pt x="111368" y="542192"/>
                  <a:pt x="137745" y="621323"/>
                  <a:pt x="193430" y="720969"/>
                </a:cubicBezTo>
                <a:cubicBezTo>
                  <a:pt x="249115" y="820615"/>
                  <a:pt x="329711" y="939312"/>
                  <a:pt x="413238" y="1019908"/>
                </a:cubicBezTo>
                <a:cubicBezTo>
                  <a:pt x="496765" y="1100504"/>
                  <a:pt x="594946" y="1159119"/>
                  <a:pt x="694592" y="1204546"/>
                </a:cubicBezTo>
                <a:cubicBezTo>
                  <a:pt x="794238" y="1249973"/>
                  <a:pt x="914400" y="1288073"/>
                  <a:pt x="1011115" y="1292469"/>
                </a:cubicBezTo>
                <a:cubicBezTo>
                  <a:pt x="1107830" y="1296865"/>
                  <a:pt x="1189892" y="1273419"/>
                  <a:pt x="1274884" y="1230923"/>
                </a:cubicBezTo>
                <a:cubicBezTo>
                  <a:pt x="1359876" y="1188427"/>
                  <a:pt x="1437542" y="1126880"/>
                  <a:pt x="1521069" y="1037492"/>
                </a:cubicBezTo>
                <a:cubicBezTo>
                  <a:pt x="1604596" y="948104"/>
                  <a:pt x="1705708" y="804496"/>
                  <a:pt x="1776046" y="694592"/>
                </a:cubicBezTo>
                <a:cubicBezTo>
                  <a:pt x="1846385" y="584688"/>
                  <a:pt x="1883019" y="490903"/>
                  <a:pt x="1943100" y="378069"/>
                </a:cubicBezTo>
                <a:cubicBezTo>
                  <a:pt x="2003181" y="265235"/>
                  <a:pt x="2136530" y="17585"/>
                  <a:pt x="2136530" y="17585"/>
                </a:cubicBezTo>
                <a:lnTo>
                  <a:pt x="2136530" y="17585"/>
                </a:lnTo>
                <a:lnTo>
                  <a:pt x="2136530" y="17585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201449" y="2929522"/>
                <a:ext cx="15018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449" y="2929522"/>
                <a:ext cx="1501886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4858" t="-4444" r="-4858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/>
          <p:cNvCxnSpPr/>
          <p:nvPr/>
        </p:nvCxnSpPr>
        <p:spPr>
          <a:xfrm>
            <a:off x="4246695" y="3909224"/>
            <a:ext cx="11546" cy="709842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286250" y="4353948"/>
                <a:ext cx="6228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50" y="4353948"/>
                <a:ext cx="622863" cy="276999"/>
              </a:xfrm>
              <a:prstGeom prst="rect">
                <a:avLst/>
              </a:prstGeom>
              <a:blipFill rotWithShape="0">
                <a:blip r:embed="rId10"/>
                <a:stretch>
                  <a:fillRect l="-8824" r="-9804" b="-6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847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7" grpId="0" animBg="1"/>
      <p:bldP spid="28" grpId="0"/>
      <p:bldP spid="29" grpId="0" animBg="1"/>
      <p:bldP spid="46" grpId="0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Diagnosing bias vs. variance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04801" y="2266950"/>
            <a:ext cx="3962399" cy="2432459"/>
            <a:chOff x="304800" y="2266950"/>
            <a:chExt cx="4266505" cy="2619146"/>
          </a:xfrm>
        </p:grpSpPr>
        <p:cxnSp>
          <p:nvCxnSpPr>
            <p:cNvPr id="9" name="Straight Arrow Connector 8"/>
            <p:cNvCxnSpPr/>
            <p:nvPr/>
          </p:nvCxnSpPr>
          <p:spPr>
            <a:xfrm flipV="1">
              <a:off x="742812" y="2266950"/>
              <a:ext cx="0" cy="2293678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1746890" y="4488418"/>
              <a:ext cx="2824415" cy="3976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degree of polynomial d</a:t>
              </a:r>
              <a:endParaRPr lang="en-US" baseline="-25000" dirty="0"/>
            </a:p>
          </p:txBody>
        </p:sp>
        <p:sp>
          <p:nvSpPr>
            <p:cNvPr id="14" name="TextBox 13"/>
            <p:cNvSpPr txBox="1"/>
            <p:nvPr/>
          </p:nvSpPr>
          <p:spPr>
            <a:xfrm rot="16200000">
              <a:off x="160145" y="2564006"/>
              <a:ext cx="658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error</a:t>
              </a:r>
              <a:endParaRPr lang="en-US" baseline="-25000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582539" y="4436028"/>
              <a:ext cx="3672993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/>
          <p:cNvSpPr txBox="1"/>
          <p:nvPr/>
        </p:nvSpPr>
        <p:spPr>
          <a:xfrm>
            <a:off x="381000" y="761821"/>
            <a:ext cx="8141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your learning algorithm is performing less well than you were hoping. (             or                  is high.)  Is it a bias problem or a variance problem?</a:t>
            </a: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638" y="1227301"/>
            <a:ext cx="758952" cy="3063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0153" y="1208823"/>
            <a:ext cx="934974" cy="306324"/>
          </a:xfrm>
          <a:prstGeom prst="rect">
            <a:avLst/>
          </a:prstGeom>
        </p:spPr>
      </p:pic>
      <p:sp>
        <p:nvSpPr>
          <p:cNvPr id="8" name="Freeform 7"/>
          <p:cNvSpPr/>
          <p:nvPr/>
        </p:nvSpPr>
        <p:spPr>
          <a:xfrm>
            <a:off x="975755" y="2343150"/>
            <a:ext cx="2529445" cy="1781299"/>
          </a:xfrm>
          <a:custGeom>
            <a:avLst/>
            <a:gdLst>
              <a:gd name="connsiteX0" fmla="*/ 0 w 2529445"/>
              <a:gd name="connsiteY0" fmla="*/ 0 h 1781299"/>
              <a:gd name="connsiteX1" fmla="*/ 605642 w 2529445"/>
              <a:gd name="connsiteY1" fmla="*/ 1472540 h 1781299"/>
              <a:gd name="connsiteX2" fmla="*/ 2529445 w 2529445"/>
              <a:gd name="connsiteY2" fmla="*/ 1781299 h 1781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9445" h="1781299">
                <a:moveTo>
                  <a:pt x="0" y="0"/>
                </a:moveTo>
                <a:cubicBezTo>
                  <a:pt x="92034" y="587828"/>
                  <a:pt x="184068" y="1175657"/>
                  <a:pt x="605642" y="1472540"/>
                </a:cubicBezTo>
                <a:cubicBezTo>
                  <a:pt x="1027216" y="1769423"/>
                  <a:pt x="1778330" y="1775361"/>
                  <a:pt x="2529445" y="1781299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1143001" y="2349310"/>
            <a:ext cx="1600198" cy="1285047"/>
          </a:xfrm>
          <a:custGeom>
            <a:avLst/>
            <a:gdLst>
              <a:gd name="connsiteX0" fmla="*/ 0 w 1650670"/>
              <a:gd name="connsiteY0" fmla="*/ 0 h 1294796"/>
              <a:gd name="connsiteX1" fmla="*/ 617517 w 1650670"/>
              <a:gd name="connsiteY1" fmla="*/ 1187532 h 1294796"/>
              <a:gd name="connsiteX2" fmla="*/ 1163782 w 1650670"/>
              <a:gd name="connsiteY2" fmla="*/ 1104405 h 1294796"/>
              <a:gd name="connsiteX3" fmla="*/ 1650670 w 1650670"/>
              <a:gd name="connsiteY3" fmla="*/ 0 h 1294796"/>
              <a:gd name="connsiteX0" fmla="*/ 0 w 1650670"/>
              <a:gd name="connsiteY0" fmla="*/ 0 h 1104405"/>
              <a:gd name="connsiteX1" fmla="*/ 546265 w 1650670"/>
              <a:gd name="connsiteY1" fmla="*/ 1104405 h 1104405"/>
              <a:gd name="connsiteX2" fmla="*/ 1163782 w 1650670"/>
              <a:gd name="connsiteY2" fmla="*/ 1104405 h 1104405"/>
              <a:gd name="connsiteX3" fmla="*/ 1650670 w 1650670"/>
              <a:gd name="connsiteY3" fmla="*/ 0 h 1104405"/>
              <a:gd name="connsiteX0" fmla="*/ 0 w 1650670"/>
              <a:gd name="connsiteY0" fmla="*/ 0 h 1256291"/>
              <a:gd name="connsiteX1" fmla="*/ 403762 w 1650670"/>
              <a:gd name="connsiteY1" fmla="*/ 1128155 h 1256291"/>
              <a:gd name="connsiteX2" fmla="*/ 1163782 w 1650670"/>
              <a:gd name="connsiteY2" fmla="*/ 1104405 h 1256291"/>
              <a:gd name="connsiteX3" fmla="*/ 1650670 w 1650670"/>
              <a:gd name="connsiteY3" fmla="*/ 0 h 1256291"/>
              <a:gd name="connsiteX0" fmla="*/ 0 w 1579418"/>
              <a:gd name="connsiteY0" fmla="*/ 0 h 1281611"/>
              <a:gd name="connsiteX1" fmla="*/ 332510 w 1579418"/>
              <a:gd name="connsiteY1" fmla="*/ 1151906 h 1281611"/>
              <a:gd name="connsiteX2" fmla="*/ 1092530 w 1579418"/>
              <a:gd name="connsiteY2" fmla="*/ 1128156 h 1281611"/>
              <a:gd name="connsiteX3" fmla="*/ 1579418 w 1579418"/>
              <a:gd name="connsiteY3" fmla="*/ 23751 h 1281611"/>
              <a:gd name="connsiteX0" fmla="*/ 0 w 1579418"/>
              <a:gd name="connsiteY0" fmla="*/ 0 h 1281611"/>
              <a:gd name="connsiteX1" fmla="*/ 332510 w 1579418"/>
              <a:gd name="connsiteY1" fmla="*/ 1151906 h 1281611"/>
              <a:gd name="connsiteX2" fmla="*/ 1092530 w 1579418"/>
              <a:gd name="connsiteY2" fmla="*/ 1128156 h 1281611"/>
              <a:gd name="connsiteX3" fmla="*/ 1579418 w 1579418"/>
              <a:gd name="connsiteY3" fmla="*/ 23751 h 1281611"/>
              <a:gd name="connsiteX0" fmla="*/ 0 w 1531917"/>
              <a:gd name="connsiteY0" fmla="*/ 0 h 1278859"/>
              <a:gd name="connsiteX1" fmla="*/ 332510 w 1531917"/>
              <a:gd name="connsiteY1" fmla="*/ 1151906 h 1278859"/>
              <a:gd name="connsiteX2" fmla="*/ 1092530 w 1531917"/>
              <a:gd name="connsiteY2" fmla="*/ 1128156 h 1278859"/>
              <a:gd name="connsiteX3" fmla="*/ 1531917 w 1531917"/>
              <a:gd name="connsiteY3" fmla="*/ 71252 h 1278859"/>
              <a:gd name="connsiteX0" fmla="*/ 0 w 1531917"/>
              <a:gd name="connsiteY0" fmla="*/ 0 h 1285047"/>
              <a:gd name="connsiteX1" fmla="*/ 332510 w 1531917"/>
              <a:gd name="connsiteY1" fmla="*/ 1151906 h 1285047"/>
              <a:gd name="connsiteX2" fmla="*/ 843148 w 1531917"/>
              <a:gd name="connsiteY2" fmla="*/ 1140031 h 1285047"/>
              <a:gd name="connsiteX3" fmla="*/ 1531917 w 1531917"/>
              <a:gd name="connsiteY3" fmla="*/ 71252 h 128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1917" h="1285047">
                <a:moveTo>
                  <a:pt x="0" y="0"/>
                </a:moveTo>
                <a:cubicBezTo>
                  <a:pt x="152399" y="691737"/>
                  <a:pt x="191985" y="961901"/>
                  <a:pt x="332510" y="1151906"/>
                </a:cubicBezTo>
                <a:cubicBezTo>
                  <a:pt x="473035" y="1341911"/>
                  <a:pt x="643247" y="1320140"/>
                  <a:pt x="843148" y="1140031"/>
                </a:cubicBezTo>
                <a:cubicBezTo>
                  <a:pt x="1043049" y="959922"/>
                  <a:pt x="1374569" y="524493"/>
                  <a:pt x="1531917" y="7125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96" y="2185807"/>
            <a:ext cx="546258" cy="22047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455" y="3565917"/>
            <a:ext cx="844145" cy="23467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805544" y="2343150"/>
            <a:ext cx="1489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(cross validation </a:t>
            </a:r>
          </a:p>
          <a:p>
            <a:r>
              <a:rPr lang="en-US" sz="1400" dirty="0"/>
              <a:t>error)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48000" y="3714750"/>
            <a:ext cx="1631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(training error)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874" y="1902484"/>
            <a:ext cx="4006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Bias (</a:t>
            </a:r>
            <a:r>
              <a:rPr lang="en-US" sz="2400" dirty="0" err="1">
                <a:solidFill>
                  <a:schemeClr val="tx2"/>
                </a:solidFill>
              </a:rPr>
              <a:t>underfit</a:t>
            </a:r>
            <a:r>
              <a:rPr lang="en-US" sz="2400" dirty="0">
                <a:solidFill>
                  <a:schemeClr val="tx2"/>
                </a:solidFill>
              </a:rPr>
              <a:t>):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1950" y="3257550"/>
            <a:ext cx="4006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Variance (</a:t>
            </a:r>
            <a:r>
              <a:rPr lang="en-US" sz="2400" dirty="0" err="1">
                <a:solidFill>
                  <a:srgbClr val="FF0000"/>
                </a:solidFill>
              </a:rPr>
              <a:t>overfit</a:t>
            </a:r>
            <a:r>
              <a:rPr lang="en-US" sz="2400" dirty="0">
                <a:solidFill>
                  <a:srgbClr val="FF0000"/>
                </a:solidFill>
              </a:rPr>
              <a:t>):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85807"/>
            <a:ext cx="457200" cy="122414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Rectangle 20"/>
          <p:cNvSpPr/>
          <p:nvPr/>
        </p:nvSpPr>
        <p:spPr>
          <a:xfrm>
            <a:off x="2492937" y="2350602"/>
            <a:ext cx="311617" cy="18821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1315514" y="2339237"/>
            <a:ext cx="8821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tx2"/>
                </a:solidFill>
              </a:rPr>
              <a:t>High bias</a:t>
            </a:r>
            <a:endParaRPr lang="it-IT" sz="1400" dirty="0">
              <a:solidFill>
                <a:schemeClr val="tx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90344" y="2978601"/>
            <a:ext cx="1180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FF0000"/>
                </a:solidFill>
              </a:rPr>
              <a:t>High variance</a:t>
            </a:r>
            <a:endParaRPr lang="it-IT" sz="1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682805" y="2423947"/>
                <a:ext cx="303878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it-IT" sz="20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it-IT" sz="20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0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GB" sz="20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large</m:t>
                      </m:r>
                    </m:oMath>
                  </m:oMathPara>
                </a14:m>
                <a:endParaRPr lang="it-IT" sz="2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805" y="2423947"/>
                <a:ext cx="3038781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2204" r="-2605" b="-34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704077" y="3714750"/>
                <a:ext cx="293138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it-IT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it-IT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GB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GB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sz="20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low</m:t>
                      </m:r>
                    </m:oMath>
                  </m:oMathPara>
                </a14:m>
                <a:endParaRPr lang="it-IT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4077" y="3714750"/>
                <a:ext cx="2931380" cy="307777"/>
              </a:xfrm>
              <a:prstGeom prst="rect">
                <a:avLst/>
              </a:prstGeom>
              <a:blipFill rotWithShape="0">
                <a:blip r:embed="rId11"/>
                <a:stretch>
                  <a:fillRect l="-2495" r="-1871" b="-2941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85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  <p:bldP spid="7" grpId="0" animBg="1"/>
      <p:bldP spid="21" grpId="0" animBg="1"/>
      <p:bldP spid="11" grpId="0"/>
      <p:bldP spid="23" grpId="0"/>
      <p:bldP spid="16" grpId="0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Practical machine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55375" y="2167000"/>
            <a:ext cx="4800600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Regularization and bias/variance</a:t>
            </a:r>
          </a:p>
        </p:txBody>
      </p:sp>
    </p:spTree>
    <p:extLst>
      <p:ext uri="{BB962C8B-B14F-4D97-AF65-F5344CB8AC3E}">
        <p14:creationId xmlns:p14="http://schemas.microsoft.com/office/powerpoint/2010/main" val="1695390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Linear regression with regularization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007" y="3872182"/>
            <a:ext cx="2603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Large </a:t>
            </a:r>
            <a:r>
              <a:rPr lang="en-US" sz="2000" dirty="0">
                <a:solidFill>
                  <a:schemeClr val="bg1"/>
                </a:solidFill>
              </a:rPr>
              <a:t>xx</a:t>
            </a:r>
          </a:p>
          <a:p>
            <a:pPr algn="ctr"/>
            <a:r>
              <a:rPr lang="en-US" sz="2000" dirty="0"/>
              <a:t>High bias (</a:t>
            </a:r>
            <a:r>
              <a:rPr lang="en-US" sz="2000" dirty="0" err="1"/>
              <a:t>underfit</a:t>
            </a:r>
            <a:r>
              <a:rPr lang="en-US" sz="2000" dirty="0"/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0035" y="3871068"/>
            <a:ext cx="22287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Intermediate </a:t>
            </a:r>
            <a:r>
              <a:rPr lang="en-US" sz="2000" dirty="0">
                <a:solidFill>
                  <a:schemeClr val="bg1"/>
                </a:solidFill>
              </a:rPr>
              <a:t>xx</a:t>
            </a:r>
            <a:endParaRPr lang="en-US" sz="2000" dirty="0"/>
          </a:p>
          <a:p>
            <a:pPr algn="ctr"/>
            <a:r>
              <a:rPr lang="en-US" sz="2000" dirty="0"/>
              <a:t>“Just right”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0654" y="3871068"/>
            <a:ext cx="3127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Small </a:t>
            </a:r>
            <a:r>
              <a:rPr lang="en-US" sz="2000" dirty="0">
                <a:solidFill>
                  <a:schemeClr val="bg1"/>
                </a:solidFill>
              </a:rPr>
              <a:t>xx</a:t>
            </a:r>
            <a:endParaRPr lang="en-US" sz="2000" dirty="0"/>
          </a:p>
          <a:p>
            <a:pPr algn="ctr"/>
            <a:r>
              <a:rPr lang="en-US" sz="2000" dirty="0"/>
              <a:t>High variance (</a:t>
            </a:r>
            <a:r>
              <a:rPr lang="en-US" sz="2000" dirty="0" err="1"/>
              <a:t>overfit</a:t>
            </a:r>
            <a:r>
              <a:rPr lang="en-US" sz="2000" dirty="0"/>
              <a:t>)</a:t>
            </a:r>
          </a:p>
        </p:txBody>
      </p:sp>
      <p:pic>
        <p:nvPicPr>
          <p:cNvPr id="36" name="Picture 3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712" y="3964558"/>
            <a:ext cx="150876" cy="214884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954" y="3957066"/>
            <a:ext cx="150876" cy="21488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8" y="4584517"/>
            <a:ext cx="2818397" cy="2070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857750"/>
            <a:ext cx="1034009" cy="23247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381000" y="8191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Model:</a:t>
            </a:r>
          </a:p>
        </p:txBody>
      </p:sp>
      <p:pic>
        <p:nvPicPr>
          <p:cNvPr id="44" name="Picture 4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675" y="904782"/>
            <a:ext cx="5072634" cy="33147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393" y="1325976"/>
            <a:ext cx="5085916" cy="763087"/>
          </a:xfrm>
          <a:prstGeom prst="rect">
            <a:avLst/>
          </a:prstGeom>
        </p:spPr>
      </p:pic>
      <p:grpSp>
        <p:nvGrpSpPr>
          <p:cNvPr id="54" name="Group 53"/>
          <p:cNvGrpSpPr/>
          <p:nvPr/>
        </p:nvGrpSpPr>
        <p:grpSpPr>
          <a:xfrm>
            <a:off x="562100" y="2038350"/>
            <a:ext cx="2220424" cy="1910686"/>
            <a:chOff x="562100" y="1264475"/>
            <a:chExt cx="2220424" cy="1910686"/>
          </a:xfrm>
        </p:grpSpPr>
        <p:graphicFrame>
          <p:nvGraphicFramePr>
            <p:cNvPr id="55" name="Chart 54"/>
            <p:cNvGraphicFramePr>
              <a:graphicFrameLocks/>
            </p:cNvGraphicFramePr>
            <p:nvPr/>
          </p:nvGraphicFramePr>
          <p:xfrm>
            <a:off x="783127" y="1264475"/>
            <a:ext cx="1999397" cy="17554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sp>
          <p:nvSpPr>
            <p:cNvPr id="56" name="TextBox 55"/>
            <p:cNvSpPr txBox="1"/>
            <p:nvPr/>
          </p:nvSpPr>
          <p:spPr>
            <a:xfrm rot="16200000">
              <a:off x="238041" y="1944471"/>
              <a:ext cx="9866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Price</a:t>
              </a:r>
            </a:p>
          </p:txBody>
        </p:sp>
        <p:sp>
          <p:nvSpPr>
            <p:cNvPr id="57" name="TextBox 20"/>
            <p:cNvSpPr txBox="1"/>
            <p:nvPr/>
          </p:nvSpPr>
          <p:spPr>
            <a:xfrm>
              <a:off x="1327689" y="2836607"/>
              <a:ext cx="9866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/>
                <a:t>Size</a:t>
              </a:r>
            </a:p>
          </p:txBody>
        </p:sp>
      </p:grpSp>
      <p:graphicFrame>
        <p:nvGraphicFramePr>
          <p:cNvPr id="58" name="Chart 57"/>
          <p:cNvGraphicFramePr>
            <a:graphicFrameLocks/>
          </p:cNvGraphicFramePr>
          <p:nvPr/>
        </p:nvGraphicFramePr>
        <p:xfrm>
          <a:off x="3439503" y="2038350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59" name="TextBox 58"/>
          <p:cNvSpPr txBox="1"/>
          <p:nvPr/>
        </p:nvSpPr>
        <p:spPr>
          <a:xfrm rot="16200000">
            <a:off x="2894417" y="2718346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60" name="TextBox 20"/>
          <p:cNvSpPr txBox="1"/>
          <p:nvPr/>
        </p:nvSpPr>
        <p:spPr>
          <a:xfrm>
            <a:off x="3984065" y="3610482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graphicFrame>
        <p:nvGraphicFramePr>
          <p:cNvPr id="61" name="Chart 60"/>
          <p:cNvGraphicFramePr>
            <a:graphicFrameLocks/>
          </p:cNvGraphicFramePr>
          <p:nvPr/>
        </p:nvGraphicFramePr>
        <p:xfrm>
          <a:off x="6258903" y="2041863"/>
          <a:ext cx="1999397" cy="1755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62" name="TextBox 61"/>
          <p:cNvSpPr txBox="1"/>
          <p:nvPr/>
        </p:nvSpPr>
        <p:spPr>
          <a:xfrm rot="16200000">
            <a:off x="5713817" y="2721859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Price</a:t>
            </a:r>
          </a:p>
        </p:txBody>
      </p:sp>
      <p:sp>
        <p:nvSpPr>
          <p:cNvPr id="63" name="TextBox 20"/>
          <p:cNvSpPr txBox="1"/>
          <p:nvPr/>
        </p:nvSpPr>
        <p:spPr>
          <a:xfrm>
            <a:off x="6803465" y="3613995"/>
            <a:ext cx="9866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dirty="0"/>
              <a:t>Size</a:t>
            </a:r>
          </a:p>
        </p:txBody>
      </p:sp>
      <p:pic>
        <p:nvPicPr>
          <p:cNvPr id="64" name="Picture 6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950" y="3968941"/>
            <a:ext cx="150876" cy="214884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1066800" y="2952750"/>
            <a:ext cx="1600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Arc 26"/>
          <p:cNvSpPr/>
          <p:nvPr/>
        </p:nvSpPr>
        <p:spPr>
          <a:xfrm rot="16200000">
            <a:off x="4235171" y="1909594"/>
            <a:ext cx="2286000" cy="3297280"/>
          </a:xfrm>
          <a:prstGeom prst="arc">
            <a:avLst>
              <a:gd name="adj1" fmla="val 16200000"/>
              <a:gd name="adj2" fmla="val 3861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reeform 27"/>
          <p:cNvSpPr/>
          <p:nvPr/>
        </p:nvSpPr>
        <p:spPr>
          <a:xfrm>
            <a:off x="6509060" y="2378867"/>
            <a:ext cx="1458685" cy="1147765"/>
          </a:xfrm>
          <a:custGeom>
            <a:avLst/>
            <a:gdLst>
              <a:gd name="connsiteX0" fmla="*/ 0 w 1458685"/>
              <a:gd name="connsiteY0" fmla="*/ 816429 h 1147765"/>
              <a:gd name="connsiteX1" fmla="*/ 76200 w 1458685"/>
              <a:gd name="connsiteY1" fmla="*/ 1110343 h 1147765"/>
              <a:gd name="connsiteX2" fmla="*/ 195942 w 1458685"/>
              <a:gd name="connsiteY2" fmla="*/ 1099458 h 1147765"/>
              <a:gd name="connsiteX3" fmla="*/ 283028 w 1458685"/>
              <a:gd name="connsiteY3" fmla="*/ 707572 h 1147765"/>
              <a:gd name="connsiteX4" fmla="*/ 304800 w 1458685"/>
              <a:gd name="connsiteY4" fmla="*/ 239486 h 1147765"/>
              <a:gd name="connsiteX5" fmla="*/ 533400 w 1458685"/>
              <a:gd name="connsiteY5" fmla="*/ 261258 h 1147765"/>
              <a:gd name="connsiteX6" fmla="*/ 653142 w 1458685"/>
              <a:gd name="connsiteY6" fmla="*/ 576943 h 1147765"/>
              <a:gd name="connsiteX7" fmla="*/ 870857 w 1458685"/>
              <a:gd name="connsiteY7" fmla="*/ 631372 h 1147765"/>
              <a:gd name="connsiteX8" fmla="*/ 914400 w 1458685"/>
              <a:gd name="connsiteY8" fmla="*/ 130629 h 1147765"/>
              <a:gd name="connsiteX9" fmla="*/ 1458685 w 1458685"/>
              <a:gd name="connsiteY9" fmla="*/ 0 h 1147765"/>
              <a:gd name="connsiteX10" fmla="*/ 1458685 w 1458685"/>
              <a:gd name="connsiteY10" fmla="*/ 0 h 1147765"/>
              <a:gd name="connsiteX11" fmla="*/ 1458685 w 1458685"/>
              <a:gd name="connsiteY11" fmla="*/ 0 h 1147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8685" h="1147765">
                <a:moveTo>
                  <a:pt x="0" y="816429"/>
                </a:moveTo>
                <a:cubicBezTo>
                  <a:pt x="21771" y="939800"/>
                  <a:pt x="43543" y="1063172"/>
                  <a:pt x="76200" y="1110343"/>
                </a:cubicBezTo>
                <a:cubicBezTo>
                  <a:pt x="108857" y="1157514"/>
                  <a:pt x="161471" y="1166587"/>
                  <a:pt x="195942" y="1099458"/>
                </a:cubicBezTo>
                <a:cubicBezTo>
                  <a:pt x="230413" y="1032329"/>
                  <a:pt x="264885" y="850901"/>
                  <a:pt x="283028" y="707572"/>
                </a:cubicBezTo>
                <a:cubicBezTo>
                  <a:pt x="301171" y="564243"/>
                  <a:pt x="263071" y="313872"/>
                  <a:pt x="304800" y="239486"/>
                </a:cubicBezTo>
                <a:cubicBezTo>
                  <a:pt x="346529" y="165100"/>
                  <a:pt x="475343" y="205015"/>
                  <a:pt x="533400" y="261258"/>
                </a:cubicBezTo>
                <a:cubicBezTo>
                  <a:pt x="591457" y="317501"/>
                  <a:pt x="596899" y="515257"/>
                  <a:pt x="653142" y="576943"/>
                </a:cubicBezTo>
                <a:cubicBezTo>
                  <a:pt x="709385" y="638629"/>
                  <a:pt x="827314" y="705758"/>
                  <a:pt x="870857" y="631372"/>
                </a:cubicBezTo>
                <a:cubicBezTo>
                  <a:pt x="914400" y="556986"/>
                  <a:pt x="816429" y="235858"/>
                  <a:pt x="914400" y="130629"/>
                </a:cubicBezTo>
                <a:cubicBezTo>
                  <a:pt x="1012371" y="25400"/>
                  <a:pt x="1458685" y="0"/>
                  <a:pt x="1458685" y="0"/>
                </a:cubicBezTo>
                <a:lnTo>
                  <a:pt x="1458685" y="0"/>
                </a:lnTo>
                <a:lnTo>
                  <a:pt x="1458685" y="0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142937" y="4549546"/>
                <a:ext cx="69506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it-IT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2937" y="4549546"/>
                <a:ext cx="695062" cy="307777"/>
              </a:xfrm>
              <a:prstGeom prst="rect">
                <a:avLst/>
              </a:prstGeom>
              <a:blipFill rotWithShape="0">
                <a:blip r:embed="rId17"/>
                <a:stretch>
                  <a:fillRect l="-8772" r="-7018" b="-58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935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Graphic spid="58" grpId="0">
        <p:bldAsOne/>
      </p:bldGraphic>
      <p:bldP spid="59" grpId="0"/>
      <p:bldP spid="60" grpId="0"/>
      <p:bldGraphic spid="61" grpId="0">
        <p:bldAsOne/>
      </p:bldGraphic>
      <p:bldP spid="62" grpId="0"/>
      <p:bldP spid="63" grpId="0"/>
      <p:bldP spid="27" grpId="0" animBg="1"/>
      <p:bldP spid="28" grpId="0" animBg="1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Choosing the regularization parameter </a:t>
            </a:r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09140"/>
            <a:ext cx="150876" cy="214884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82" y="904782"/>
            <a:ext cx="5072634" cy="33147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325976"/>
            <a:ext cx="5285816" cy="79308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4" y="2068021"/>
            <a:ext cx="4363974" cy="787159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85" y="3028950"/>
            <a:ext cx="4264498" cy="791484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002" y="3943350"/>
            <a:ext cx="4986781" cy="7914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19316" y="2708037"/>
            <a:ext cx="3278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Use CV to select the parameter and evaluate on test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1150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/>
          <p:cNvSpPr txBox="1"/>
          <p:nvPr/>
        </p:nvSpPr>
        <p:spPr>
          <a:xfrm>
            <a:off x="381000" y="1875294"/>
            <a:ext cx="73152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dirty="0"/>
              <a:t>Try</a:t>
            </a:r>
          </a:p>
          <a:p>
            <a:pPr marL="457200" indent="-457200">
              <a:buAutoNum type="arabicPeriod"/>
            </a:pPr>
            <a:r>
              <a:rPr lang="en-US" sz="2400" dirty="0"/>
              <a:t>Try</a:t>
            </a:r>
          </a:p>
          <a:p>
            <a:pPr marL="457200" indent="-457200">
              <a:buAutoNum type="arabicPeriod"/>
            </a:pPr>
            <a:r>
              <a:rPr lang="en-US" sz="2400" dirty="0"/>
              <a:t>Try</a:t>
            </a:r>
          </a:p>
          <a:p>
            <a:pPr marL="457200" indent="-457200">
              <a:buAutoNum type="arabicPeriod"/>
            </a:pPr>
            <a:r>
              <a:rPr lang="en-US" sz="2400" dirty="0"/>
              <a:t>Try</a:t>
            </a:r>
          </a:p>
          <a:p>
            <a:pPr marL="457200" indent="-457200">
              <a:buAutoNum type="arabicPeriod"/>
            </a:pPr>
            <a:r>
              <a:rPr lang="en-US" sz="2400" dirty="0"/>
              <a:t>Try</a:t>
            </a:r>
          </a:p>
          <a:p>
            <a:endParaRPr lang="en-US" sz="2400" dirty="0"/>
          </a:p>
          <a:p>
            <a:pPr marL="457200" indent="-457200">
              <a:buFont typeface="+mj-lt"/>
              <a:buAutoNum type="arabicPeriod" startAt="12"/>
            </a:pPr>
            <a:r>
              <a:rPr lang="en-US" sz="2400" dirty="0"/>
              <a:t>Try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0" y="8191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Model:</a:t>
            </a:r>
          </a:p>
        </p:txBody>
      </p:sp>
      <p:pic>
        <p:nvPicPr>
          <p:cNvPr id="44" name="Picture 4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370" y="906764"/>
            <a:ext cx="4241220" cy="2771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038350"/>
            <a:ext cx="590550" cy="18288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Choosing the regularization parameter </a:t>
            </a:r>
          </a:p>
        </p:txBody>
      </p:sp>
      <p:pic>
        <p:nvPicPr>
          <p:cNvPr id="47" name="Picture 4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09140"/>
            <a:ext cx="150876" cy="21488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2419350"/>
            <a:ext cx="901065" cy="18288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80" y="2784448"/>
            <a:ext cx="908685" cy="18288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3150870"/>
            <a:ext cx="914400" cy="18288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610" y="3500066"/>
            <a:ext cx="910590" cy="18288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610" y="4232248"/>
            <a:ext cx="716280" cy="182880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867150"/>
            <a:ext cx="28575" cy="23050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2477386" y="4552950"/>
            <a:ext cx="62779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Pick       .  Test error:</a:t>
            </a:r>
          </a:p>
        </p:txBody>
      </p:sp>
      <p:pic>
        <p:nvPicPr>
          <p:cNvPr id="54" name="Picture 5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809" y="1215166"/>
            <a:ext cx="4470725" cy="670784"/>
          </a:xfrm>
          <a:prstGeom prst="rect">
            <a:avLst/>
          </a:prstGeom>
        </p:spPr>
      </p:pic>
      <p:pic>
        <p:nvPicPr>
          <p:cNvPr id="55" name="Picture 5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0" y="4648421"/>
            <a:ext cx="356235" cy="23050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276600" y="1938979"/>
                <a:ext cx="3038332" cy="3856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)→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938979"/>
                <a:ext cx="3038332" cy="385618"/>
              </a:xfrm>
              <a:prstGeom prst="rect">
                <a:avLst/>
              </a:prstGeom>
              <a:blipFill rotWithShape="0">
                <a:blip r:embed="rId24"/>
                <a:stretch>
                  <a:fillRect l="-602" t="-1587" r="-2410" b="-174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278436" y="2327781"/>
                <a:ext cx="3038332" cy="3856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)→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436" y="2327781"/>
                <a:ext cx="3038332" cy="385618"/>
              </a:xfrm>
              <a:prstGeom prst="rect">
                <a:avLst/>
              </a:prstGeom>
              <a:blipFill rotWithShape="0">
                <a:blip r:embed="rId25"/>
                <a:stretch>
                  <a:fillRect l="-602" t="-1587" r="-2610" b="-158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276600" y="2683079"/>
                <a:ext cx="3096040" cy="3906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)→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d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(3)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683079"/>
                <a:ext cx="3096040" cy="390684"/>
              </a:xfrm>
              <a:prstGeom prst="rect">
                <a:avLst/>
              </a:prstGeom>
              <a:blipFill rotWithShape="0">
                <a:blip r:embed="rId26"/>
                <a:stretch>
                  <a:fillRect t="-1563" r="-1381" b="-156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3276600" y="3039375"/>
                <a:ext cx="3038332" cy="3856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)→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(4)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3039375"/>
                <a:ext cx="3038332" cy="385618"/>
              </a:xfrm>
              <a:prstGeom prst="rect">
                <a:avLst/>
              </a:prstGeom>
              <a:blipFill rotWithShape="0">
                <a:blip r:embed="rId27"/>
                <a:stretch>
                  <a:fillRect l="-602" t="-1587" r="-2410" b="-158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285392" y="4161963"/>
                <a:ext cx="3233899" cy="3856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)→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e>
                              </m:d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𝑐𝑣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(12)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392" y="4161963"/>
                <a:ext cx="3233899" cy="385618"/>
              </a:xfrm>
              <a:prstGeom prst="rect">
                <a:avLst/>
              </a:prstGeom>
              <a:blipFill rotWithShape="0">
                <a:blip r:embed="rId28"/>
                <a:stretch>
                  <a:fillRect l="-566" t="-1587" r="-2453" b="-158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285392" y="3407860"/>
                <a:ext cx="4614404" cy="3856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func>
                        <m:funcPr>
                          <m:ctrlPr>
                            <a:rPr lang="it-IT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it-IT" i="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it-IT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)→</m:t>
                          </m:r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GB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</m:d>
                            </m:sup>
                          </m:s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𝑐𝑣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(5)</m:t>
                              </m:r>
                            </m:sup>
                          </m:sSup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(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minimum</m:t>
                          </m:r>
                          <m:r>
                            <m:rPr>
                              <m:nor/>
                            </m:rPr>
                            <a:rPr lang="en-GB" b="0" i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𝑐𝑣</m:t>
                              </m:r>
                            </m:sub>
                          </m:sSub>
                          <m:r>
                            <a:rPr lang="en-GB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392" y="3407860"/>
                <a:ext cx="4614404" cy="385618"/>
              </a:xfrm>
              <a:prstGeom prst="rect">
                <a:avLst/>
              </a:prstGeom>
              <a:blipFill rotWithShape="0">
                <a:blip r:embed="rId29"/>
                <a:stretch>
                  <a:fillRect l="-264" t="-1587" r="-1453" b="-1746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72989" y="4588574"/>
                <a:ext cx="1153906" cy="3206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GB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GB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(5)</m:t>
                          </m:r>
                        </m:sup>
                      </m:sSup>
                      <m:r>
                        <a:rPr lang="en-GB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989" y="4588574"/>
                <a:ext cx="1153906" cy="320601"/>
              </a:xfrm>
              <a:prstGeom prst="rect">
                <a:avLst/>
              </a:prstGeom>
              <a:blipFill rotWithShape="0">
                <a:blip r:embed="rId30"/>
                <a:stretch>
                  <a:fillRect l="-7407" t="-7692" r="-7937" b="-3461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998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Bias/variance as a function of the regularization parameter</a:t>
            </a:r>
          </a:p>
        </p:txBody>
      </p:sp>
      <p:pic>
        <p:nvPicPr>
          <p:cNvPr id="37" name="Picture 3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724" y="409140"/>
            <a:ext cx="150876" cy="214884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47" y="2429255"/>
            <a:ext cx="3781262" cy="682052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47" y="3141298"/>
            <a:ext cx="3695069" cy="685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82" y="1733550"/>
            <a:ext cx="4636820" cy="695705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5486400" y="1224406"/>
            <a:ext cx="0" cy="332854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289699" y="4359828"/>
            <a:ext cx="342900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4490466"/>
            <a:ext cx="150876" cy="2148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rot="16200000">
            <a:off x="4998790" y="1376683"/>
            <a:ext cx="658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</a:t>
            </a:r>
            <a:endParaRPr lang="en-US" baseline="-25000" dirty="0"/>
          </a:p>
        </p:txBody>
      </p:sp>
      <p:sp>
        <p:nvSpPr>
          <p:cNvPr id="6" name="Freeform 5"/>
          <p:cNvSpPr/>
          <p:nvPr/>
        </p:nvSpPr>
        <p:spPr>
          <a:xfrm>
            <a:off x="5591908" y="1441938"/>
            <a:ext cx="3077307" cy="2813539"/>
          </a:xfrm>
          <a:custGeom>
            <a:avLst/>
            <a:gdLst>
              <a:gd name="connsiteX0" fmla="*/ 0 w 3077307"/>
              <a:gd name="connsiteY0" fmla="*/ 2813539 h 2813539"/>
              <a:gd name="connsiteX1" fmla="*/ 931984 w 3077307"/>
              <a:gd name="connsiteY1" fmla="*/ 2602524 h 2813539"/>
              <a:gd name="connsiteX2" fmla="*/ 1881554 w 3077307"/>
              <a:gd name="connsiteY2" fmla="*/ 2039816 h 2813539"/>
              <a:gd name="connsiteX3" fmla="*/ 2611315 w 3077307"/>
              <a:gd name="connsiteY3" fmla="*/ 1213339 h 2813539"/>
              <a:gd name="connsiteX4" fmla="*/ 3077307 w 3077307"/>
              <a:gd name="connsiteY4" fmla="*/ 0 h 2813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77307" h="2813539">
                <a:moveTo>
                  <a:pt x="0" y="2813539"/>
                </a:moveTo>
                <a:cubicBezTo>
                  <a:pt x="309196" y="2772508"/>
                  <a:pt x="618392" y="2731478"/>
                  <a:pt x="931984" y="2602524"/>
                </a:cubicBezTo>
                <a:cubicBezTo>
                  <a:pt x="1245576" y="2473570"/>
                  <a:pt x="1601666" y="2271347"/>
                  <a:pt x="1881554" y="2039816"/>
                </a:cubicBezTo>
                <a:cubicBezTo>
                  <a:pt x="2161442" y="1808285"/>
                  <a:pt x="2412023" y="1553308"/>
                  <a:pt x="2611315" y="1213339"/>
                </a:cubicBezTo>
                <a:cubicBezTo>
                  <a:pt x="2810607" y="873370"/>
                  <a:pt x="2943957" y="436685"/>
                  <a:pt x="307730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728206" y="3216573"/>
                <a:ext cx="906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8206" y="3216573"/>
                <a:ext cx="906530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8108" t="-4444" r="-9459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/>
          <p:cNvSpPr/>
          <p:nvPr/>
        </p:nvSpPr>
        <p:spPr>
          <a:xfrm>
            <a:off x="5618284" y="1441938"/>
            <a:ext cx="2785637" cy="2120412"/>
          </a:xfrm>
          <a:custGeom>
            <a:avLst/>
            <a:gdLst>
              <a:gd name="connsiteX0" fmla="*/ 0 w 1650670"/>
              <a:gd name="connsiteY0" fmla="*/ 0 h 1294796"/>
              <a:gd name="connsiteX1" fmla="*/ 617517 w 1650670"/>
              <a:gd name="connsiteY1" fmla="*/ 1187532 h 1294796"/>
              <a:gd name="connsiteX2" fmla="*/ 1163782 w 1650670"/>
              <a:gd name="connsiteY2" fmla="*/ 1104405 h 1294796"/>
              <a:gd name="connsiteX3" fmla="*/ 1650670 w 1650670"/>
              <a:gd name="connsiteY3" fmla="*/ 0 h 1294796"/>
              <a:gd name="connsiteX0" fmla="*/ 0 w 1650670"/>
              <a:gd name="connsiteY0" fmla="*/ 0 h 1104405"/>
              <a:gd name="connsiteX1" fmla="*/ 546265 w 1650670"/>
              <a:gd name="connsiteY1" fmla="*/ 1104405 h 1104405"/>
              <a:gd name="connsiteX2" fmla="*/ 1163782 w 1650670"/>
              <a:gd name="connsiteY2" fmla="*/ 1104405 h 1104405"/>
              <a:gd name="connsiteX3" fmla="*/ 1650670 w 1650670"/>
              <a:gd name="connsiteY3" fmla="*/ 0 h 1104405"/>
              <a:gd name="connsiteX0" fmla="*/ 0 w 1650670"/>
              <a:gd name="connsiteY0" fmla="*/ 0 h 1256291"/>
              <a:gd name="connsiteX1" fmla="*/ 403762 w 1650670"/>
              <a:gd name="connsiteY1" fmla="*/ 1128155 h 1256291"/>
              <a:gd name="connsiteX2" fmla="*/ 1163782 w 1650670"/>
              <a:gd name="connsiteY2" fmla="*/ 1104405 h 1256291"/>
              <a:gd name="connsiteX3" fmla="*/ 1650670 w 1650670"/>
              <a:gd name="connsiteY3" fmla="*/ 0 h 1256291"/>
              <a:gd name="connsiteX0" fmla="*/ 0 w 1579418"/>
              <a:gd name="connsiteY0" fmla="*/ 0 h 1281611"/>
              <a:gd name="connsiteX1" fmla="*/ 332510 w 1579418"/>
              <a:gd name="connsiteY1" fmla="*/ 1151906 h 1281611"/>
              <a:gd name="connsiteX2" fmla="*/ 1092530 w 1579418"/>
              <a:gd name="connsiteY2" fmla="*/ 1128156 h 1281611"/>
              <a:gd name="connsiteX3" fmla="*/ 1579418 w 1579418"/>
              <a:gd name="connsiteY3" fmla="*/ 23751 h 1281611"/>
              <a:gd name="connsiteX0" fmla="*/ 0 w 1579418"/>
              <a:gd name="connsiteY0" fmla="*/ 0 h 1281611"/>
              <a:gd name="connsiteX1" fmla="*/ 332510 w 1579418"/>
              <a:gd name="connsiteY1" fmla="*/ 1151906 h 1281611"/>
              <a:gd name="connsiteX2" fmla="*/ 1092530 w 1579418"/>
              <a:gd name="connsiteY2" fmla="*/ 1128156 h 1281611"/>
              <a:gd name="connsiteX3" fmla="*/ 1579418 w 1579418"/>
              <a:gd name="connsiteY3" fmla="*/ 23751 h 1281611"/>
              <a:gd name="connsiteX0" fmla="*/ 0 w 1531917"/>
              <a:gd name="connsiteY0" fmla="*/ 0 h 1278859"/>
              <a:gd name="connsiteX1" fmla="*/ 332510 w 1531917"/>
              <a:gd name="connsiteY1" fmla="*/ 1151906 h 1278859"/>
              <a:gd name="connsiteX2" fmla="*/ 1092530 w 1531917"/>
              <a:gd name="connsiteY2" fmla="*/ 1128156 h 1278859"/>
              <a:gd name="connsiteX3" fmla="*/ 1531917 w 1531917"/>
              <a:gd name="connsiteY3" fmla="*/ 71252 h 1278859"/>
              <a:gd name="connsiteX0" fmla="*/ 0 w 1531917"/>
              <a:gd name="connsiteY0" fmla="*/ 0 h 1285047"/>
              <a:gd name="connsiteX1" fmla="*/ 332510 w 1531917"/>
              <a:gd name="connsiteY1" fmla="*/ 1151906 h 1285047"/>
              <a:gd name="connsiteX2" fmla="*/ 843148 w 1531917"/>
              <a:gd name="connsiteY2" fmla="*/ 1140031 h 1285047"/>
              <a:gd name="connsiteX3" fmla="*/ 1531917 w 1531917"/>
              <a:gd name="connsiteY3" fmla="*/ 71252 h 1285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31917" h="1285047">
                <a:moveTo>
                  <a:pt x="0" y="0"/>
                </a:moveTo>
                <a:cubicBezTo>
                  <a:pt x="152399" y="691737"/>
                  <a:pt x="191985" y="961901"/>
                  <a:pt x="332510" y="1151906"/>
                </a:cubicBezTo>
                <a:cubicBezTo>
                  <a:pt x="473035" y="1341911"/>
                  <a:pt x="643247" y="1320140"/>
                  <a:pt x="843148" y="1140031"/>
                </a:cubicBezTo>
                <a:cubicBezTo>
                  <a:pt x="1043049" y="959922"/>
                  <a:pt x="1374569" y="524493"/>
                  <a:pt x="1531917" y="7125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323070" y="1733550"/>
                <a:ext cx="6498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3070" y="1733550"/>
                <a:ext cx="649858" cy="276999"/>
              </a:xfrm>
              <a:prstGeom prst="rect">
                <a:avLst/>
              </a:prstGeom>
              <a:blipFill rotWithShape="0">
                <a:blip r:embed="rId12"/>
                <a:stretch>
                  <a:fillRect l="-11215" t="-2174" r="-12150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277385" y="2585615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Just right</a:t>
            </a:r>
            <a:endParaRPr lang="it-IT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>
            <a:stCxn id="8" idx="2"/>
          </p:cNvCxnSpPr>
          <p:nvPr/>
        </p:nvCxnSpPr>
        <p:spPr>
          <a:xfrm flipH="1">
            <a:off x="6629400" y="2954947"/>
            <a:ext cx="295685" cy="60740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6629400" y="3562350"/>
            <a:ext cx="0" cy="797478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453033" y="4305240"/>
                <a:ext cx="47205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GB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it-IT" sz="2000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033" y="4305240"/>
                <a:ext cx="472052" cy="400110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93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6" grpId="0" animBg="1"/>
      <p:bldP spid="17" grpId="0"/>
      <p:bldP spid="8" grpId="0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Prectical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machine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1809750"/>
            <a:ext cx="4800600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Learning curves</a:t>
            </a:r>
          </a:p>
        </p:txBody>
      </p:sp>
    </p:spTree>
    <p:extLst>
      <p:ext uri="{BB962C8B-B14F-4D97-AF65-F5344CB8AC3E}">
        <p14:creationId xmlns:p14="http://schemas.microsoft.com/office/powerpoint/2010/main" val="40756407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Learning curves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5698675" y="668982"/>
            <a:ext cx="11370" cy="9865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562600" y="1540516"/>
            <a:ext cx="1363516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ross 17"/>
          <p:cNvSpPr/>
          <p:nvPr/>
        </p:nvSpPr>
        <p:spPr>
          <a:xfrm rot="2734294">
            <a:off x="6651028" y="932616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ross 47"/>
          <p:cNvSpPr/>
          <p:nvPr/>
        </p:nvSpPr>
        <p:spPr>
          <a:xfrm rot="2734294">
            <a:off x="8106963" y="95221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Cross 51"/>
          <p:cNvSpPr/>
          <p:nvPr/>
        </p:nvSpPr>
        <p:spPr>
          <a:xfrm rot="2734294">
            <a:off x="7815335" y="996538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ross 54"/>
          <p:cNvSpPr/>
          <p:nvPr/>
        </p:nvSpPr>
        <p:spPr>
          <a:xfrm rot="2734294">
            <a:off x="6638796" y="2011818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ross 55"/>
          <p:cNvSpPr/>
          <p:nvPr/>
        </p:nvSpPr>
        <p:spPr>
          <a:xfrm rot="2734294">
            <a:off x="6347168" y="2056144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Cross 56"/>
          <p:cNvSpPr/>
          <p:nvPr/>
        </p:nvSpPr>
        <p:spPr>
          <a:xfrm rot="2734294">
            <a:off x="5826445" y="245413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Cross 59"/>
          <p:cNvSpPr/>
          <p:nvPr/>
        </p:nvSpPr>
        <p:spPr>
          <a:xfrm rot="2734294">
            <a:off x="8115047" y="2001185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ross 60"/>
          <p:cNvSpPr/>
          <p:nvPr/>
        </p:nvSpPr>
        <p:spPr>
          <a:xfrm rot="2734294">
            <a:off x="7823419" y="2045511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ross 61"/>
          <p:cNvSpPr/>
          <p:nvPr/>
        </p:nvSpPr>
        <p:spPr>
          <a:xfrm rot="2734294">
            <a:off x="7302696" y="2443499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Cross 62"/>
          <p:cNvSpPr/>
          <p:nvPr/>
        </p:nvSpPr>
        <p:spPr>
          <a:xfrm rot="2734294">
            <a:off x="7520663" y="2131137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42932"/>
            <a:ext cx="2621280" cy="274320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65" y="828473"/>
            <a:ext cx="3781262" cy="682052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65" y="1540516"/>
            <a:ext cx="3695069" cy="685800"/>
          </a:xfrm>
          <a:prstGeom prst="rect">
            <a:avLst/>
          </a:prstGeom>
        </p:spPr>
      </p:pic>
      <p:cxnSp>
        <p:nvCxnSpPr>
          <p:cNvPr id="71" name="Straight Arrow Connector 70"/>
          <p:cNvCxnSpPr/>
          <p:nvPr/>
        </p:nvCxnSpPr>
        <p:spPr>
          <a:xfrm flipV="1">
            <a:off x="1077388" y="2519806"/>
            <a:ext cx="0" cy="218554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904737" y="4507211"/>
            <a:ext cx="3116098" cy="501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835" y="4633647"/>
            <a:ext cx="209550" cy="1143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944385" y="4537019"/>
            <a:ext cx="323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(training set size)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7154559" y="670751"/>
            <a:ext cx="11370" cy="9865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7018484" y="1542285"/>
            <a:ext cx="1363516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5686392" y="1737551"/>
            <a:ext cx="11370" cy="9865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5550317" y="2609085"/>
            <a:ext cx="1363516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7154559" y="1737551"/>
            <a:ext cx="11370" cy="9865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018484" y="2609085"/>
            <a:ext cx="1363516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ross 63"/>
          <p:cNvSpPr/>
          <p:nvPr/>
        </p:nvSpPr>
        <p:spPr>
          <a:xfrm rot="2734294">
            <a:off x="6645981" y="3067985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ross 64"/>
          <p:cNvSpPr/>
          <p:nvPr/>
        </p:nvSpPr>
        <p:spPr>
          <a:xfrm rot="2734294">
            <a:off x="6354353" y="3112311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ross 65"/>
          <p:cNvSpPr/>
          <p:nvPr/>
        </p:nvSpPr>
        <p:spPr>
          <a:xfrm rot="2734294">
            <a:off x="5833630" y="3510299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Cross 66"/>
          <p:cNvSpPr/>
          <p:nvPr/>
        </p:nvSpPr>
        <p:spPr>
          <a:xfrm rot="2734294">
            <a:off x="6051597" y="3197937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 flipV="1">
            <a:off x="5685493" y="2804351"/>
            <a:ext cx="11370" cy="9865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>
            <a:off x="5549418" y="3675885"/>
            <a:ext cx="1363516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Cross 74"/>
          <p:cNvSpPr/>
          <p:nvPr/>
        </p:nvSpPr>
        <p:spPr>
          <a:xfrm rot="2734294">
            <a:off x="5921938" y="3302275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Cross 75"/>
          <p:cNvSpPr/>
          <p:nvPr/>
        </p:nvSpPr>
        <p:spPr>
          <a:xfrm rot="2734294">
            <a:off x="8104414" y="3067985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Cross 80"/>
          <p:cNvSpPr/>
          <p:nvPr/>
        </p:nvSpPr>
        <p:spPr>
          <a:xfrm rot="2734294">
            <a:off x="7812786" y="3112311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Cross 81"/>
          <p:cNvSpPr/>
          <p:nvPr/>
        </p:nvSpPr>
        <p:spPr>
          <a:xfrm rot="2734294">
            <a:off x="7292063" y="3510299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ross 82"/>
          <p:cNvSpPr/>
          <p:nvPr/>
        </p:nvSpPr>
        <p:spPr>
          <a:xfrm rot="2734294">
            <a:off x="7510030" y="3197937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/>
          <p:cNvCxnSpPr/>
          <p:nvPr/>
        </p:nvCxnSpPr>
        <p:spPr>
          <a:xfrm flipV="1">
            <a:off x="7143926" y="2804351"/>
            <a:ext cx="11370" cy="986599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/>
          <p:nvPr/>
        </p:nvCxnSpPr>
        <p:spPr>
          <a:xfrm>
            <a:off x="7007851" y="3675885"/>
            <a:ext cx="1363516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Cross 85"/>
          <p:cNvSpPr/>
          <p:nvPr/>
        </p:nvSpPr>
        <p:spPr>
          <a:xfrm rot="2734294">
            <a:off x="7380371" y="3302275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Cross 86"/>
          <p:cNvSpPr/>
          <p:nvPr/>
        </p:nvSpPr>
        <p:spPr>
          <a:xfrm rot="2734294">
            <a:off x="7943920" y="3069868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 rot="16200000">
            <a:off x="258322" y="2736951"/>
            <a:ext cx="95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8" name="Arc 7"/>
          <p:cNvSpPr/>
          <p:nvPr/>
        </p:nvSpPr>
        <p:spPr>
          <a:xfrm>
            <a:off x="5909106" y="498245"/>
            <a:ext cx="1000701" cy="537897"/>
          </a:xfrm>
          <a:prstGeom prst="arc">
            <a:avLst>
              <a:gd name="adj1" fmla="val 913448"/>
              <a:gd name="adj2" fmla="val 96420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Arc 48"/>
          <p:cNvSpPr/>
          <p:nvPr/>
        </p:nvSpPr>
        <p:spPr>
          <a:xfrm rot="10800000">
            <a:off x="7427821" y="973086"/>
            <a:ext cx="1000701" cy="537897"/>
          </a:xfrm>
          <a:prstGeom prst="arc">
            <a:avLst>
              <a:gd name="adj1" fmla="val 913448"/>
              <a:gd name="adj2" fmla="val 96420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Arc 49"/>
          <p:cNvSpPr/>
          <p:nvPr/>
        </p:nvSpPr>
        <p:spPr>
          <a:xfrm rot="9431848">
            <a:off x="5823907" y="2078507"/>
            <a:ext cx="1021587" cy="537897"/>
          </a:xfrm>
          <a:prstGeom prst="arc">
            <a:avLst>
              <a:gd name="adj1" fmla="val 631346"/>
              <a:gd name="adj2" fmla="val 96420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reeform 8"/>
          <p:cNvSpPr/>
          <p:nvPr/>
        </p:nvSpPr>
        <p:spPr>
          <a:xfrm>
            <a:off x="5857127" y="3071346"/>
            <a:ext cx="940777" cy="474785"/>
          </a:xfrm>
          <a:custGeom>
            <a:avLst/>
            <a:gdLst>
              <a:gd name="connsiteX0" fmla="*/ 0 w 940777"/>
              <a:gd name="connsiteY0" fmla="*/ 474785 h 474785"/>
              <a:gd name="connsiteX1" fmla="*/ 184638 w 940777"/>
              <a:gd name="connsiteY1" fmla="*/ 193431 h 474785"/>
              <a:gd name="connsiteX2" fmla="*/ 527538 w 940777"/>
              <a:gd name="connsiteY2" fmla="*/ 52754 h 474785"/>
              <a:gd name="connsiteX3" fmla="*/ 940777 w 940777"/>
              <a:gd name="connsiteY3" fmla="*/ 0 h 47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0777" h="474785">
                <a:moveTo>
                  <a:pt x="0" y="474785"/>
                </a:moveTo>
                <a:cubicBezTo>
                  <a:pt x="48357" y="369277"/>
                  <a:pt x="96715" y="263769"/>
                  <a:pt x="184638" y="193431"/>
                </a:cubicBezTo>
                <a:cubicBezTo>
                  <a:pt x="272561" y="123092"/>
                  <a:pt x="401515" y="84992"/>
                  <a:pt x="527538" y="52754"/>
                </a:cubicBezTo>
                <a:cubicBezTo>
                  <a:pt x="653561" y="20516"/>
                  <a:pt x="797169" y="10258"/>
                  <a:pt x="940777" y="0"/>
                </a:cubicBez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085353" y="1122147"/>
                <a:ext cx="52764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5353" y="1122147"/>
                <a:ext cx="527645" cy="215444"/>
              </a:xfrm>
              <a:prstGeom prst="rect">
                <a:avLst/>
              </a:prstGeom>
              <a:blipFill rotWithShape="0">
                <a:blip r:embed="rId10"/>
                <a:stretch>
                  <a:fillRect l="-3448" r="-6897" b="-57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7660445" y="1150640"/>
                <a:ext cx="52764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445" y="1150640"/>
                <a:ext cx="527645" cy="215444"/>
              </a:xfrm>
              <a:prstGeom prst="rect">
                <a:avLst/>
              </a:prstGeom>
              <a:blipFill rotWithShape="0">
                <a:blip r:embed="rId11"/>
                <a:stretch>
                  <a:fillRect l="-4651" r="-8140" b="-57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6165786" y="2230850"/>
                <a:ext cx="42966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/>
                  <a:t>3</a:t>
                </a: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786" y="2230850"/>
                <a:ext cx="429669" cy="215444"/>
              </a:xfrm>
              <a:prstGeom prst="rect">
                <a:avLst/>
              </a:prstGeom>
              <a:blipFill rotWithShape="0">
                <a:blip r:embed="rId12"/>
                <a:stretch>
                  <a:fillRect l="-9859" t="-25714" r="-23944" b="-5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7674096" y="2245267"/>
                <a:ext cx="52764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4096" y="2245267"/>
                <a:ext cx="527645" cy="215444"/>
              </a:xfrm>
              <a:prstGeom prst="rect">
                <a:avLst/>
              </a:prstGeom>
              <a:blipFill rotWithShape="0">
                <a:blip r:embed="rId13"/>
                <a:stretch>
                  <a:fillRect l="-4651" r="-8140" b="-2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/>
              <p:cNvSpPr txBox="1"/>
              <p:nvPr/>
            </p:nvSpPr>
            <p:spPr>
              <a:xfrm>
                <a:off x="6175351" y="3405371"/>
                <a:ext cx="42966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1400" dirty="0"/>
                  <a:t>5</a:t>
                </a:r>
              </a:p>
            </p:txBody>
          </p:sp>
        </mc:Choice>
        <mc:Fallback xmlns="">
          <p:sp>
            <p:nvSpPr>
              <p:cNvPr id="77" name="TextBox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351" y="3405371"/>
                <a:ext cx="429669" cy="215444"/>
              </a:xfrm>
              <a:prstGeom prst="rect">
                <a:avLst/>
              </a:prstGeom>
              <a:blipFill rotWithShape="0">
                <a:blip r:embed="rId14"/>
                <a:stretch>
                  <a:fillRect l="-9859" t="-28571" r="-23944" b="-5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/>
              <p:cNvSpPr txBox="1"/>
              <p:nvPr/>
            </p:nvSpPr>
            <p:spPr>
              <a:xfrm>
                <a:off x="7660444" y="3372898"/>
                <a:ext cx="52764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it-IT" sz="1400" dirty="0"/>
              </a:p>
            </p:txBody>
          </p:sp>
        </mc:Choice>
        <mc:Fallback xmlns="">
          <p:sp>
            <p:nvSpPr>
              <p:cNvPr id="80" name="TextBox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0444" y="3372898"/>
                <a:ext cx="527645" cy="215444"/>
              </a:xfrm>
              <a:prstGeom prst="rect">
                <a:avLst/>
              </a:prstGeom>
              <a:blipFill rotWithShape="0">
                <a:blip r:embed="rId15"/>
                <a:stretch>
                  <a:fillRect l="-4651" r="-8140" b="-277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Freeform 87"/>
          <p:cNvSpPr/>
          <p:nvPr/>
        </p:nvSpPr>
        <p:spPr>
          <a:xfrm>
            <a:off x="7260964" y="3060847"/>
            <a:ext cx="940777" cy="474785"/>
          </a:xfrm>
          <a:custGeom>
            <a:avLst/>
            <a:gdLst>
              <a:gd name="connsiteX0" fmla="*/ 0 w 940777"/>
              <a:gd name="connsiteY0" fmla="*/ 474785 h 474785"/>
              <a:gd name="connsiteX1" fmla="*/ 184638 w 940777"/>
              <a:gd name="connsiteY1" fmla="*/ 193431 h 474785"/>
              <a:gd name="connsiteX2" fmla="*/ 527538 w 940777"/>
              <a:gd name="connsiteY2" fmla="*/ 52754 h 474785"/>
              <a:gd name="connsiteX3" fmla="*/ 940777 w 940777"/>
              <a:gd name="connsiteY3" fmla="*/ 0 h 47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0777" h="474785">
                <a:moveTo>
                  <a:pt x="0" y="474785"/>
                </a:moveTo>
                <a:cubicBezTo>
                  <a:pt x="48357" y="369277"/>
                  <a:pt x="96715" y="263769"/>
                  <a:pt x="184638" y="193431"/>
                </a:cubicBezTo>
                <a:cubicBezTo>
                  <a:pt x="272561" y="123092"/>
                  <a:pt x="401515" y="84992"/>
                  <a:pt x="527538" y="52754"/>
                </a:cubicBezTo>
                <a:cubicBezTo>
                  <a:pt x="653561" y="20516"/>
                  <a:pt x="797169" y="10258"/>
                  <a:pt x="940777" y="0"/>
                </a:cubicBezTo>
              </a:path>
            </a:pathLst>
          </a:cu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Arc 88"/>
          <p:cNvSpPr/>
          <p:nvPr/>
        </p:nvSpPr>
        <p:spPr>
          <a:xfrm rot="9431848">
            <a:off x="7398817" y="2078296"/>
            <a:ext cx="1021587" cy="537897"/>
          </a:xfrm>
          <a:prstGeom prst="arc">
            <a:avLst>
              <a:gd name="adj1" fmla="val 631346"/>
              <a:gd name="adj2" fmla="val 9642051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Arc 13"/>
          <p:cNvSpPr/>
          <p:nvPr/>
        </p:nvSpPr>
        <p:spPr>
          <a:xfrm>
            <a:off x="918596" y="3850416"/>
            <a:ext cx="6225330" cy="1969699"/>
          </a:xfrm>
          <a:prstGeom prst="arc">
            <a:avLst>
              <a:gd name="adj1" fmla="val 11255494"/>
              <a:gd name="adj2" fmla="val 16062927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1" name="Arc 90"/>
          <p:cNvSpPr/>
          <p:nvPr/>
        </p:nvSpPr>
        <p:spPr>
          <a:xfrm rot="16200000">
            <a:off x="2749344" y="-488042"/>
            <a:ext cx="2599005" cy="5728174"/>
          </a:xfrm>
          <a:prstGeom prst="arc">
            <a:avLst>
              <a:gd name="adj1" fmla="val 11255494"/>
              <a:gd name="adj2" fmla="val 16062927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/>
              <p:cNvSpPr txBox="1"/>
              <p:nvPr/>
            </p:nvSpPr>
            <p:spPr>
              <a:xfrm>
                <a:off x="2065390" y="2996125"/>
                <a:ext cx="6498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2" name="TextBox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390" y="2996125"/>
                <a:ext cx="649858" cy="276999"/>
              </a:xfrm>
              <a:prstGeom prst="rect">
                <a:avLst/>
              </a:prstGeom>
              <a:blipFill rotWithShape="0">
                <a:blip r:embed="rId16"/>
                <a:stretch>
                  <a:fillRect l="-11321" t="-2174" r="-13208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3204127" y="3886910"/>
                <a:ext cx="906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127" y="3886910"/>
                <a:ext cx="906530" cy="276999"/>
              </a:xfrm>
              <a:prstGeom prst="rect">
                <a:avLst/>
              </a:prstGeom>
              <a:blipFill rotWithShape="0">
                <a:blip r:embed="rId17"/>
                <a:stretch>
                  <a:fillRect l="-8108" t="-4444" r="-9459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561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8" grpId="0" animBg="1"/>
      <p:bldP spid="52" grpId="0" animBg="1"/>
      <p:bldP spid="55" grpId="0" animBg="1"/>
      <p:bldP spid="56" grpId="0" animBg="1"/>
      <p:bldP spid="57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75" grpId="0" animBg="1"/>
      <p:bldP spid="76" grpId="0" animBg="1"/>
      <p:bldP spid="81" grpId="0" animBg="1"/>
      <p:bldP spid="82" grpId="0" animBg="1"/>
      <p:bldP spid="83" grpId="0" animBg="1"/>
      <p:bldP spid="86" grpId="0" animBg="1"/>
      <p:bldP spid="87" grpId="0" animBg="1"/>
      <p:bldP spid="8" grpId="0" animBg="1"/>
      <p:bldP spid="49" grpId="0" animBg="1"/>
      <p:bldP spid="50" grpId="0" animBg="1"/>
      <p:bldP spid="9" grpId="0" animBg="1"/>
      <p:bldP spid="12" grpId="0"/>
      <p:bldP spid="54" grpId="0"/>
      <p:bldP spid="58" grpId="0"/>
      <p:bldP spid="59" grpId="0"/>
      <p:bldP spid="77" grpId="0"/>
      <p:bldP spid="80" grpId="0"/>
      <p:bldP spid="88" grpId="0" animBg="1"/>
      <p:bldP spid="89" grpId="0" animBg="1"/>
      <p:bldP spid="14" grpId="0" animBg="1"/>
      <p:bldP spid="91" grpId="0" animBg="1"/>
      <p:bldP spid="92" grpId="0"/>
      <p:bldP spid="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High bias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5698675" y="590550"/>
            <a:ext cx="16325" cy="185074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562600" y="2326227"/>
            <a:ext cx="243840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ross 17"/>
          <p:cNvSpPr/>
          <p:nvPr/>
        </p:nvSpPr>
        <p:spPr>
          <a:xfrm rot="2734294">
            <a:off x="5959592" y="1997370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1" y="242932"/>
            <a:ext cx="1834515" cy="255270"/>
          </a:xfrm>
          <a:prstGeom prst="rect">
            <a:avLst/>
          </a:prstGeom>
        </p:spPr>
      </p:pic>
      <p:cxnSp>
        <p:nvCxnSpPr>
          <p:cNvPr id="71" name="Straight Arrow Connector 70"/>
          <p:cNvCxnSpPr/>
          <p:nvPr/>
        </p:nvCxnSpPr>
        <p:spPr>
          <a:xfrm flipV="1">
            <a:off x="1077388" y="1023405"/>
            <a:ext cx="0" cy="218554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904737" y="3010810"/>
            <a:ext cx="3116098" cy="501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835" y="3137246"/>
            <a:ext cx="209550" cy="1143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944385" y="3040618"/>
            <a:ext cx="323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(training set size)</a:t>
            </a:r>
          </a:p>
        </p:txBody>
      </p:sp>
      <p:sp>
        <p:nvSpPr>
          <p:cNvPr id="90" name="TextBox 89"/>
          <p:cNvSpPr txBox="1"/>
          <p:nvPr/>
        </p:nvSpPr>
        <p:spPr>
          <a:xfrm rot="16200000">
            <a:off x="417115" y="844883"/>
            <a:ext cx="95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49" name="Cross 48"/>
          <p:cNvSpPr/>
          <p:nvPr/>
        </p:nvSpPr>
        <p:spPr>
          <a:xfrm rot="2734294">
            <a:off x="6096088" y="1535573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ross 49"/>
          <p:cNvSpPr/>
          <p:nvPr/>
        </p:nvSpPr>
        <p:spPr>
          <a:xfrm rot="2734294">
            <a:off x="6400278" y="1141616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ross 50"/>
          <p:cNvSpPr/>
          <p:nvPr/>
        </p:nvSpPr>
        <p:spPr>
          <a:xfrm rot="2734294">
            <a:off x="6996617" y="1002511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ross 52"/>
          <p:cNvSpPr/>
          <p:nvPr/>
        </p:nvSpPr>
        <p:spPr>
          <a:xfrm rot="2734294">
            <a:off x="7429247" y="1023778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5698675" y="2711143"/>
            <a:ext cx="0" cy="199420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5562600" y="4590284"/>
            <a:ext cx="243840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Cross 58"/>
          <p:cNvSpPr/>
          <p:nvPr/>
        </p:nvSpPr>
        <p:spPr>
          <a:xfrm rot="2734294">
            <a:off x="5959592" y="4261427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Cross 76"/>
          <p:cNvSpPr/>
          <p:nvPr/>
        </p:nvSpPr>
        <p:spPr>
          <a:xfrm rot="2734294">
            <a:off x="6068991" y="3845206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Cross 79"/>
          <p:cNvSpPr/>
          <p:nvPr/>
        </p:nvSpPr>
        <p:spPr>
          <a:xfrm rot="2734294">
            <a:off x="6217393" y="350887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ross 87"/>
          <p:cNvSpPr/>
          <p:nvPr/>
        </p:nvSpPr>
        <p:spPr>
          <a:xfrm rot="2734294">
            <a:off x="6585853" y="3327295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Cross 88"/>
          <p:cNvSpPr/>
          <p:nvPr/>
        </p:nvSpPr>
        <p:spPr>
          <a:xfrm rot="2734294">
            <a:off x="6996617" y="3266568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Cross 90"/>
          <p:cNvSpPr/>
          <p:nvPr/>
        </p:nvSpPr>
        <p:spPr>
          <a:xfrm rot="2734294">
            <a:off x="7429247" y="3287835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Cross 91"/>
          <p:cNvSpPr/>
          <p:nvPr/>
        </p:nvSpPr>
        <p:spPr>
          <a:xfrm rot="2734294">
            <a:off x="6412325" y="3387070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Cross 92"/>
          <p:cNvSpPr/>
          <p:nvPr/>
        </p:nvSpPr>
        <p:spPr>
          <a:xfrm rot="2734294">
            <a:off x="6801452" y="327720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Cross 93"/>
          <p:cNvSpPr/>
          <p:nvPr/>
        </p:nvSpPr>
        <p:spPr>
          <a:xfrm rot="2734294">
            <a:off x="7200647" y="3284764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Cross 94"/>
          <p:cNvSpPr/>
          <p:nvPr/>
        </p:nvSpPr>
        <p:spPr>
          <a:xfrm rot="2734294">
            <a:off x="7639652" y="327720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Cross 95"/>
          <p:cNvSpPr/>
          <p:nvPr/>
        </p:nvSpPr>
        <p:spPr>
          <a:xfrm rot="2734294">
            <a:off x="6115652" y="366127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Cross 96"/>
          <p:cNvSpPr/>
          <p:nvPr/>
        </p:nvSpPr>
        <p:spPr>
          <a:xfrm rot="2734294">
            <a:off x="5992080" y="4049835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Cross 97"/>
          <p:cNvSpPr/>
          <p:nvPr/>
        </p:nvSpPr>
        <p:spPr>
          <a:xfrm rot="2734294">
            <a:off x="5920720" y="4438397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7743927" y="2396019"/>
            <a:ext cx="61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</a:t>
            </a:r>
            <a:endParaRPr lang="en-US" baseline="-25000" dirty="0"/>
          </a:p>
        </p:txBody>
      </p:sp>
      <p:sp>
        <p:nvSpPr>
          <p:cNvPr id="100" name="TextBox 99"/>
          <p:cNvSpPr txBox="1"/>
          <p:nvPr/>
        </p:nvSpPr>
        <p:spPr>
          <a:xfrm rot="16200000">
            <a:off x="5100513" y="1026235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  <a:endParaRPr lang="en-US" baseline="-25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7759509" y="4640818"/>
            <a:ext cx="61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</a:t>
            </a:r>
            <a:endParaRPr lang="en-US" baseline="-25000" dirty="0"/>
          </a:p>
        </p:txBody>
      </p:sp>
      <p:sp>
        <p:nvSpPr>
          <p:cNvPr id="102" name="TextBox 101"/>
          <p:cNvSpPr txBox="1"/>
          <p:nvPr/>
        </p:nvSpPr>
        <p:spPr>
          <a:xfrm rot="16200000">
            <a:off x="5116095" y="32710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  <a:endParaRPr lang="en-US" baseline="-25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381000" y="3440490"/>
            <a:ext cx="441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If a learning algorithm is suffering from high bias, getting more training data will not (by itself) help much.</a:t>
            </a:r>
          </a:p>
        </p:txBody>
      </p:sp>
      <p:sp>
        <p:nvSpPr>
          <p:cNvPr id="37" name="Arc 36"/>
          <p:cNvSpPr/>
          <p:nvPr/>
        </p:nvSpPr>
        <p:spPr>
          <a:xfrm>
            <a:off x="1080821" y="1720550"/>
            <a:ext cx="6225330" cy="2433894"/>
          </a:xfrm>
          <a:prstGeom prst="arc">
            <a:avLst>
              <a:gd name="adj1" fmla="val 10825615"/>
              <a:gd name="adj2" fmla="val 16062927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Arc 37"/>
          <p:cNvSpPr/>
          <p:nvPr/>
        </p:nvSpPr>
        <p:spPr>
          <a:xfrm rot="16200000">
            <a:off x="2862937" y="-3262463"/>
            <a:ext cx="2409333" cy="7373206"/>
          </a:xfrm>
          <a:prstGeom prst="arc">
            <a:avLst>
              <a:gd name="adj1" fmla="val 10513795"/>
              <a:gd name="adj2" fmla="val 15344263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66863" y="991787"/>
            <a:ext cx="1853137" cy="9948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828643" y="3332214"/>
            <a:ext cx="1853137" cy="9948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965186" y="1650126"/>
            <a:ext cx="22440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Left Brace 10"/>
          <p:cNvSpPr/>
          <p:nvPr/>
        </p:nvSpPr>
        <p:spPr>
          <a:xfrm>
            <a:off x="602011" y="1625335"/>
            <a:ext cx="295137" cy="1385475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TextBox 11"/>
          <p:cNvSpPr txBox="1"/>
          <p:nvPr/>
        </p:nvSpPr>
        <p:spPr>
          <a:xfrm>
            <a:off x="138033" y="2073916"/>
            <a:ext cx="144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Large </a:t>
            </a:r>
          </a:p>
          <a:p>
            <a:r>
              <a:rPr lang="en-GB" sz="1400" dirty="0"/>
              <a:t>error</a:t>
            </a:r>
            <a:endParaRPr lang="it-IT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2738174" y="1238922"/>
                <a:ext cx="6498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174" y="1238922"/>
                <a:ext cx="649858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1215" t="-2174" r="-12150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2792641" y="1834924"/>
                <a:ext cx="906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641" y="1834924"/>
                <a:ext cx="906530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8054" t="-2222" r="-8725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867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77" grpId="0" animBg="1"/>
      <p:bldP spid="80" grpId="0" animBg="1"/>
      <p:bldP spid="88" grpId="0" animBg="1"/>
      <p:bldP spid="89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101" grpId="0"/>
      <p:bldP spid="102" grpId="0"/>
      <p:bldP spid="103" grpId="0"/>
      <p:bldP spid="37" grpId="0" animBg="1"/>
      <p:bldP spid="38" grpId="0" animBg="1"/>
      <p:bldP spid="11" grpId="0" animBg="1"/>
      <p:bldP spid="12" grpId="0"/>
      <p:bldP spid="46" grpId="0"/>
      <p:bldP spid="4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High variance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V="1">
            <a:off x="5698675" y="777949"/>
            <a:ext cx="16325" cy="185074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5562600" y="2513626"/>
            <a:ext cx="243840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2125" y="218987"/>
            <a:ext cx="3630930" cy="274320"/>
          </a:xfrm>
          <a:prstGeom prst="rect">
            <a:avLst/>
          </a:prstGeom>
        </p:spPr>
      </p:pic>
      <p:cxnSp>
        <p:nvCxnSpPr>
          <p:cNvPr id="71" name="Straight Arrow Connector 70"/>
          <p:cNvCxnSpPr/>
          <p:nvPr/>
        </p:nvCxnSpPr>
        <p:spPr>
          <a:xfrm flipV="1">
            <a:off x="1077388" y="1023405"/>
            <a:ext cx="0" cy="218554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 flipV="1">
            <a:off x="904737" y="3010810"/>
            <a:ext cx="2371863" cy="501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835" y="3137246"/>
            <a:ext cx="209550" cy="1143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944385" y="3040618"/>
            <a:ext cx="323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(training set size)</a:t>
            </a:r>
          </a:p>
        </p:txBody>
      </p:sp>
      <p:sp>
        <p:nvSpPr>
          <p:cNvPr id="90" name="TextBox 89"/>
          <p:cNvSpPr txBox="1"/>
          <p:nvPr/>
        </p:nvSpPr>
        <p:spPr>
          <a:xfrm rot="16200000">
            <a:off x="258322" y="1240550"/>
            <a:ext cx="951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</a:t>
            </a:r>
          </a:p>
        </p:txBody>
      </p:sp>
      <p:cxnSp>
        <p:nvCxnSpPr>
          <p:cNvPr id="54" name="Straight Arrow Connector 53"/>
          <p:cNvCxnSpPr/>
          <p:nvPr/>
        </p:nvCxnSpPr>
        <p:spPr>
          <a:xfrm flipV="1">
            <a:off x="5698675" y="2711143"/>
            <a:ext cx="0" cy="1994208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5562600" y="4590284"/>
            <a:ext cx="243840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743927" y="2583418"/>
            <a:ext cx="61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</a:t>
            </a:r>
            <a:endParaRPr lang="en-US" baseline="-25000" dirty="0"/>
          </a:p>
        </p:txBody>
      </p:sp>
      <p:sp>
        <p:nvSpPr>
          <p:cNvPr id="100" name="TextBox 99"/>
          <p:cNvSpPr txBox="1"/>
          <p:nvPr/>
        </p:nvSpPr>
        <p:spPr>
          <a:xfrm rot="16200000">
            <a:off x="5100513" y="12136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  <a:endParaRPr lang="en-US" baseline="-25000" dirty="0"/>
          </a:p>
        </p:txBody>
      </p:sp>
      <p:sp>
        <p:nvSpPr>
          <p:cNvPr id="101" name="TextBox 100"/>
          <p:cNvSpPr txBox="1"/>
          <p:nvPr/>
        </p:nvSpPr>
        <p:spPr>
          <a:xfrm>
            <a:off x="7759509" y="4640818"/>
            <a:ext cx="615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size</a:t>
            </a:r>
            <a:endParaRPr lang="en-US" baseline="-25000" dirty="0"/>
          </a:p>
        </p:txBody>
      </p:sp>
      <p:sp>
        <p:nvSpPr>
          <p:cNvPr id="102" name="TextBox 101"/>
          <p:cNvSpPr txBox="1"/>
          <p:nvPr/>
        </p:nvSpPr>
        <p:spPr>
          <a:xfrm rot="16200000">
            <a:off x="5116095" y="3271034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price</a:t>
            </a:r>
            <a:endParaRPr lang="en-US" baseline="-25000" dirty="0"/>
          </a:p>
        </p:txBody>
      </p:sp>
      <p:sp>
        <p:nvSpPr>
          <p:cNvPr id="103" name="TextBox 102"/>
          <p:cNvSpPr txBox="1"/>
          <p:nvPr/>
        </p:nvSpPr>
        <p:spPr>
          <a:xfrm>
            <a:off x="381000" y="3707857"/>
            <a:ext cx="441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If a learning algorithm is suffering from high variance, getting more training data is likely to help.</a:t>
            </a:r>
          </a:p>
        </p:txBody>
      </p:sp>
      <p:sp>
        <p:nvSpPr>
          <p:cNvPr id="109" name="Cross 108"/>
          <p:cNvSpPr/>
          <p:nvPr/>
        </p:nvSpPr>
        <p:spPr>
          <a:xfrm rot="2734294">
            <a:off x="5959592" y="2184769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Cross 109"/>
          <p:cNvSpPr/>
          <p:nvPr/>
        </p:nvSpPr>
        <p:spPr>
          <a:xfrm rot="2734294">
            <a:off x="6096088" y="172297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Cross 110"/>
          <p:cNvSpPr/>
          <p:nvPr/>
        </p:nvSpPr>
        <p:spPr>
          <a:xfrm rot="2734294">
            <a:off x="6400278" y="1329015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Cross 111"/>
          <p:cNvSpPr/>
          <p:nvPr/>
        </p:nvSpPr>
        <p:spPr>
          <a:xfrm rot="2734294">
            <a:off x="6878359" y="1324113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Cross 112"/>
          <p:cNvSpPr/>
          <p:nvPr/>
        </p:nvSpPr>
        <p:spPr>
          <a:xfrm rot="2734294">
            <a:off x="7429247" y="1211177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Cross 118"/>
          <p:cNvSpPr/>
          <p:nvPr/>
        </p:nvSpPr>
        <p:spPr>
          <a:xfrm rot="2734294">
            <a:off x="5963252" y="4250794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Cross 119"/>
          <p:cNvSpPr/>
          <p:nvPr/>
        </p:nvSpPr>
        <p:spPr>
          <a:xfrm rot="2734294">
            <a:off x="6099748" y="3788997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Cross 120"/>
          <p:cNvSpPr/>
          <p:nvPr/>
        </p:nvSpPr>
        <p:spPr>
          <a:xfrm rot="2734294">
            <a:off x="6403938" y="3395040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Cross 121"/>
          <p:cNvSpPr/>
          <p:nvPr/>
        </p:nvSpPr>
        <p:spPr>
          <a:xfrm rot="2734294">
            <a:off x="6882019" y="3390138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Cross 122"/>
          <p:cNvSpPr/>
          <p:nvPr/>
        </p:nvSpPr>
        <p:spPr>
          <a:xfrm rot="2734294">
            <a:off x="7432907" y="327720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Cross 123"/>
          <p:cNvSpPr/>
          <p:nvPr/>
        </p:nvSpPr>
        <p:spPr>
          <a:xfrm rot="2734294">
            <a:off x="7734047" y="335340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Cross 124"/>
          <p:cNvSpPr/>
          <p:nvPr/>
        </p:nvSpPr>
        <p:spPr>
          <a:xfrm rot="2734294">
            <a:off x="7962647" y="350580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Cross 125"/>
          <p:cNvSpPr/>
          <p:nvPr/>
        </p:nvSpPr>
        <p:spPr>
          <a:xfrm rot="2734294">
            <a:off x="7182452" y="335340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Cross 126"/>
          <p:cNvSpPr/>
          <p:nvPr/>
        </p:nvSpPr>
        <p:spPr>
          <a:xfrm rot="2734294">
            <a:off x="6645981" y="3251096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Cross 127"/>
          <p:cNvSpPr/>
          <p:nvPr/>
        </p:nvSpPr>
        <p:spPr>
          <a:xfrm rot="2734294">
            <a:off x="6234384" y="3555896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Cross 128"/>
          <p:cNvSpPr/>
          <p:nvPr/>
        </p:nvSpPr>
        <p:spPr>
          <a:xfrm rot="2734294">
            <a:off x="5810852" y="4362197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Cross 129"/>
          <p:cNvSpPr/>
          <p:nvPr/>
        </p:nvSpPr>
        <p:spPr>
          <a:xfrm rot="2734294">
            <a:off x="6039452" y="4039202"/>
            <a:ext cx="94901" cy="94901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/>
          <p:cNvSpPr txBox="1"/>
          <p:nvPr/>
        </p:nvSpPr>
        <p:spPr>
          <a:xfrm>
            <a:off x="5906785" y="408617"/>
            <a:ext cx="3237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(and small     )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969" y="505656"/>
            <a:ext cx="125730" cy="179070"/>
          </a:xfrm>
          <a:prstGeom prst="rect">
            <a:avLst/>
          </a:prstGeom>
        </p:spPr>
      </p:pic>
      <p:sp>
        <p:nvSpPr>
          <p:cNvPr id="38" name="Arc 37"/>
          <p:cNvSpPr/>
          <p:nvPr/>
        </p:nvSpPr>
        <p:spPr>
          <a:xfrm>
            <a:off x="843638" y="2400065"/>
            <a:ext cx="6700161" cy="1969699"/>
          </a:xfrm>
          <a:prstGeom prst="arc">
            <a:avLst>
              <a:gd name="adj1" fmla="val 11255494"/>
              <a:gd name="adj2" fmla="val 16062927"/>
            </a:avLst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129170" y="2436559"/>
                <a:ext cx="9065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𝑡𝑟𝑎𝑖𝑛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170" y="2436559"/>
                <a:ext cx="906530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8054" t="-4444" r="-8725" b="-355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Arc 39"/>
          <p:cNvSpPr/>
          <p:nvPr/>
        </p:nvSpPr>
        <p:spPr>
          <a:xfrm rot="16200000">
            <a:off x="2634300" y="-3116162"/>
            <a:ext cx="2786983" cy="7373206"/>
          </a:xfrm>
          <a:prstGeom prst="arc">
            <a:avLst>
              <a:gd name="adj1" fmla="val 10513795"/>
              <a:gd name="adj2" fmla="val 15234146"/>
            </a:avLst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692500" y="1397583"/>
                <a:ext cx="6498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𝑐𝑣</m:t>
                          </m:r>
                        </m:sub>
                      </m:sSub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GB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500" y="1397583"/>
                <a:ext cx="649858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1321" t="-2174" r="-13208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/>
          <p:cNvSpPr/>
          <p:nvPr/>
        </p:nvSpPr>
        <p:spPr>
          <a:xfrm>
            <a:off x="5767754" y="1126400"/>
            <a:ext cx="1925515" cy="1142345"/>
          </a:xfrm>
          <a:custGeom>
            <a:avLst/>
            <a:gdLst>
              <a:gd name="connsiteX0" fmla="*/ 0 w 1925515"/>
              <a:gd name="connsiteY0" fmla="*/ 974962 h 1142345"/>
              <a:gd name="connsiteX1" fmla="*/ 105508 w 1925515"/>
              <a:gd name="connsiteY1" fmla="*/ 1106846 h 1142345"/>
              <a:gd name="connsiteX2" fmla="*/ 272561 w 1925515"/>
              <a:gd name="connsiteY2" fmla="*/ 1124431 h 1142345"/>
              <a:gd name="connsiteX3" fmla="*/ 307731 w 1925515"/>
              <a:gd name="connsiteY3" fmla="*/ 878246 h 1142345"/>
              <a:gd name="connsiteX4" fmla="*/ 342900 w 1925515"/>
              <a:gd name="connsiteY4" fmla="*/ 658438 h 1142345"/>
              <a:gd name="connsiteX5" fmla="*/ 457200 w 1925515"/>
              <a:gd name="connsiteY5" fmla="*/ 333123 h 1142345"/>
              <a:gd name="connsiteX6" fmla="*/ 624254 w 1925515"/>
              <a:gd name="connsiteY6" fmla="*/ 210031 h 1142345"/>
              <a:gd name="connsiteX7" fmla="*/ 791308 w 1925515"/>
              <a:gd name="connsiteY7" fmla="*/ 341915 h 1142345"/>
              <a:gd name="connsiteX8" fmla="*/ 1055077 w 1925515"/>
              <a:gd name="connsiteY8" fmla="*/ 438631 h 1142345"/>
              <a:gd name="connsiteX9" fmla="*/ 1169377 w 1925515"/>
              <a:gd name="connsiteY9" fmla="*/ 271577 h 1142345"/>
              <a:gd name="connsiteX10" fmla="*/ 1266092 w 1925515"/>
              <a:gd name="connsiteY10" fmla="*/ 34185 h 1142345"/>
              <a:gd name="connsiteX11" fmla="*/ 1477108 w 1925515"/>
              <a:gd name="connsiteY11" fmla="*/ 7808 h 1142345"/>
              <a:gd name="connsiteX12" fmla="*/ 1758461 w 1925515"/>
              <a:gd name="connsiteY12" fmla="*/ 95731 h 1142345"/>
              <a:gd name="connsiteX13" fmla="*/ 1925515 w 1925515"/>
              <a:gd name="connsiteY13" fmla="*/ 192446 h 1142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25515" h="1142345">
                <a:moveTo>
                  <a:pt x="0" y="974962"/>
                </a:moveTo>
                <a:cubicBezTo>
                  <a:pt x="30040" y="1028448"/>
                  <a:pt x="60081" y="1081935"/>
                  <a:pt x="105508" y="1106846"/>
                </a:cubicBezTo>
                <a:cubicBezTo>
                  <a:pt x="150935" y="1131757"/>
                  <a:pt x="238857" y="1162531"/>
                  <a:pt x="272561" y="1124431"/>
                </a:cubicBezTo>
                <a:cubicBezTo>
                  <a:pt x="306265" y="1086331"/>
                  <a:pt x="296008" y="955912"/>
                  <a:pt x="307731" y="878246"/>
                </a:cubicBezTo>
                <a:cubicBezTo>
                  <a:pt x="319454" y="800580"/>
                  <a:pt x="317989" y="749292"/>
                  <a:pt x="342900" y="658438"/>
                </a:cubicBezTo>
                <a:cubicBezTo>
                  <a:pt x="367811" y="567584"/>
                  <a:pt x="410308" y="407857"/>
                  <a:pt x="457200" y="333123"/>
                </a:cubicBezTo>
                <a:cubicBezTo>
                  <a:pt x="504092" y="258389"/>
                  <a:pt x="568569" y="208566"/>
                  <a:pt x="624254" y="210031"/>
                </a:cubicBezTo>
                <a:cubicBezTo>
                  <a:pt x="679939" y="211496"/>
                  <a:pt x="719504" y="303815"/>
                  <a:pt x="791308" y="341915"/>
                </a:cubicBezTo>
                <a:cubicBezTo>
                  <a:pt x="863112" y="380015"/>
                  <a:pt x="992066" y="450354"/>
                  <a:pt x="1055077" y="438631"/>
                </a:cubicBezTo>
                <a:cubicBezTo>
                  <a:pt x="1118088" y="426908"/>
                  <a:pt x="1134208" y="338985"/>
                  <a:pt x="1169377" y="271577"/>
                </a:cubicBezTo>
                <a:cubicBezTo>
                  <a:pt x="1204546" y="204169"/>
                  <a:pt x="1214804" y="78146"/>
                  <a:pt x="1266092" y="34185"/>
                </a:cubicBezTo>
                <a:cubicBezTo>
                  <a:pt x="1317381" y="-9777"/>
                  <a:pt x="1395046" y="-2450"/>
                  <a:pt x="1477108" y="7808"/>
                </a:cubicBezTo>
                <a:cubicBezTo>
                  <a:pt x="1559170" y="18066"/>
                  <a:pt x="1683727" y="64958"/>
                  <a:pt x="1758461" y="95731"/>
                </a:cubicBezTo>
                <a:cubicBezTo>
                  <a:pt x="1833196" y="126504"/>
                  <a:pt x="1879355" y="159475"/>
                  <a:pt x="1925515" y="192446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Freeform 6"/>
          <p:cNvSpPr/>
          <p:nvPr/>
        </p:nvSpPr>
        <p:spPr>
          <a:xfrm>
            <a:off x="5706208" y="3282140"/>
            <a:ext cx="2347546" cy="1159617"/>
          </a:xfrm>
          <a:custGeom>
            <a:avLst/>
            <a:gdLst>
              <a:gd name="connsiteX0" fmla="*/ 0 w 2347546"/>
              <a:gd name="connsiteY0" fmla="*/ 1026091 h 1159617"/>
              <a:gd name="connsiteX1" fmla="*/ 87923 w 2347546"/>
              <a:gd name="connsiteY1" fmla="*/ 1157975 h 1159617"/>
              <a:gd name="connsiteX2" fmla="*/ 272561 w 2347546"/>
              <a:gd name="connsiteY2" fmla="*/ 1096429 h 1159617"/>
              <a:gd name="connsiteX3" fmla="*/ 316523 w 2347546"/>
              <a:gd name="connsiteY3" fmla="*/ 1043675 h 1159617"/>
              <a:gd name="connsiteX4" fmla="*/ 360484 w 2347546"/>
              <a:gd name="connsiteY4" fmla="*/ 832660 h 1159617"/>
              <a:gd name="connsiteX5" fmla="*/ 395654 w 2347546"/>
              <a:gd name="connsiteY5" fmla="*/ 612852 h 1159617"/>
              <a:gd name="connsiteX6" fmla="*/ 448407 w 2347546"/>
              <a:gd name="connsiteY6" fmla="*/ 463383 h 1159617"/>
              <a:gd name="connsiteX7" fmla="*/ 527538 w 2347546"/>
              <a:gd name="connsiteY7" fmla="*/ 331498 h 1159617"/>
              <a:gd name="connsiteX8" fmla="*/ 641838 w 2347546"/>
              <a:gd name="connsiteY8" fmla="*/ 199614 h 1159617"/>
              <a:gd name="connsiteX9" fmla="*/ 738554 w 2347546"/>
              <a:gd name="connsiteY9" fmla="*/ 138068 h 1159617"/>
              <a:gd name="connsiteX10" fmla="*/ 923192 w 2347546"/>
              <a:gd name="connsiteY10" fmla="*/ 6183 h 1159617"/>
              <a:gd name="connsiteX11" fmla="*/ 1028700 w 2347546"/>
              <a:gd name="connsiteY11" fmla="*/ 32560 h 1159617"/>
              <a:gd name="connsiteX12" fmla="*/ 1204546 w 2347546"/>
              <a:gd name="connsiteY12" fmla="*/ 129275 h 1159617"/>
              <a:gd name="connsiteX13" fmla="*/ 1327638 w 2347546"/>
              <a:gd name="connsiteY13" fmla="*/ 190822 h 1159617"/>
              <a:gd name="connsiteX14" fmla="*/ 1459523 w 2347546"/>
              <a:gd name="connsiteY14" fmla="*/ 190822 h 1159617"/>
              <a:gd name="connsiteX15" fmla="*/ 1512277 w 2347546"/>
              <a:gd name="connsiteY15" fmla="*/ 138068 h 1159617"/>
              <a:gd name="connsiteX16" fmla="*/ 1591407 w 2347546"/>
              <a:gd name="connsiteY16" fmla="*/ 76522 h 1159617"/>
              <a:gd name="connsiteX17" fmla="*/ 1679330 w 2347546"/>
              <a:gd name="connsiteY17" fmla="*/ 32560 h 1159617"/>
              <a:gd name="connsiteX18" fmla="*/ 1802423 w 2347546"/>
              <a:gd name="connsiteY18" fmla="*/ 50145 h 1159617"/>
              <a:gd name="connsiteX19" fmla="*/ 1987061 w 2347546"/>
              <a:gd name="connsiteY19" fmla="*/ 94106 h 1159617"/>
              <a:gd name="connsiteX20" fmla="*/ 2092569 w 2347546"/>
              <a:gd name="connsiteY20" fmla="*/ 94106 h 1159617"/>
              <a:gd name="connsiteX21" fmla="*/ 2145323 w 2347546"/>
              <a:gd name="connsiteY21" fmla="*/ 146860 h 1159617"/>
              <a:gd name="connsiteX22" fmla="*/ 2303584 w 2347546"/>
              <a:gd name="connsiteY22" fmla="*/ 234783 h 1159617"/>
              <a:gd name="connsiteX23" fmla="*/ 2347546 w 2347546"/>
              <a:gd name="connsiteY23" fmla="*/ 269952 h 11596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347546" h="1159617">
                <a:moveTo>
                  <a:pt x="0" y="1026091"/>
                </a:moveTo>
                <a:cubicBezTo>
                  <a:pt x="21248" y="1086171"/>
                  <a:pt x="42496" y="1146252"/>
                  <a:pt x="87923" y="1157975"/>
                </a:cubicBezTo>
                <a:cubicBezTo>
                  <a:pt x="133350" y="1169698"/>
                  <a:pt x="234461" y="1115479"/>
                  <a:pt x="272561" y="1096429"/>
                </a:cubicBezTo>
                <a:cubicBezTo>
                  <a:pt x="310661" y="1077379"/>
                  <a:pt x="301869" y="1087636"/>
                  <a:pt x="316523" y="1043675"/>
                </a:cubicBezTo>
                <a:cubicBezTo>
                  <a:pt x="331177" y="999714"/>
                  <a:pt x="347296" y="904464"/>
                  <a:pt x="360484" y="832660"/>
                </a:cubicBezTo>
                <a:cubicBezTo>
                  <a:pt x="373672" y="760856"/>
                  <a:pt x="381000" y="674398"/>
                  <a:pt x="395654" y="612852"/>
                </a:cubicBezTo>
                <a:cubicBezTo>
                  <a:pt x="410308" y="551306"/>
                  <a:pt x="426426" y="510275"/>
                  <a:pt x="448407" y="463383"/>
                </a:cubicBezTo>
                <a:cubicBezTo>
                  <a:pt x="470388" y="416491"/>
                  <a:pt x="495300" y="375459"/>
                  <a:pt x="527538" y="331498"/>
                </a:cubicBezTo>
                <a:cubicBezTo>
                  <a:pt x="559776" y="287537"/>
                  <a:pt x="606669" y="231852"/>
                  <a:pt x="641838" y="199614"/>
                </a:cubicBezTo>
                <a:cubicBezTo>
                  <a:pt x="677007" y="167376"/>
                  <a:pt x="691662" y="170307"/>
                  <a:pt x="738554" y="138068"/>
                </a:cubicBezTo>
                <a:cubicBezTo>
                  <a:pt x="785446" y="105829"/>
                  <a:pt x="874834" y="23768"/>
                  <a:pt x="923192" y="6183"/>
                </a:cubicBezTo>
                <a:cubicBezTo>
                  <a:pt x="971550" y="-11402"/>
                  <a:pt x="981808" y="12045"/>
                  <a:pt x="1028700" y="32560"/>
                </a:cubicBezTo>
                <a:cubicBezTo>
                  <a:pt x="1075592" y="53075"/>
                  <a:pt x="1154723" y="102898"/>
                  <a:pt x="1204546" y="129275"/>
                </a:cubicBezTo>
                <a:cubicBezTo>
                  <a:pt x="1254369" y="155652"/>
                  <a:pt x="1285142" y="180564"/>
                  <a:pt x="1327638" y="190822"/>
                </a:cubicBezTo>
                <a:cubicBezTo>
                  <a:pt x="1370134" y="201080"/>
                  <a:pt x="1428750" y="199614"/>
                  <a:pt x="1459523" y="190822"/>
                </a:cubicBezTo>
                <a:cubicBezTo>
                  <a:pt x="1490296" y="182030"/>
                  <a:pt x="1490296" y="157118"/>
                  <a:pt x="1512277" y="138068"/>
                </a:cubicBezTo>
                <a:cubicBezTo>
                  <a:pt x="1534258" y="119018"/>
                  <a:pt x="1563565" y="94107"/>
                  <a:pt x="1591407" y="76522"/>
                </a:cubicBezTo>
                <a:cubicBezTo>
                  <a:pt x="1619249" y="58937"/>
                  <a:pt x="1644161" y="36956"/>
                  <a:pt x="1679330" y="32560"/>
                </a:cubicBezTo>
                <a:cubicBezTo>
                  <a:pt x="1714499" y="28164"/>
                  <a:pt x="1751135" y="39887"/>
                  <a:pt x="1802423" y="50145"/>
                </a:cubicBezTo>
                <a:cubicBezTo>
                  <a:pt x="1853712" y="60403"/>
                  <a:pt x="1938703" y="86779"/>
                  <a:pt x="1987061" y="94106"/>
                </a:cubicBezTo>
                <a:cubicBezTo>
                  <a:pt x="2035419" y="101433"/>
                  <a:pt x="2066192" y="85314"/>
                  <a:pt x="2092569" y="94106"/>
                </a:cubicBezTo>
                <a:cubicBezTo>
                  <a:pt x="2118946" y="102898"/>
                  <a:pt x="2110154" y="123414"/>
                  <a:pt x="2145323" y="146860"/>
                </a:cubicBezTo>
                <a:cubicBezTo>
                  <a:pt x="2180492" y="170306"/>
                  <a:pt x="2269880" y="214268"/>
                  <a:pt x="2303584" y="234783"/>
                </a:cubicBezTo>
                <a:cubicBezTo>
                  <a:pt x="2337288" y="255298"/>
                  <a:pt x="2342417" y="262625"/>
                  <a:pt x="2347546" y="269952"/>
                </a:cubicBezTo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905000" y="1724672"/>
            <a:ext cx="0" cy="904021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2514600" y="1837525"/>
            <a:ext cx="0" cy="676101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3581400" y="1963933"/>
            <a:ext cx="0" cy="436132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330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/>
      <p:bldP spid="38" grpId="0" animBg="1"/>
      <p:bldP spid="39" grpId="0"/>
      <p:bldP spid="40" grpId="0" animBg="1"/>
      <p:bldP spid="41" grpId="0"/>
      <p:bldP spid="5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Prectical</a:t>
            </a:r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machine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572000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Deciding what to try next (revisited)</a:t>
            </a:r>
          </a:p>
        </p:txBody>
      </p:sp>
    </p:spTree>
    <p:extLst>
      <p:ext uri="{BB962C8B-B14F-4D97-AF65-F5344CB8AC3E}">
        <p14:creationId xmlns:p14="http://schemas.microsoft.com/office/powerpoint/2010/main" val="625667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366823" y="278269"/>
            <a:ext cx="830580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Debugging a learning algorithm:</a:t>
            </a:r>
          </a:p>
          <a:p>
            <a:r>
              <a:rPr lang="en-US" sz="2200" dirty="0"/>
              <a:t>Suppose you have implemented regularized linear regression to predict housing prices. However, when you test your hypothesis in a new set of houses, you find that it makes unacceptably large errors in its prediction. What should you try next? 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2200692"/>
            <a:ext cx="5562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200" dirty="0"/>
              <a:t>Get more training examples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Try smaller sets of features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Try getting additional features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Try adding polynomial features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Try decreasing</a:t>
            </a:r>
          </a:p>
          <a:p>
            <a:pPr marL="342900" indent="-342900">
              <a:buFontTx/>
              <a:buChar char="-"/>
            </a:pPr>
            <a:r>
              <a:rPr lang="en-US" sz="2200" dirty="0"/>
              <a:t>Try increasing</a:t>
            </a:r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2377" y="3275582"/>
            <a:ext cx="1800225" cy="27432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229" y="3680391"/>
            <a:ext cx="125730" cy="179070"/>
          </a:xfrm>
          <a:prstGeom prst="rect">
            <a:avLst/>
          </a:prstGeom>
        </p:spPr>
      </p:pic>
      <p:pic>
        <p:nvPicPr>
          <p:cNvPr id="139" name="Picture 13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031" y="4010050"/>
            <a:ext cx="125730" cy="17907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19600" y="2266771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GB" sz="1600" dirty="0">
                <a:solidFill>
                  <a:srgbClr val="FF0000"/>
                </a:solidFill>
              </a:rPr>
              <a:t>fixes high variance</a:t>
            </a:r>
            <a:endParaRPr lang="it-IT" sz="16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00600" y="2932262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en-GB" sz="1600" dirty="0">
                <a:solidFill>
                  <a:schemeClr val="accent1"/>
                </a:solidFill>
              </a:rPr>
              <a:t>fixes high bias</a:t>
            </a:r>
            <a:endParaRPr lang="it-IT" sz="1600" dirty="0">
              <a:solidFill>
                <a:schemeClr val="accent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19600" y="2593708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GB" sz="1600" dirty="0">
                <a:solidFill>
                  <a:srgbClr val="FF0000"/>
                </a:solidFill>
              </a:rPr>
              <a:t>fixes high variance</a:t>
            </a:r>
            <a:endParaRPr lang="it-IT" sz="16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2602" y="3243465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en-GB" sz="1600" dirty="0">
                <a:solidFill>
                  <a:schemeClr val="accent1"/>
                </a:solidFill>
              </a:rPr>
              <a:t>fixes high bias</a:t>
            </a:r>
            <a:endParaRPr lang="it-IT" sz="1600" dirty="0">
              <a:solidFill>
                <a:schemeClr val="accent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04183" y="3598572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accent1"/>
                </a:solidFill>
                <a:sym typeface="Wingdings" panose="05000000000000000000" pitchFamily="2" charset="2"/>
              </a:rPr>
              <a:t> </a:t>
            </a:r>
            <a:r>
              <a:rPr lang="en-GB" sz="1600" dirty="0">
                <a:solidFill>
                  <a:schemeClr val="accent1"/>
                </a:solidFill>
              </a:rPr>
              <a:t>fixes high bias</a:t>
            </a:r>
            <a:endParaRPr lang="it-IT" sz="1600" dirty="0">
              <a:solidFill>
                <a:schemeClr val="accent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04183" y="3930308"/>
            <a:ext cx="2514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GB" sz="1600" dirty="0">
                <a:solidFill>
                  <a:srgbClr val="FF0000"/>
                </a:solidFill>
              </a:rPr>
              <a:t>fixes high variance</a:t>
            </a:r>
            <a:endParaRPr lang="it-IT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609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uiExpand="1" build="p"/>
      <p:bldP spid="3" grpId="0"/>
      <p:bldP spid="10" grpId="0"/>
      <p:bldP spid="11" grpId="0"/>
      <p:bldP spid="12" grpId="0"/>
      <p:bldP spid="13" grpId="0"/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285750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Neural networks and </a:t>
            </a:r>
            <a:r>
              <a:rPr lang="en-US" sz="2400" b="1" dirty="0" err="1"/>
              <a:t>overfitting</a:t>
            </a:r>
            <a:endParaRPr lang="en-US" sz="2400" b="1" dirty="0"/>
          </a:p>
        </p:txBody>
      </p:sp>
      <p:sp>
        <p:nvSpPr>
          <p:cNvPr id="81" name="TextBox 80"/>
          <p:cNvSpPr txBox="1"/>
          <p:nvPr/>
        </p:nvSpPr>
        <p:spPr>
          <a:xfrm>
            <a:off x="533400" y="819150"/>
            <a:ext cx="33136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“Small” neural network</a:t>
            </a:r>
          </a:p>
          <a:p>
            <a:pPr algn="ctr"/>
            <a:r>
              <a:rPr lang="en-US" sz="2000" dirty="0"/>
              <a:t>(fewer parameters; more prone to </a:t>
            </a:r>
            <a:r>
              <a:rPr lang="en-US" sz="2000" dirty="0" err="1"/>
              <a:t>underfitting</a:t>
            </a:r>
            <a:r>
              <a:rPr lang="en-US" sz="2000" dirty="0"/>
              <a:t>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419600" y="819150"/>
            <a:ext cx="35382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“Large” neural network</a:t>
            </a:r>
          </a:p>
          <a:p>
            <a:pPr algn="ctr"/>
            <a:r>
              <a:rPr lang="en-US" sz="2000" dirty="0"/>
              <a:t>(more parameters; more prone to </a:t>
            </a:r>
            <a:r>
              <a:rPr lang="en-US" sz="2000" dirty="0" err="1"/>
              <a:t>overfitting</a:t>
            </a:r>
            <a:r>
              <a:rPr lang="en-US" sz="2000" dirty="0"/>
              <a:t>)</a:t>
            </a:r>
          </a:p>
        </p:txBody>
      </p:sp>
      <p:grpSp>
        <p:nvGrpSpPr>
          <p:cNvPr id="343" name="Group 342"/>
          <p:cNvGrpSpPr/>
          <p:nvPr/>
        </p:nvGrpSpPr>
        <p:grpSpPr>
          <a:xfrm>
            <a:off x="1558257" y="2266950"/>
            <a:ext cx="1337343" cy="613020"/>
            <a:chOff x="1253012" y="2038350"/>
            <a:chExt cx="1642588" cy="752940"/>
          </a:xfrm>
        </p:grpSpPr>
        <p:sp>
          <p:nvSpPr>
            <p:cNvPr id="133" name="Oval 132"/>
            <p:cNvSpPr/>
            <p:nvPr/>
          </p:nvSpPr>
          <p:spPr>
            <a:xfrm>
              <a:off x="1253012" y="2421971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/>
            <p:cNvSpPr/>
            <p:nvPr/>
          </p:nvSpPr>
          <p:spPr>
            <a:xfrm>
              <a:off x="1255668" y="2102091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/>
            <p:cNvSpPr/>
            <p:nvPr/>
          </p:nvSpPr>
          <p:spPr>
            <a:xfrm>
              <a:off x="1991554" y="203835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Arrow Connector 136"/>
            <p:cNvCxnSpPr>
              <a:stCxn id="134" idx="6"/>
            </p:cNvCxnSpPr>
            <p:nvPr/>
          </p:nvCxnSpPr>
          <p:spPr>
            <a:xfrm flipV="1">
              <a:off x="1468343" y="2145111"/>
              <a:ext cx="525867" cy="6374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Arrow Connector 137"/>
            <p:cNvCxnSpPr>
              <a:stCxn id="133" idx="6"/>
              <a:endCxn id="135" idx="2"/>
            </p:cNvCxnSpPr>
            <p:nvPr/>
          </p:nvCxnSpPr>
          <p:spPr>
            <a:xfrm flipV="1">
              <a:off x="1465687" y="2145110"/>
              <a:ext cx="525867" cy="3836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Oval 138"/>
            <p:cNvSpPr/>
            <p:nvPr/>
          </p:nvSpPr>
          <p:spPr>
            <a:xfrm>
              <a:off x="1991553" y="2315497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0" name="Straight Arrow Connector 139"/>
            <p:cNvCxnSpPr>
              <a:stCxn id="134" idx="6"/>
              <a:endCxn id="139" idx="2"/>
            </p:cNvCxnSpPr>
            <p:nvPr/>
          </p:nvCxnSpPr>
          <p:spPr>
            <a:xfrm>
              <a:off x="1468343" y="2208851"/>
              <a:ext cx="523210" cy="21340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/>
            <p:cNvCxnSpPr>
              <a:stCxn id="133" idx="6"/>
              <a:endCxn id="139" idx="2"/>
            </p:cNvCxnSpPr>
            <p:nvPr/>
          </p:nvCxnSpPr>
          <p:spPr>
            <a:xfrm flipV="1">
              <a:off x="1465687" y="2422257"/>
              <a:ext cx="525866" cy="10647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/>
            <p:cNvCxnSpPr>
              <a:stCxn id="134" idx="6"/>
            </p:cNvCxnSpPr>
            <p:nvPr/>
          </p:nvCxnSpPr>
          <p:spPr>
            <a:xfrm>
              <a:off x="1468343" y="2208851"/>
              <a:ext cx="525865" cy="47972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33" idx="6"/>
              <a:endCxn id="204" idx="2"/>
            </p:cNvCxnSpPr>
            <p:nvPr/>
          </p:nvCxnSpPr>
          <p:spPr>
            <a:xfrm>
              <a:off x="1465687" y="2528731"/>
              <a:ext cx="525867" cy="15579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/>
            <p:cNvCxnSpPr>
              <a:stCxn id="204" idx="6"/>
              <a:endCxn id="205" idx="2"/>
            </p:cNvCxnSpPr>
            <p:nvPr/>
          </p:nvCxnSpPr>
          <p:spPr>
            <a:xfrm flipV="1">
              <a:off x="2204229" y="2361251"/>
              <a:ext cx="478696" cy="32327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/>
            <p:cNvCxnSpPr>
              <a:stCxn id="139" idx="6"/>
              <a:endCxn id="205" idx="2"/>
            </p:cNvCxnSpPr>
            <p:nvPr/>
          </p:nvCxnSpPr>
          <p:spPr>
            <a:xfrm flipV="1">
              <a:off x="2204228" y="2361251"/>
              <a:ext cx="478697" cy="6100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/>
            <p:cNvCxnSpPr>
              <a:stCxn id="135" idx="6"/>
              <a:endCxn id="205" idx="2"/>
            </p:cNvCxnSpPr>
            <p:nvPr/>
          </p:nvCxnSpPr>
          <p:spPr>
            <a:xfrm>
              <a:off x="2204229" y="2145110"/>
              <a:ext cx="478696" cy="21614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Oval 203"/>
            <p:cNvSpPr/>
            <p:nvPr/>
          </p:nvSpPr>
          <p:spPr>
            <a:xfrm>
              <a:off x="1991554" y="2577770"/>
              <a:ext cx="212675" cy="21352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/>
            <p:cNvSpPr/>
            <p:nvPr/>
          </p:nvSpPr>
          <p:spPr>
            <a:xfrm>
              <a:off x="2682925" y="2254491"/>
              <a:ext cx="212675" cy="21352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0" name="Oval 39"/>
          <p:cNvSpPr/>
          <p:nvPr/>
        </p:nvSpPr>
        <p:spPr>
          <a:xfrm>
            <a:off x="6182533" y="2592205"/>
            <a:ext cx="161765" cy="1718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6182533" y="2332065"/>
            <a:ext cx="161765" cy="1718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6744284" y="2139153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8071259" y="2363616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/>
          <p:cNvCxnSpPr/>
          <p:nvPr/>
        </p:nvCxnSpPr>
        <p:spPr>
          <a:xfrm flipV="1">
            <a:off x="6344298" y="2225086"/>
            <a:ext cx="399986" cy="19291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40" idx="6"/>
            <a:endCxn id="42" idx="2"/>
          </p:cNvCxnSpPr>
          <p:nvPr/>
        </p:nvCxnSpPr>
        <p:spPr>
          <a:xfrm flipV="1">
            <a:off x="6344298" y="2225087"/>
            <a:ext cx="399986" cy="45305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744283" y="2362235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6344298" y="2417998"/>
            <a:ext cx="399985" cy="3017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40" idx="6"/>
            <a:endCxn id="47" idx="2"/>
          </p:cNvCxnSpPr>
          <p:nvPr/>
        </p:nvCxnSpPr>
        <p:spPr>
          <a:xfrm flipV="1">
            <a:off x="6344298" y="2448169"/>
            <a:ext cx="399985" cy="22997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744283" y="2576604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6344298" y="2417998"/>
            <a:ext cx="399984" cy="24453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40" idx="6"/>
            <a:endCxn id="51" idx="2"/>
          </p:cNvCxnSpPr>
          <p:nvPr/>
        </p:nvCxnSpPr>
        <p:spPr>
          <a:xfrm flipV="1">
            <a:off x="6344298" y="2662538"/>
            <a:ext cx="399985" cy="1560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744283" y="2786319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>
            <a:stCxn id="41" idx="6"/>
            <a:endCxn id="55" idx="2"/>
          </p:cNvCxnSpPr>
          <p:nvPr/>
        </p:nvCxnSpPr>
        <p:spPr>
          <a:xfrm>
            <a:off x="6344298" y="2417998"/>
            <a:ext cx="399984" cy="45425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40" idx="6"/>
            <a:endCxn id="55" idx="2"/>
          </p:cNvCxnSpPr>
          <p:nvPr/>
        </p:nvCxnSpPr>
        <p:spPr>
          <a:xfrm>
            <a:off x="6344298" y="2678139"/>
            <a:ext cx="399985" cy="19411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6744284" y="3004342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>
            <a:stCxn id="41" idx="6"/>
            <a:endCxn id="59" idx="2"/>
          </p:cNvCxnSpPr>
          <p:nvPr/>
        </p:nvCxnSpPr>
        <p:spPr>
          <a:xfrm>
            <a:off x="6344298" y="2417998"/>
            <a:ext cx="399986" cy="67227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40" idx="6"/>
            <a:endCxn id="59" idx="2"/>
          </p:cNvCxnSpPr>
          <p:nvPr/>
        </p:nvCxnSpPr>
        <p:spPr>
          <a:xfrm>
            <a:off x="6344298" y="2678139"/>
            <a:ext cx="399986" cy="412137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/>
          <p:cNvSpPr/>
          <p:nvPr/>
        </p:nvSpPr>
        <p:spPr>
          <a:xfrm>
            <a:off x="7381501" y="2139152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/>
          <p:cNvCxnSpPr>
            <a:stCxn id="42" idx="6"/>
            <a:endCxn id="63" idx="2"/>
          </p:cNvCxnSpPr>
          <p:nvPr/>
        </p:nvCxnSpPr>
        <p:spPr>
          <a:xfrm flipV="1">
            <a:off x="6906049" y="2225086"/>
            <a:ext cx="475452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>
            <a:stCxn id="47" idx="6"/>
            <a:endCxn id="63" idx="2"/>
          </p:cNvCxnSpPr>
          <p:nvPr/>
        </p:nvCxnSpPr>
        <p:spPr>
          <a:xfrm flipV="1">
            <a:off x="6906049" y="2225086"/>
            <a:ext cx="475453" cy="223083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1" idx="6"/>
            <a:endCxn id="63" idx="2"/>
          </p:cNvCxnSpPr>
          <p:nvPr/>
        </p:nvCxnSpPr>
        <p:spPr>
          <a:xfrm flipV="1">
            <a:off x="6906048" y="2225086"/>
            <a:ext cx="475453" cy="43745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55" idx="6"/>
            <a:endCxn id="63" idx="2"/>
          </p:cNvCxnSpPr>
          <p:nvPr/>
        </p:nvCxnSpPr>
        <p:spPr>
          <a:xfrm flipV="1">
            <a:off x="6906048" y="2225086"/>
            <a:ext cx="475453" cy="647167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9" idx="6"/>
            <a:endCxn id="63" idx="2"/>
          </p:cNvCxnSpPr>
          <p:nvPr/>
        </p:nvCxnSpPr>
        <p:spPr>
          <a:xfrm flipV="1">
            <a:off x="6906049" y="2225086"/>
            <a:ext cx="475452" cy="86519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7381501" y="2364908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>
            <a:endCxn id="69" idx="2"/>
          </p:cNvCxnSpPr>
          <p:nvPr/>
        </p:nvCxnSpPr>
        <p:spPr>
          <a:xfrm flipV="1">
            <a:off x="6906049" y="2450842"/>
            <a:ext cx="475452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1" idx="6"/>
            <a:endCxn id="69" idx="2"/>
          </p:cNvCxnSpPr>
          <p:nvPr/>
        </p:nvCxnSpPr>
        <p:spPr>
          <a:xfrm flipV="1">
            <a:off x="6906048" y="2450842"/>
            <a:ext cx="475453" cy="21169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endCxn id="69" idx="2"/>
          </p:cNvCxnSpPr>
          <p:nvPr/>
        </p:nvCxnSpPr>
        <p:spPr>
          <a:xfrm flipV="1">
            <a:off x="6906048" y="2450842"/>
            <a:ext cx="475453" cy="43745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endCxn id="69" idx="2"/>
          </p:cNvCxnSpPr>
          <p:nvPr/>
        </p:nvCxnSpPr>
        <p:spPr>
          <a:xfrm flipV="1">
            <a:off x="6906047" y="2450842"/>
            <a:ext cx="475453" cy="647167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42" idx="6"/>
            <a:endCxn id="69" idx="2"/>
          </p:cNvCxnSpPr>
          <p:nvPr/>
        </p:nvCxnSpPr>
        <p:spPr>
          <a:xfrm>
            <a:off x="6906049" y="2225086"/>
            <a:ext cx="475451" cy="22575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7382544" y="2572367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/>
          <p:cNvCxnSpPr>
            <a:endCxn id="75" idx="2"/>
          </p:cNvCxnSpPr>
          <p:nvPr/>
        </p:nvCxnSpPr>
        <p:spPr>
          <a:xfrm flipV="1">
            <a:off x="6907092" y="2658300"/>
            <a:ext cx="475452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endCxn id="75" idx="2"/>
          </p:cNvCxnSpPr>
          <p:nvPr/>
        </p:nvCxnSpPr>
        <p:spPr>
          <a:xfrm flipV="1">
            <a:off x="6907092" y="2658300"/>
            <a:ext cx="475452" cy="223083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endCxn id="75" idx="2"/>
          </p:cNvCxnSpPr>
          <p:nvPr/>
        </p:nvCxnSpPr>
        <p:spPr>
          <a:xfrm flipV="1">
            <a:off x="6907092" y="2658300"/>
            <a:ext cx="475453" cy="43745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47" idx="6"/>
            <a:endCxn id="75" idx="2"/>
          </p:cNvCxnSpPr>
          <p:nvPr/>
        </p:nvCxnSpPr>
        <p:spPr>
          <a:xfrm>
            <a:off x="6906049" y="2448169"/>
            <a:ext cx="476495" cy="21013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42" idx="6"/>
            <a:endCxn id="75" idx="2"/>
          </p:cNvCxnSpPr>
          <p:nvPr/>
        </p:nvCxnSpPr>
        <p:spPr>
          <a:xfrm>
            <a:off x="6906049" y="2225086"/>
            <a:ext cx="476495" cy="43321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7381500" y="2780455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/>
          <p:cNvCxnSpPr>
            <a:stCxn id="55" idx="6"/>
            <a:endCxn id="84" idx="2"/>
          </p:cNvCxnSpPr>
          <p:nvPr/>
        </p:nvCxnSpPr>
        <p:spPr>
          <a:xfrm flipV="1">
            <a:off x="6906048" y="2866390"/>
            <a:ext cx="475452" cy="586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endCxn id="84" idx="2"/>
          </p:cNvCxnSpPr>
          <p:nvPr/>
        </p:nvCxnSpPr>
        <p:spPr>
          <a:xfrm flipV="1">
            <a:off x="6906048" y="2866390"/>
            <a:ext cx="475452" cy="223083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51" idx="6"/>
            <a:endCxn id="84" idx="2"/>
          </p:cNvCxnSpPr>
          <p:nvPr/>
        </p:nvCxnSpPr>
        <p:spPr>
          <a:xfrm>
            <a:off x="6906048" y="2662537"/>
            <a:ext cx="475452" cy="20385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47" idx="6"/>
            <a:endCxn id="84" idx="2"/>
          </p:cNvCxnSpPr>
          <p:nvPr/>
        </p:nvCxnSpPr>
        <p:spPr>
          <a:xfrm>
            <a:off x="6906049" y="2448169"/>
            <a:ext cx="475451" cy="41822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>
            <a:stCxn id="42" idx="6"/>
            <a:endCxn id="84" idx="2"/>
          </p:cNvCxnSpPr>
          <p:nvPr/>
        </p:nvCxnSpPr>
        <p:spPr>
          <a:xfrm>
            <a:off x="6906049" y="2225086"/>
            <a:ext cx="475450" cy="641303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7381500" y="3009482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/>
          <p:cNvCxnSpPr>
            <a:endCxn id="90" idx="2"/>
          </p:cNvCxnSpPr>
          <p:nvPr/>
        </p:nvCxnSpPr>
        <p:spPr>
          <a:xfrm flipV="1">
            <a:off x="6906048" y="3095415"/>
            <a:ext cx="475452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>
            <a:stCxn id="55" idx="6"/>
            <a:endCxn id="90" idx="2"/>
          </p:cNvCxnSpPr>
          <p:nvPr/>
        </p:nvCxnSpPr>
        <p:spPr>
          <a:xfrm>
            <a:off x="6906048" y="2872254"/>
            <a:ext cx="475452" cy="22316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51" idx="6"/>
            <a:endCxn id="90" idx="2"/>
          </p:cNvCxnSpPr>
          <p:nvPr/>
        </p:nvCxnSpPr>
        <p:spPr>
          <a:xfrm>
            <a:off x="6906048" y="2662537"/>
            <a:ext cx="475452" cy="43287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47" idx="6"/>
            <a:endCxn id="90" idx="2"/>
          </p:cNvCxnSpPr>
          <p:nvPr/>
        </p:nvCxnSpPr>
        <p:spPr>
          <a:xfrm>
            <a:off x="6906049" y="2448169"/>
            <a:ext cx="475451" cy="647247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>
            <a:stCxn id="42" idx="6"/>
            <a:endCxn id="90" idx="2"/>
          </p:cNvCxnSpPr>
          <p:nvPr/>
        </p:nvCxnSpPr>
        <p:spPr>
          <a:xfrm>
            <a:off x="6906049" y="2225086"/>
            <a:ext cx="475450" cy="87032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>
            <a:stCxn id="63" idx="6"/>
            <a:endCxn id="43" idx="2"/>
          </p:cNvCxnSpPr>
          <p:nvPr/>
        </p:nvCxnSpPr>
        <p:spPr>
          <a:xfrm>
            <a:off x="7543266" y="2225086"/>
            <a:ext cx="527993" cy="22446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69" idx="6"/>
            <a:endCxn id="43" idx="2"/>
          </p:cNvCxnSpPr>
          <p:nvPr/>
        </p:nvCxnSpPr>
        <p:spPr>
          <a:xfrm flipV="1">
            <a:off x="7543266" y="2449550"/>
            <a:ext cx="527993" cy="129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75" idx="6"/>
            <a:endCxn id="43" idx="2"/>
          </p:cNvCxnSpPr>
          <p:nvPr/>
        </p:nvCxnSpPr>
        <p:spPr>
          <a:xfrm flipV="1">
            <a:off x="7544309" y="2449550"/>
            <a:ext cx="526950" cy="20875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4" idx="6"/>
            <a:endCxn id="43" idx="2"/>
          </p:cNvCxnSpPr>
          <p:nvPr/>
        </p:nvCxnSpPr>
        <p:spPr>
          <a:xfrm flipV="1">
            <a:off x="7543265" y="2449550"/>
            <a:ext cx="527994" cy="41683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90" idx="6"/>
            <a:endCxn id="43" idx="2"/>
          </p:cNvCxnSpPr>
          <p:nvPr/>
        </p:nvCxnSpPr>
        <p:spPr>
          <a:xfrm flipV="1">
            <a:off x="7543265" y="2449550"/>
            <a:ext cx="527994" cy="64586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8071258" y="2588241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Arrow Connector 101"/>
          <p:cNvCxnSpPr>
            <a:stCxn id="69" idx="6"/>
            <a:endCxn id="101" idx="2"/>
          </p:cNvCxnSpPr>
          <p:nvPr/>
        </p:nvCxnSpPr>
        <p:spPr>
          <a:xfrm>
            <a:off x="7543266" y="2450842"/>
            <a:ext cx="527992" cy="223333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75" idx="6"/>
            <a:endCxn id="101" idx="2"/>
          </p:cNvCxnSpPr>
          <p:nvPr/>
        </p:nvCxnSpPr>
        <p:spPr>
          <a:xfrm>
            <a:off x="7544309" y="2658301"/>
            <a:ext cx="526949" cy="1587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84" idx="6"/>
            <a:endCxn id="101" idx="2"/>
          </p:cNvCxnSpPr>
          <p:nvPr/>
        </p:nvCxnSpPr>
        <p:spPr>
          <a:xfrm flipV="1">
            <a:off x="7543265" y="2674175"/>
            <a:ext cx="527993" cy="19221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90" idx="6"/>
            <a:endCxn id="101" idx="2"/>
          </p:cNvCxnSpPr>
          <p:nvPr/>
        </p:nvCxnSpPr>
        <p:spPr>
          <a:xfrm flipV="1">
            <a:off x="7543265" y="2674175"/>
            <a:ext cx="527993" cy="42124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63" idx="6"/>
            <a:endCxn id="101" idx="2"/>
          </p:cNvCxnSpPr>
          <p:nvPr/>
        </p:nvCxnSpPr>
        <p:spPr>
          <a:xfrm>
            <a:off x="7543266" y="2225086"/>
            <a:ext cx="527992" cy="44908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8071257" y="2792954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/>
          <p:cNvCxnSpPr>
            <a:stCxn id="75" idx="6"/>
            <a:endCxn id="107" idx="2"/>
          </p:cNvCxnSpPr>
          <p:nvPr/>
        </p:nvCxnSpPr>
        <p:spPr>
          <a:xfrm>
            <a:off x="7544309" y="2658301"/>
            <a:ext cx="526948" cy="220587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>
            <a:stCxn id="84" idx="6"/>
            <a:endCxn id="107" idx="2"/>
          </p:cNvCxnSpPr>
          <p:nvPr/>
        </p:nvCxnSpPr>
        <p:spPr>
          <a:xfrm>
            <a:off x="7543265" y="2866389"/>
            <a:ext cx="527992" cy="1249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90" idx="6"/>
            <a:endCxn id="107" idx="2"/>
          </p:cNvCxnSpPr>
          <p:nvPr/>
        </p:nvCxnSpPr>
        <p:spPr>
          <a:xfrm flipV="1">
            <a:off x="7543265" y="2878888"/>
            <a:ext cx="527992" cy="21652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stCxn id="69" idx="6"/>
            <a:endCxn id="107" idx="2"/>
          </p:cNvCxnSpPr>
          <p:nvPr/>
        </p:nvCxnSpPr>
        <p:spPr>
          <a:xfrm>
            <a:off x="7543266" y="2450842"/>
            <a:ext cx="527991" cy="42804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>
            <a:stCxn id="63" idx="6"/>
            <a:endCxn id="107" idx="2"/>
          </p:cNvCxnSpPr>
          <p:nvPr/>
        </p:nvCxnSpPr>
        <p:spPr>
          <a:xfrm>
            <a:off x="7543266" y="2225086"/>
            <a:ext cx="527991" cy="65380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Oval 112"/>
          <p:cNvSpPr/>
          <p:nvPr/>
        </p:nvSpPr>
        <p:spPr>
          <a:xfrm>
            <a:off x="8071259" y="3009483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Arrow Connector 113"/>
          <p:cNvCxnSpPr>
            <a:stCxn id="84" idx="6"/>
            <a:endCxn id="113" idx="2"/>
          </p:cNvCxnSpPr>
          <p:nvPr/>
        </p:nvCxnSpPr>
        <p:spPr>
          <a:xfrm>
            <a:off x="7543265" y="2866389"/>
            <a:ext cx="527994" cy="22902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>
            <a:stCxn id="90" idx="6"/>
            <a:endCxn id="113" idx="2"/>
          </p:cNvCxnSpPr>
          <p:nvPr/>
        </p:nvCxnSpPr>
        <p:spPr>
          <a:xfrm>
            <a:off x="7543265" y="3095416"/>
            <a:ext cx="527994" cy="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/>
          <p:cNvCxnSpPr>
            <a:stCxn id="75" idx="6"/>
            <a:endCxn id="113" idx="2"/>
          </p:cNvCxnSpPr>
          <p:nvPr/>
        </p:nvCxnSpPr>
        <p:spPr>
          <a:xfrm>
            <a:off x="7544309" y="2658301"/>
            <a:ext cx="526950" cy="43711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>
            <a:stCxn id="69" idx="6"/>
            <a:endCxn id="113" idx="2"/>
          </p:cNvCxnSpPr>
          <p:nvPr/>
        </p:nvCxnSpPr>
        <p:spPr>
          <a:xfrm>
            <a:off x="7543266" y="2450842"/>
            <a:ext cx="527993" cy="644575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>
            <a:stCxn id="63" idx="6"/>
            <a:endCxn id="113" idx="2"/>
          </p:cNvCxnSpPr>
          <p:nvPr/>
        </p:nvCxnSpPr>
        <p:spPr>
          <a:xfrm>
            <a:off x="7543266" y="2225086"/>
            <a:ext cx="527993" cy="87033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Oval 214"/>
          <p:cNvSpPr/>
          <p:nvPr/>
        </p:nvSpPr>
        <p:spPr>
          <a:xfrm>
            <a:off x="8555615" y="2495182"/>
            <a:ext cx="161765" cy="17186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6" name="Straight Arrow Connector 215"/>
          <p:cNvCxnSpPr>
            <a:stCxn id="43" idx="6"/>
            <a:endCxn id="215" idx="2"/>
          </p:cNvCxnSpPr>
          <p:nvPr/>
        </p:nvCxnSpPr>
        <p:spPr>
          <a:xfrm>
            <a:off x="8233024" y="2449550"/>
            <a:ext cx="322591" cy="13156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Arrow Connector 218"/>
          <p:cNvCxnSpPr>
            <a:stCxn id="101" idx="6"/>
            <a:endCxn id="215" idx="2"/>
          </p:cNvCxnSpPr>
          <p:nvPr/>
        </p:nvCxnSpPr>
        <p:spPr>
          <a:xfrm flipV="1">
            <a:off x="8233023" y="2581116"/>
            <a:ext cx="322592" cy="9305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/>
          <p:cNvCxnSpPr>
            <a:stCxn id="107" idx="6"/>
            <a:endCxn id="215" idx="2"/>
          </p:cNvCxnSpPr>
          <p:nvPr/>
        </p:nvCxnSpPr>
        <p:spPr>
          <a:xfrm flipV="1">
            <a:off x="8233022" y="2581116"/>
            <a:ext cx="322593" cy="29777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/>
          <p:cNvCxnSpPr>
            <a:stCxn id="113" idx="6"/>
            <a:endCxn id="215" idx="2"/>
          </p:cNvCxnSpPr>
          <p:nvPr/>
        </p:nvCxnSpPr>
        <p:spPr>
          <a:xfrm flipV="1">
            <a:off x="8233024" y="2581116"/>
            <a:ext cx="322591" cy="51430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Oval 243"/>
          <p:cNvSpPr/>
          <p:nvPr/>
        </p:nvSpPr>
        <p:spPr>
          <a:xfrm>
            <a:off x="4191000" y="2592205"/>
            <a:ext cx="167964" cy="1686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/>
          <p:cNvSpPr/>
          <p:nvPr/>
        </p:nvSpPr>
        <p:spPr>
          <a:xfrm>
            <a:off x="4190999" y="2353100"/>
            <a:ext cx="167964" cy="1686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Oval 245"/>
          <p:cNvSpPr/>
          <p:nvPr/>
        </p:nvSpPr>
        <p:spPr>
          <a:xfrm>
            <a:off x="4774275" y="2163820"/>
            <a:ext cx="167964" cy="168631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8" name="Straight Arrow Connector 247"/>
          <p:cNvCxnSpPr/>
          <p:nvPr/>
        </p:nvCxnSpPr>
        <p:spPr>
          <a:xfrm flipV="1">
            <a:off x="4358963" y="2248137"/>
            <a:ext cx="415313" cy="18928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248"/>
          <p:cNvCxnSpPr>
            <a:stCxn id="244" idx="6"/>
            <a:endCxn id="246" idx="2"/>
          </p:cNvCxnSpPr>
          <p:nvPr/>
        </p:nvCxnSpPr>
        <p:spPr>
          <a:xfrm flipV="1">
            <a:off x="4358963" y="2248138"/>
            <a:ext cx="415312" cy="428385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49"/>
          <p:cNvSpPr/>
          <p:nvPr/>
        </p:nvSpPr>
        <p:spPr>
          <a:xfrm>
            <a:off x="4774275" y="2382704"/>
            <a:ext cx="167964" cy="168631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1" name="Straight Arrow Connector 250"/>
          <p:cNvCxnSpPr/>
          <p:nvPr/>
        </p:nvCxnSpPr>
        <p:spPr>
          <a:xfrm>
            <a:off x="4358963" y="2437417"/>
            <a:ext cx="415312" cy="2960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Arrow Connector 251"/>
          <p:cNvCxnSpPr>
            <a:stCxn id="244" idx="6"/>
            <a:endCxn id="250" idx="2"/>
          </p:cNvCxnSpPr>
          <p:nvPr/>
        </p:nvCxnSpPr>
        <p:spPr>
          <a:xfrm flipV="1">
            <a:off x="4358963" y="2467020"/>
            <a:ext cx="415312" cy="209503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Oval 252"/>
          <p:cNvSpPr/>
          <p:nvPr/>
        </p:nvSpPr>
        <p:spPr>
          <a:xfrm>
            <a:off x="4774274" y="2593036"/>
            <a:ext cx="167964" cy="168631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4" name="Straight Arrow Connector 253"/>
          <p:cNvCxnSpPr/>
          <p:nvPr/>
        </p:nvCxnSpPr>
        <p:spPr>
          <a:xfrm>
            <a:off x="4358963" y="2437417"/>
            <a:ext cx="415311" cy="23993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stCxn id="244" idx="6"/>
            <a:endCxn id="253" idx="2"/>
          </p:cNvCxnSpPr>
          <p:nvPr/>
        </p:nvCxnSpPr>
        <p:spPr>
          <a:xfrm>
            <a:off x="4358963" y="2676523"/>
            <a:ext cx="415311" cy="82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Oval 255"/>
          <p:cNvSpPr/>
          <p:nvPr/>
        </p:nvSpPr>
        <p:spPr>
          <a:xfrm>
            <a:off x="4774274" y="2798803"/>
            <a:ext cx="167964" cy="168631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7" name="Straight Arrow Connector 256"/>
          <p:cNvCxnSpPr>
            <a:stCxn id="245" idx="6"/>
            <a:endCxn id="256" idx="2"/>
          </p:cNvCxnSpPr>
          <p:nvPr/>
        </p:nvCxnSpPr>
        <p:spPr>
          <a:xfrm>
            <a:off x="4358963" y="2437417"/>
            <a:ext cx="415311" cy="44570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stCxn id="244" idx="6"/>
            <a:endCxn id="256" idx="2"/>
          </p:cNvCxnSpPr>
          <p:nvPr/>
        </p:nvCxnSpPr>
        <p:spPr>
          <a:xfrm>
            <a:off x="4358963" y="2676523"/>
            <a:ext cx="415311" cy="20659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Oval 258"/>
          <p:cNvSpPr/>
          <p:nvPr/>
        </p:nvSpPr>
        <p:spPr>
          <a:xfrm>
            <a:off x="4774275" y="3012721"/>
            <a:ext cx="167964" cy="168631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0" name="Straight Arrow Connector 259"/>
          <p:cNvCxnSpPr>
            <a:stCxn id="245" idx="6"/>
            <a:endCxn id="259" idx="2"/>
          </p:cNvCxnSpPr>
          <p:nvPr/>
        </p:nvCxnSpPr>
        <p:spPr>
          <a:xfrm>
            <a:off x="4358963" y="2437417"/>
            <a:ext cx="415313" cy="65962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stCxn id="244" idx="6"/>
            <a:endCxn id="259" idx="2"/>
          </p:cNvCxnSpPr>
          <p:nvPr/>
        </p:nvCxnSpPr>
        <p:spPr>
          <a:xfrm>
            <a:off x="4358963" y="2676524"/>
            <a:ext cx="415312" cy="42051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Oval 314"/>
          <p:cNvSpPr/>
          <p:nvPr/>
        </p:nvSpPr>
        <p:spPr>
          <a:xfrm>
            <a:off x="5411721" y="2436469"/>
            <a:ext cx="167964" cy="16863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6" name="Straight Arrow Connector 315"/>
          <p:cNvCxnSpPr>
            <a:stCxn id="246" idx="6"/>
            <a:endCxn id="315" idx="2"/>
          </p:cNvCxnSpPr>
          <p:nvPr/>
        </p:nvCxnSpPr>
        <p:spPr>
          <a:xfrm>
            <a:off x="4942237" y="2248139"/>
            <a:ext cx="469484" cy="27264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Arrow Connector 316"/>
          <p:cNvCxnSpPr>
            <a:stCxn id="250" idx="6"/>
            <a:endCxn id="315" idx="2"/>
          </p:cNvCxnSpPr>
          <p:nvPr/>
        </p:nvCxnSpPr>
        <p:spPr>
          <a:xfrm>
            <a:off x="4942236" y="2467019"/>
            <a:ext cx="469486" cy="5376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Arrow Connector 317"/>
          <p:cNvCxnSpPr>
            <a:stCxn id="253" idx="6"/>
            <a:endCxn id="315" idx="2"/>
          </p:cNvCxnSpPr>
          <p:nvPr/>
        </p:nvCxnSpPr>
        <p:spPr>
          <a:xfrm flipV="1">
            <a:off x="4942237" y="2520783"/>
            <a:ext cx="469487" cy="156568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Arrow Connector 318"/>
          <p:cNvCxnSpPr>
            <a:stCxn id="256" idx="6"/>
            <a:endCxn id="315" idx="2"/>
          </p:cNvCxnSpPr>
          <p:nvPr/>
        </p:nvCxnSpPr>
        <p:spPr>
          <a:xfrm flipV="1">
            <a:off x="4942233" y="2520783"/>
            <a:ext cx="469487" cy="362335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/>
          <p:cNvCxnSpPr>
            <a:stCxn id="259" idx="6"/>
            <a:endCxn id="315" idx="2"/>
          </p:cNvCxnSpPr>
          <p:nvPr/>
        </p:nvCxnSpPr>
        <p:spPr>
          <a:xfrm flipV="1">
            <a:off x="4942233" y="2520783"/>
            <a:ext cx="469484" cy="576253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" name="TextBox 343"/>
          <p:cNvSpPr txBox="1"/>
          <p:nvPr/>
        </p:nvSpPr>
        <p:spPr>
          <a:xfrm>
            <a:off x="3962400" y="3486150"/>
            <a:ext cx="51053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Computationally more expensive.</a:t>
            </a:r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Use regularization (   ) to address </a:t>
            </a:r>
            <a:r>
              <a:rPr lang="en-US" sz="2000" dirty="0" err="1"/>
              <a:t>overfitting</a:t>
            </a:r>
            <a:r>
              <a:rPr lang="en-US" sz="2000" dirty="0"/>
              <a:t>.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569730" y="3467040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Computationally cheaper</a:t>
            </a:r>
          </a:p>
        </p:txBody>
      </p:sp>
      <p:pic>
        <p:nvPicPr>
          <p:cNvPr id="346" name="Picture 34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242" y="4195700"/>
            <a:ext cx="125730" cy="179070"/>
          </a:xfrm>
          <a:prstGeom prst="rect">
            <a:avLst/>
          </a:prstGeom>
        </p:spPr>
      </p:pic>
      <p:sp>
        <p:nvSpPr>
          <p:cNvPr id="125" name="Oval 124"/>
          <p:cNvSpPr/>
          <p:nvPr/>
        </p:nvSpPr>
        <p:spPr>
          <a:xfrm>
            <a:off x="4776850" y="1945919"/>
            <a:ext cx="167965" cy="168631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4773160" y="3241319"/>
            <a:ext cx="167965" cy="168631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4773160" y="1733550"/>
            <a:ext cx="167965" cy="168631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Arrow Connector 127"/>
          <p:cNvCxnSpPr>
            <a:stCxn id="245" idx="6"/>
            <a:endCxn id="125" idx="2"/>
          </p:cNvCxnSpPr>
          <p:nvPr/>
        </p:nvCxnSpPr>
        <p:spPr>
          <a:xfrm flipV="1">
            <a:off x="4358963" y="2030235"/>
            <a:ext cx="417887" cy="40718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>
            <a:stCxn id="245" idx="6"/>
            <a:endCxn id="127" idx="2"/>
          </p:cNvCxnSpPr>
          <p:nvPr/>
        </p:nvCxnSpPr>
        <p:spPr>
          <a:xfrm flipV="1">
            <a:off x="4358963" y="1817866"/>
            <a:ext cx="414197" cy="61955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>
            <a:stCxn id="245" idx="6"/>
            <a:endCxn id="126" idx="2"/>
          </p:cNvCxnSpPr>
          <p:nvPr/>
        </p:nvCxnSpPr>
        <p:spPr>
          <a:xfrm>
            <a:off x="4358963" y="2437416"/>
            <a:ext cx="414197" cy="88821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/>
          <p:cNvCxnSpPr>
            <a:stCxn id="244" idx="6"/>
            <a:endCxn id="126" idx="2"/>
          </p:cNvCxnSpPr>
          <p:nvPr/>
        </p:nvCxnSpPr>
        <p:spPr>
          <a:xfrm>
            <a:off x="4358964" y="2676521"/>
            <a:ext cx="414196" cy="649114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>
            <a:stCxn id="244" idx="6"/>
            <a:endCxn id="127" idx="2"/>
          </p:cNvCxnSpPr>
          <p:nvPr/>
        </p:nvCxnSpPr>
        <p:spPr>
          <a:xfrm flipV="1">
            <a:off x="4358964" y="1817866"/>
            <a:ext cx="414196" cy="858655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>
            <a:stCxn id="244" idx="6"/>
            <a:endCxn id="125" idx="2"/>
          </p:cNvCxnSpPr>
          <p:nvPr/>
        </p:nvCxnSpPr>
        <p:spPr>
          <a:xfrm flipV="1">
            <a:off x="4358964" y="2030235"/>
            <a:ext cx="417886" cy="64628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stCxn id="126" idx="6"/>
            <a:endCxn id="315" idx="2"/>
          </p:cNvCxnSpPr>
          <p:nvPr/>
        </p:nvCxnSpPr>
        <p:spPr>
          <a:xfrm flipV="1">
            <a:off x="4941125" y="2520785"/>
            <a:ext cx="470596" cy="80485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>
            <a:stCxn id="127" idx="6"/>
            <a:endCxn id="315" idx="2"/>
          </p:cNvCxnSpPr>
          <p:nvPr/>
        </p:nvCxnSpPr>
        <p:spPr>
          <a:xfrm>
            <a:off x="4941125" y="1817866"/>
            <a:ext cx="470596" cy="70291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>
            <a:stCxn id="125" idx="6"/>
            <a:endCxn id="315" idx="2"/>
          </p:cNvCxnSpPr>
          <p:nvPr/>
        </p:nvCxnSpPr>
        <p:spPr>
          <a:xfrm>
            <a:off x="4944815" y="2030235"/>
            <a:ext cx="466906" cy="49055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/>
          <p:cNvSpPr/>
          <p:nvPr/>
        </p:nvSpPr>
        <p:spPr>
          <a:xfrm>
            <a:off x="8065325" y="2133936"/>
            <a:ext cx="161765" cy="171867"/>
          </a:xfrm>
          <a:prstGeom prst="ellipse">
            <a:avLst/>
          </a:prstGeom>
          <a:solidFill>
            <a:schemeClr val="bg1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9" name="Straight Arrow Connector 168"/>
          <p:cNvCxnSpPr>
            <a:stCxn id="90" idx="6"/>
            <a:endCxn id="168" idx="2"/>
          </p:cNvCxnSpPr>
          <p:nvPr/>
        </p:nvCxnSpPr>
        <p:spPr>
          <a:xfrm flipV="1">
            <a:off x="7543265" y="2219870"/>
            <a:ext cx="522060" cy="87554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>
            <a:stCxn id="84" idx="6"/>
            <a:endCxn id="168" idx="2"/>
          </p:cNvCxnSpPr>
          <p:nvPr/>
        </p:nvCxnSpPr>
        <p:spPr>
          <a:xfrm flipV="1">
            <a:off x="7543265" y="2219870"/>
            <a:ext cx="522060" cy="646519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>
            <a:stCxn id="75" idx="6"/>
            <a:endCxn id="168" idx="2"/>
          </p:cNvCxnSpPr>
          <p:nvPr/>
        </p:nvCxnSpPr>
        <p:spPr>
          <a:xfrm flipV="1">
            <a:off x="7544309" y="2219870"/>
            <a:ext cx="521016" cy="438431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/>
          <p:cNvCxnSpPr>
            <a:stCxn id="69" idx="6"/>
            <a:endCxn id="168" idx="2"/>
          </p:cNvCxnSpPr>
          <p:nvPr/>
        </p:nvCxnSpPr>
        <p:spPr>
          <a:xfrm flipV="1">
            <a:off x="7543266" y="2219870"/>
            <a:ext cx="522059" cy="230972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stCxn id="63" idx="6"/>
            <a:endCxn id="168" idx="2"/>
          </p:cNvCxnSpPr>
          <p:nvPr/>
        </p:nvCxnSpPr>
        <p:spPr>
          <a:xfrm flipV="1">
            <a:off x="7543266" y="2219870"/>
            <a:ext cx="522059" cy="521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>
            <a:stCxn id="168" idx="6"/>
            <a:endCxn id="215" idx="2"/>
          </p:cNvCxnSpPr>
          <p:nvPr/>
        </p:nvCxnSpPr>
        <p:spPr>
          <a:xfrm>
            <a:off x="8227090" y="2219870"/>
            <a:ext cx="328525" cy="361246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/>
          <p:cNvCxnSpPr/>
          <p:nvPr/>
        </p:nvCxnSpPr>
        <p:spPr>
          <a:xfrm>
            <a:off x="3847012" y="971550"/>
            <a:ext cx="0" cy="3505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149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measures</a:t>
            </a:r>
            <a:endParaRPr lang="it-IT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44926"/>
              </p:ext>
            </p:extLst>
          </p:nvPr>
        </p:nvGraphicFramePr>
        <p:xfrm>
          <a:off x="1175657" y="2168682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TP </a:t>
                      </a:r>
                      <a:r>
                        <a:rPr lang="en-GB" sz="1600" b="0" i="1" dirty="0"/>
                        <a:t>(true positive)</a:t>
                      </a:r>
                      <a:endParaRPr lang="it-IT" sz="16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dirty="0"/>
                        <a:t>FN </a:t>
                      </a:r>
                      <a:r>
                        <a:rPr lang="en-GB" sz="1600" b="0" i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(false negative)</a:t>
                      </a:r>
                      <a:endParaRPr lang="it-IT" sz="1600" b="0" i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FP </a:t>
                      </a:r>
                      <a:r>
                        <a:rPr lang="en-GB" sz="1600" b="0" i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(false positive)</a:t>
                      </a:r>
                      <a:endParaRPr lang="it-IT" sz="1600" b="0" i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b="1" dirty="0">
                          <a:solidFill>
                            <a:schemeClr val="bg1"/>
                          </a:solidFill>
                        </a:rPr>
                        <a:t>TN </a:t>
                      </a:r>
                      <a:r>
                        <a:rPr lang="en-GB" sz="1600" b="0" i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(true negative)</a:t>
                      </a:r>
                      <a:endParaRPr lang="it-IT" sz="1600" b="0" i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71057" y="1604508"/>
            <a:ext cx="30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+</a:t>
            </a:r>
            <a:endParaRPr lang="it-IT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519057" y="1618477"/>
            <a:ext cx="30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-</a:t>
            </a:r>
            <a:endParaRPr lang="it-IT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642257" y="2008127"/>
            <a:ext cx="30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+</a:t>
            </a:r>
            <a:endParaRPr lang="it-IT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642257" y="2399753"/>
            <a:ext cx="30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-</a:t>
            </a:r>
            <a:endParaRPr lang="it-IT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7271657" y="1756976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Wingdings" panose="05000000000000000000" pitchFamily="2" charset="2"/>
              </a:rPr>
              <a:t> </a:t>
            </a:r>
            <a:r>
              <a:rPr lang="en-GB" dirty="0"/>
              <a:t>classified as</a:t>
            </a:r>
            <a:endParaRPr lang="it-IT" dirty="0"/>
          </a:p>
        </p:txBody>
      </p:sp>
      <p:grpSp>
        <p:nvGrpSpPr>
          <p:cNvPr id="15" name="Group 14"/>
          <p:cNvGrpSpPr/>
          <p:nvPr/>
        </p:nvGrpSpPr>
        <p:grpSpPr>
          <a:xfrm>
            <a:off x="489857" y="1450126"/>
            <a:ext cx="1066800" cy="646331"/>
            <a:chOff x="457200" y="1583903"/>
            <a:chExt cx="1066800" cy="646331"/>
          </a:xfrm>
        </p:grpSpPr>
        <p:sp>
          <p:nvSpPr>
            <p:cNvPr id="10" name="TextBox 9"/>
            <p:cNvSpPr txBox="1"/>
            <p:nvPr/>
          </p:nvSpPr>
          <p:spPr>
            <a:xfrm>
              <a:off x="457200" y="1583903"/>
              <a:ext cx="1066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classes</a:t>
              </a:r>
            </a:p>
            <a:p>
              <a:endParaRPr lang="it-IT" dirty="0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838200" y="1907068"/>
              <a:ext cx="0" cy="20904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3233057" y="1226404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Confusion Matrix</a:t>
            </a:r>
            <a:endParaRPr lang="it-IT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475789" y="3266096"/>
                <a:ext cx="564346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GB" dirty="0"/>
                        <m:t>total</m:t>
                      </m:r>
                      <m:r>
                        <m:rPr>
                          <m:nor/>
                        </m:rPr>
                        <a:rPr lang="en-GB" dirty="0"/>
                        <m:t> </m:t>
                      </m:r>
                      <m:r>
                        <m:rPr>
                          <m:nor/>
                        </m:rPr>
                        <a:rPr lang="en-GB" dirty="0"/>
                        <m:t>number</m:t>
                      </m:r>
                      <m:r>
                        <m:rPr>
                          <m:nor/>
                        </m:rPr>
                        <a:rPr lang="en-GB" dirty="0"/>
                        <m:t> </m:t>
                      </m:r>
                      <m:r>
                        <m:rPr>
                          <m:nor/>
                        </m:rPr>
                        <a:rPr lang="en-GB" dirty="0"/>
                        <m:t>of</m:t>
                      </m:r>
                      <m:r>
                        <m:rPr>
                          <m:nor/>
                        </m:rPr>
                        <a:rPr lang="en-GB" dirty="0"/>
                        <m:t> </m:t>
                      </m:r>
                      <m:r>
                        <m:rPr>
                          <m:nor/>
                        </m:rPr>
                        <a:rPr lang="en-GB" dirty="0"/>
                        <m:t>examples</m:t>
                      </m:r>
                    </m:oMath>
                  </m:oMathPara>
                </a14:m>
                <a:endParaRPr lang="en-GB" dirty="0"/>
              </a:p>
              <a:p>
                <a:endParaRPr lang="it-IT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789" y="3266096"/>
                <a:ext cx="5643468" cy="55399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503574" y="3705228"/>
                <a:ext cx="3746538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𝑡𝑝𝑟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b="1" i="0" smtClean="0">
                          <a:latin typeface="Cambria Math" panose="02040503050406030204" pitchFamily="18" charset="0"/>
                        </a:rPr>
                        <m:t>Recall</m:t>
                      </m:r>
                      <m:r>
                        <m:rPr>
                          <m:nor/>
                        </m:rPr>
                        <a:rPr lang="en-GB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m:rPr>
                          <m:nor/>
                        </m:rPr>
                        <a:rPr lang="en-GB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1" i="0" smtClean="0">
                          <a:latin typeface="Cambria Math" panose="02040503050406030204" pitchFamily="18" charset="0"/>
                        </a:rPr>
                        <m:t>Sensitivity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574" y="3705228"/>
                <a:ext cx="3746538" cy="52315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486400" y="3705227"/>
                <a:ext cx="2685351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𝑡𝑛𝑟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GB" b="1" i="0" smtClean="0">
                          <a:latin typeface="Cambria Math" panose="02040503050406030204" pitchFamily="18" charset="0"/>
                        </a:rPr>
                        <m:t>Specifity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705227"/>
                <a:ext cx="2685351" cy="52315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503574" y="4405938"/>
                <a:ext cx="2598019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𝑓𝑝𝑟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m:rPr>
                          <m:nor/>
                        </m:rPr>
                        <a:rPr lang="en-GB" b="1" i="0" smtClean="0">
                          <a:latin typeface="Cambria Math" panose="02040503050406030204" pitchFamily="18" charset="0"/>
                        </a:rPr>
                        <m:t>Fallout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574" y="4405938"/>
                <a:ext cx="2598019" cy="52315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451133" y="4405938"/>
                <a:ext cx="1604927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𝑓𝑛𝑟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1133" y="4405938"/>
                <a:ext cx="1604927" cy="52315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831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2" grpId="0"/>
      <p:bldP spid="2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measures II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1000" y="1352550"/>
                <a:ext cx="5257914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Accuracy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 %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of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correct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classifications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352550"/>
                <a:ext cx="5257914" cy="51854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49578" y="2121225"/>
                <a:ext cx="1122422" cy="52116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578" y="2121225"/>
                <a:ext cx="1122422" cy="521168"/>
              </a:xfrm>
              <a:prstGeom prst="rect">
                <a:avLst/>
              </a:prstGeom>
              <a:blipFill rotWithShape="0">
                <a:blip r:embed="rId3"/>
                <a:stretch>
                  <a:fillRect b="-11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85409" y="2980987"/>
                <a:ext cx="14007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409" y="2980987"/>
                <a:ext cx="1400768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2174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574496" y="2873344"/>
                <a:ext cx="2602444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496" y="2873344"/>
                <a:ext cx="2602444" cy="51854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65259" y="2873344"/>
                <a:ext cx="2652008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𝑇𝑁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𝐹𝑁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259" y="2873344"/>
                <a:ext cx="2652008" cy="51854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369334" y="212182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Cohen’s Kappa </a:t>
            </a:r>
            <a:r>
              <a:rPr lang="en-GB" dirty="0"/>
              <a:t>Coefficient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52715" y="3666172"/>
                <a:ext cx="67056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dirty="0"/>
                  <a:t>Used to evaluate agreement among </a:t>
                </a:r>
                <a:r>
                  <a:rPr lang="en-GB" dirty="0" err="1"/>
                  <a:t>raters</a:t>
                </a:r>
                <a:r>
                  <a:rPr lang="en-GB" dirty="0"/>
                  <a:t> (the “ground truth” and the “classification procedure”)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 </a:t>
                </a:r>
                <a:r>
                  <a:rPr 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dirty="0"/>
                  <a:t> is the hypothetical probability of an agreement by pure chance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means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accuracy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not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significant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no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agreement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GB" b="0" dirty="0">
                  <a:ea typeface="Cambria Math" panose="020405030504060302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means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accuracy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is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significant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GB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measure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715" y="3666172"/>
                <a:ext cx="6705600" cy="1477328"/>
              </a:xfrm>
              <a:prstGeom prst="rect">
                <a:avLst/>
              </a:prstGeom>
              <a:blipFill rotWithShape="0">
                <a:blip r:embed="rId7"/>
                <a:stretch>
                  <a:fillRect l="-545" t="-2058" r="-636" b="-370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D9541B5-E322-4BF5-943A-ADF907AF2272}"/>
              </a:ext>
            </a:extLst>
          </p:cNvPr>
          <p:cNvSpPr txBox="1"/>
          <p:nvPr/>
        </p:nvSpPr>
        <p:spPr>
          <a:xfrm>
            <a:off x="2133600" y="2694001"/>
            <a:ext cx="10567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% actual positive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8E56D-7E3A-47F1-BE9A-32C9BACF2216}"/>
              </a:ext>
            </a:extLst>
          </p:cNvPr>
          <p:cNvSpPr txBox="1"/>
          <p:nvPr/>
        </p:nvSpPr>
        <p:spPr>
          <a:xfrm>
            <a:off x="4876800" y="2561714"/>
            <a:ext cx="12426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% predicted positive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67AF63-83B7-4F3B-9F32-6D38F59EBBF9}"/>
              </a:ext>
            </a:extLst>
          </p:cNvPr>
          <p:cNvSpPr/>
          <p:nvPr/>
        </p:nvSpPr>
        <p:spPr>
          <a:xfrm>
            <a:off x="3036334" y="2724150"/>
            <a:ext cx="1122422" cy="76200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FDE4BD9-7166-4418-B1CD-7899B12A4750}"/>
              </a:ext>
            </a:extLst>
          </p:cNvPr>
          <p:cNvSpPr/>
          <p:nvPr/>
        </p:nvSpPr>
        <p:spPr>
          <a:xfrm>
            <a:off x="4198678" y="2724150"/>
            <a:ext cx="1122422" cy="76200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9E5FD0-5E9A-4ACB-9CD8-03D9C985BA1E}"/>
              </a:ext>
            </a:extLst>
          </p:cNvPr>
          <p:cNvSpPr txBox="1"/>
          <p:nvPr/>
        </p:nvSpPr>
        <p:spPr>
          <a:xfrm>
            <a:off x="6300789" y="3510898"/>
            <a:ext cx="10967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% actual negative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D0EB2F-20EA-416B-98FD-75012F1F5488}"/>
              </a:ext>
            </a:extLst>
          </p:cNvPr>
          <p:cNvSpPr txBox="1"/>
          <p:nvPr/>
        </p:nvSpPr>
        <p:spPr>
          <a:xfrm>
            <a:off x="7764722" y="2645499"/>
            <a:ext cx="12827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% predicted negative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A0DBBB9-4FF9-4546-A5F7-1E69D039AE24}"/>
              </a:ext>
            </a:extLst>
          </p:cNvPr>
          <p:cNvSpPr/>
          <p:nvPr/>
        </p:nvSpPr>
        <p:spPr>
          <a:xfrm>
            <a:off x="5924256" y="2807935"/>
            <a:ext cx="1122422" cy="76200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B64D0BE-646C-4495-8AF1-32388A64CF67}"/>
              </a:ext>
            </a:extLst>
          </p:cNvPr>
          <p:cNvSpPr/>
          <p:nvPr/>
        </p:nvSpPr>
        <p:spPr>
          <a:xfrm>
            <a:off x="7086600" y="2807935"/>
            <a:ext cx="1122422" cy="76200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0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3" grpId="0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endParaRPr lang="it-IT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222717"/>
              </p:ext>
            </p:extLst>
          </p:nvPr>
        </p:nvGraphicFramePr>
        <p:xfrm>
          <a:off x="1066800" y="1428751"/>
          <a:ext cx="1600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it-IT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it-IT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it-IT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2</a:t>
                      </a:r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0</a:t>
                      </a:r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552249"/>
              </p:ext>
            </p:extLst>
          </p:nvPr>
        </p:nvGraphicFramePr>
        <p:xfrm>
          <a:off x="5526886" y="1440997"/>
          <a:ext cx="1600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it-IT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it-IT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</a:t>
                      </a:r>
                      <a:endParaRPr lang="it-IT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2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it-IT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1</a:t>
                      </a:r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49</a:t>
                      </a:r>
                      <a:endParaRPr lang="it-IT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85800" y="3943350"/>
                <a:ext cx="205857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0.98−0.98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1−0.98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943350"/>
                <a:ext cx="2058577" cy="52039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7765" y="3190366"/>
                <a:ext cx="3205172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98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=0.98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65" y="3190366"/>
                <a:ext cx="3205172" cy="5203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24400" y="3190365"/>
                <a:ext cx="3076933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3190365"/>
                <a:ext cx="3076933" cy="52597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00600" y="3956957"/>
                <a:ext cx="2234907" cy="5260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0.98−0.5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1−0.5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=0.96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0" y="3956957"/>
                <a:ext cx="2234907" cy="5260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57600" y="1966624"/>
                <a:ext cx="13267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𝟗𝟖</m:t>
                      </m:r>
                    </m:oMath>
                  </m:oMathPara>
                </a14:m>
                <a:endParaRPr lang="it-IT" sz="2400" b="1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966624"/>
                <a:ext cx="1326710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2752" r="-4587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5873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238"/>
            <a:ext cx="8229600" cy="857250"/>
          </a:xfrm>
        </p:spPr>
        <p:txBody>
          <a:bodyPr/>
          <a:lstStyle/>
          <a:p>
            <a:r>
              <a:rPr lang="en-GB" dirty="0"/>
              <a:t>ROC Curve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" y="1280387"/>
            <a:ext cx="4656992" cy="3394472"/>
          </a:xfrm>
        </p:spPr>
        <p:txBody>
          <a:bodyPr>
            <a:normAutofit fontScale="92500" lnSpcReduction="10000"/>
          </a:bodyPr>
          <a:lstStyle/>
          <a:p>
            <a:r>
              <a:rPr lang="en-GB" sz="2400" dirty="0"/>
              <a:t>Receiver Operating Characteristic</a:t>
            </a:r>
          </a:p>
          <a:p>
            <a:r>
              <a:rPr lang="en-GB" sz="2400" dirty="0"/>
              <a:t>FPR vs TPR</a:t>
            </a:r>
          </a:p>
          <a:p>
            <a:r>
              <a:rPr lang="en-GB" sz="2400" dirty="0"/>
              <a:t>Each point is a classifier</a:t>
            </a:r>
          </a:p>
          <a:p>
            <a:r>
              <a:rPr lang="en-GB" sz="2400" dirty="0"/>
              <a:t>Random guess: point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p,p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/>
              <a:t>as flipping a coin with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=p</a:t>
            </a:r>
          </a:p>
          <a:p>
            <a:r>
              <a:rPr lang="en-GB" sz="2400" dirty="0"/>
              <a:t>(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0,1</a:t>
            </a:r>
            <a:r>
              <a:rPr lang="en-GB" sz="2400" dirty="0"/>
              <a:t>) perfect classification</a:t>
            </a:r>
          </a:p>
          <a:p>
            <a:r>
              <a:rPr lang="en-GB" sz="2400" dirty="0"/>
              <a:t>(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0,0</a:t>
            </a:r>
            <a:r>
              <a:rPr lang="en-GB" sz="2400" dirty="0"/>
              <a:t>) always class</a:t>
            </a: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r>
              <a:rPr lang="en-GB" sz="2400" dirty="0"/>
              <a:t>(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r>
              <a:rPr lang="en-GB" sz="2400" dirty="0"/>
              <a:t>) always class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2400" dirty="0"/>
              <a:t> </a:t>
            </a:r>
          </a:p>
          <a:p>
            <a:r>
              <a:rPr lang="en-GB" sz="2400" dirty="0"/>
              <a:t>(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1,0</a:t>
            </a:r>
            <a:r>
              <a:rPr lang="en-GB" sz="2400" dirty="0"/>
              <a:t>) </a:t>
            </a: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2400" dirty="0"/>
              <a:t> classified as </a:t>
            </a:r>
            <a:r>
              <a:rPr lang="en-GB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GB" sz="2400" dirty="0"/>
              <a:t> and </a:t>
            </a:r>
            <a:r>
              <a:rPr lang="en-GB" sz="2400" dirty="0" err="1"/>
              <a:t>viceversa</a:t>
            </a:r>
            <a:endParaRPr lang="it-IT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467" y="811747"/>
            <a:ext cx="4313533" cy="433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0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238"/>
            <a:ext cx="8229600" cy="857250"/>
          </a:xfrm>
        </p:spPr>
        <p:txBody>
          <a:bodyPr/>
          <a:lstStyle/>
          <a:p>
            <a:r>
              <a:rPr lang="en-GB" dirty="0"/>
              <a:t>ROC Curve: comparing classifiers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46" y="1280387"/>
            <a:ext cx="4656992" cy="3394472"/>
          </a:xfrm>
        </p:spPr>
        <p:txBody>
          <a:bodyPr>
            <a:normAutofit fontScale="85000" lnSpcReduction="10000"/>
          </a:bodyPr>
          <a:lstStyle/>
          <a:p>
            <a:r>
              <a:rPr lang="en-GB" sz="2400" dirty="0"/>
              <a:t>Given a classifier, produce a ROC curve by changing some parameter (</a:t>
            </a:r>
            <a:r>
              <a:rPr lang="en-GB" sz="2400" dirty="0" err="1"/>
              <a:t>es</a:t>
            </a:r>
            <a:r>
              <a:rPr lang="en-GB" sz="2400" dirty="0"/>
              <a:t>: prob. threshold for + classification)</a:t>
            </a:r>
          </a:p>
          <a:p>
            <a:r>
              <a:rPr lang="en-GB" sz="2400" dirty="0"/>
              <a:t>Each point in the curve is a different instance of the classifier</a:t>
            </a:r>
          </a:p>
          <a:p>
            <a:r>
              <a:rPr lang="en-GB" sz="2400" dirty="0"/>
              <a:t>Comparing different classifiers by plotting their ROC curves</a:t>
            </a:r>
          </a:p>
          <a:p>
            <a:r>
              <a:rPr lang="en-GB" sz="2400" dirty="0">
                <a:solidFill>
                  <a:srgbClr val="FF0000"/>
                </a:solidFill>
              </a:rPr>
              <a:t>AUC</a:t>
            </a:r>
            <a:r>
              <a:rPr lang="en-GB" sz="2400" dirty="0"/>
              <a:t>=Area Under the (ROC) Curve</a:t>
            </a:r>
          </a:p>
          <a:p>
            <a:r>
              <a:rPr lang="en-GB" sz="2400" dirty="0"/>
              <a:t>Prefer classifiers with larger AUC</a:t>
            </a:r>
          </a:p>
          <a:p>
            <a:r>
              <a:rPr lang="en-GB" sz="2400" dirty="0"/>
              <a:t>AUC close to 1 means a robust classifier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861346"/>
            <a:ext cx="4648200" cy="428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086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ROC: math digression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3962" y="1581150"/>
                <a:ext cx="4572000" cy="3124200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en-GB" dirty="0"/>
                  <a:t>Class prediction is based on a “score” computed for each example (</a:t>
                </a:r>
                <a:r>
                  <a:rPr lang="en-GB" dirty="0" err="1"/>
                  <a:t>es</a:t>
                </a:r>
                <a:r>
                  <a:rPr lang="en-GB" dirty="0"/>
                  <a:t>: probability of + in logistic regression.</a:t>
                </a:r>
              </a:p>
              <a:p>
                <a:r>
                  <a:rPr lang="en-GB" dirty="0"/>
                  <a:t>The score can be regarded as a continuous random variable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  <a:p>
                <a:r>
                  <a:rPr lang="en-GB" dirty="0"/>
                  <a:t>Classification is based on some specific score threshold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GB" dirty="0"/>
                  <a:t>;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+ if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X&gt;T</a:t>
                </a:r>
              </a:p>
              <a:p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TPR </a:t>
                </a:r>
                <a:r>
                  <a:rPr lang="en-GB" dirty="0">
                    <a:latin typeface="+mj-lt"/>
                    <a:cs typeface="Times New Roman" panose="02020603050405020304" pitchFamily="18" charset="0"/>
                  </a:rPr>
                  <a:t>and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FPR </a:t>
                </a:r>
                <a:r>
                  <a:rPr lang="en-GB" dirty="0">
                    <a:latin typeface="+mj-lt"/>
                    <a:cs typeface="Times New Roman" panose="02020603050405020304" pitchFamily="18" charset="0"/>
                  </a:rPr>
                  <a:t>are then functions of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𝑇𝑃𝑅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GB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GB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sub>
                        </m:sSub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𝐹𝑃𝑅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sub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GB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𝑑𝑥</m:t>
                            </m:r>
                          </m:e>
                        </m:nary>
                      </m:e>
                    </m:nary>
                  </m:oMath>
                </a14:m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it-IT" dirty="0"/>
                  <a:t>where 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it-IT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 / f</a:t>
                </a:r>
                <a:r>
                  <a:rPr lang="it-IT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 </a:t>
                </a:r>
                <a:r>
                  <a:rPr lang="it-IT" dirty="0"/>
                  <a:t>is the prob density if </a:t>
                </a:r>
                <a:r>
                  <a:rPr lang="it-IT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it-IT" dirty="0"/>
                  <a:t> is </a:t>
                </a:r>
                <a:r>
                  <a:rPr lang="it-IT" i="1" dirty="0"/>
                  <a:t>positive/negative class</a:t>
                </a:r>
              </a:p>
              <a:p>
                <a:r>
                  <a:rPr lang="en-GB" dirty="0"/>
                  <a:t>Increasing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GB" dirty="0"/>
                  <a:t> means fewer FP and decreasing </a:t>
                </a:r>
                <a:r>
                  <a:rPr lang="en-GB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GB" dirty="0"/>
                  <a:t> means more FP</a:t>
                </a:r>
              </a:p>
              <a:p>
                <a:r>
                  <a:rPr lang="it-IT" dirty="0">
                    <a:hlinkClick r:id="rId2"/>
                  </a:rPr>
                  <a:t>http://www.navan.name/roc/</a:t>
                </a:r>
                <a:endParaRPr lang="it-IT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62" y="1581150"/>
                <a:ext cx="4572000" cy="3124200"/>
              </a:xfrm>
              <a:blipFill>
                <a:blip r:embed="rId3"/>
                <a:stretch>
                  <a:fillRect l="-400" t="-1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799" y="1428750"/>
            <a:ext cx="4680201" cy="3505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5083BC-FDC4-462B-964B-5BFB181E48ED}"/>
              </a:ext>
            </a:extLst>
          </p:cNvPr>
          <p:cNvSpPr txBox="1"/>
          <p:nvPr/>
        </p:nvSpPr>
        <p:spPr>
          <a:xfrm>
            <a:off x="6858000" y="2897029"/>
            <a:ext cx="4651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score</a:t>
            </a:r>
          </a:p>
        </p:txBody>
      </p:sp>
    </p:spTree>
    <p:extLst>
      <p:ext uri="{BB962C8B-B14F-4D97-AF65-F5344CB8AC3E}">
        <p14:creationId xmlns:p14="http://schemas.microsoft.com/office/powerpoint/2010/main" val="40367205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Practical Machine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2669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Error metrics for skewed classes</a:t>
            </a:r>
          </a:p>
        </p:txBody>
      </p:sp>
    </p:spTree>
    <p:extLst>
      <p:ext uri="{BB962C8B-B14F-4D97-AF65-F5344CB8AC3E}">
        <p14:creationId xmlns:p14="http://schemas.microsoft.com/office/powerpoint/2010/main" val="17517684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Cancer classification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693063"/>
            <a:ext cx="8458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Train logistic regression model          . (         if cancer,         otherwise)</a:t>
            </a:r>
            <a:br>
              <a:rPr lang="en-US" sz="2400" dirty="0"/>
            </a:br>
            <a:r>
              <a:rPr lang="en-US" sz="2400" dirty="0"/>
              <a:t>Find that you got 1% error on test set.</a:t>
            </a:r>
          </a:p>
          <a:p>
            <a:r>
              <a:rPr lang="en-US" sz="2400" dirty="0"/>
              <a:t>(99% correct diagnoses)</a:t>
            </a:r>
          </a:p>
          <a:p>
            <a:endParaRPr lang="en-US" sz="2400" dirty="0"/>
          </a:p>
          <a:p>
            <a:r>
              <a:rPr lang="en-US" sz="2400" dirty="0"/>
              <a:t>Only 0.50% of patients have cancer.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3308687"/>
            <a:ext cx="487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function y = </a:t>
            </a:r>
            <a:r>
              <a:rPr lang="en-US" sz="20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predictCancer</a:t>
            </a: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(x)</a:t>
            </a:r>
          </a:p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    y = 0; %ignore x!</a:t>
            </a:r>
          </a:p>
          <a:p>
            <a:r>
              <a:rPr lang="en-US" sz="20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return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9107" y="819150"/>
            <a:ext cx="565785" cy="2552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666" y="853440"/>
            <a:ext cx="571500" cy="2209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870" y="853440"/>
            <a:ext cx="582930" cy="2209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126666" y="2601039"/>
            <a:ext cx="3102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GB" dirty="0">
                <a:solidFill>
                  <a:srgbClr val="FF0000"/>
                </a:solidFill>
              </a:rPr>
              <a:t>skewed/unbalanced classes</a:t>
            </a:r>
            <a:endParaRPr lang="it-IT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235757" y="4023221"/>
                <a:ext cx="16783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𝟗𝟗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%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accuracy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757" y="4023221"/>
                <a:ext cx="1678345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2909" r="-3636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235757" y="4300220"/>
                <a:ext cx="252473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classification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latin typeface="Cambria Math" panose="02040503050406030204" pitchFamily="18" charset="0"/>
                        </a:rPr>
                        <m:t>error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5757" y="4300220"/>
                <a:ext cx="2524730" cy="276999"/>
              </a:xfrm>
              <a:prstGeom prst="rect">
                <a:avLst/>
              </a:prstGeom>
              <a:blipFill rotWithShape="0">
                <a:blip r:embed="rId9"/>
                <a:stretch>
                  <a:fillRect l="-1932" r="-1208" b="-130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37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5B4078-401F-499E-BA12-B918F1E5D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314" y="514350"/>
            <a:ext cx="5823347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5632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Precision/Recall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89535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case of unbalanced problems two measures can be more suitably considered instead of accuracy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09600" y="2038350"/>
                <a:ext cx="1669688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𝑝𝑟𝑒𝑐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38350"/>
                <a:ext cx="1669688" cy="523157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743200" y="2038350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Precision</a:t>
            </a:r>
            <a:r>
              <a:rPr lang="en-GB" dirty="0"/>
              <a:t>: % of cases correctly classified over all classified positive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5623" y="2796597"/>
                <a:ext cx="1567096" cy="5231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𝑟𝑒𝑐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𝑇𝑃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𝐹𝑁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623" y="2796597"/>
                <a:ext cx="1567096" cy="52315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743200" y="2821733"/>
            <a:ext cx="495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Recall</a:t>
            </a:r>
            <a:r>
              <a:rPr lang="en-GB" dirty="0"/>
              <a:t>: % of cases classified correctly classified over all positive case (true positive  rate)</a:t>
            </a:r>
            <a:endParaRPr lang="it-IT" dirty="0"/>
          </a:p>
        </p:txBody>
      </p:sp>
      <p:sp>
        <p:nvSpPr>
          <p:cNvPr id="14" name="TextBox 13"/>
          <p:cNvSpPr txBox="1"/>
          <p:nvPr/>
        </p:nvSpPr>
        <p:spPr>
          <a:xfrm>
            <a:off x="359228" y="3554844"/>
            <a:ext cx="7489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Precision </a:t>
            </a:r>
          </a:p>
          <a:p>
            <a:r>
              <a:rPr lang="en-US" dirty="0"/>
              <a:t>Of all patients we predicted having cancer, what fraction actually has cancer?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228" y="4163277"/>
            <a:ext cx="8632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Recall</a:t>
            </a:r>
          </a:p>
          <a:p>
            <a:r>
              <a:rPr lang="en-US" dirty="0"/>
              <a:t>Of all patients that actually have cancer, what fraction did we correctly detect as having cancer?</a:t>
            </a:r>
          </a:p>
        </p:txBody>
      </p:sp>
    </p:spTree>
    <p:extLst>
      <p:ext uri="{BB962C8B-B14F-4D97-AF65-F5344CB8AC3E}">
        <p14:creationId xmlns:p14="http://schemas.microsoft.com/office/powerpoint/2010/main" val="294151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ur ovals respectively represent observed labels, four outcomes, recall, and precision.">
            <a:extLst>
              <a:ext uri="{FF2B5EF4-FFF2-40B4-BE49-F238E27FC236}">
                <a16:creationId xmlns:a16="http://schemas.microsoft.com/office/drawing/2014/main" id="{C02C368F-1427-4EFD-9C2E-01351B8C4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600158"/>
            <a:ext cx="6432144" cy="3943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3586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Practical Machine learning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2669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Trading off precision and recall</a:t>
            </a:r>
          </a:p>
        </p:txBody>
      </p:sp>
    </p:spTree>
    <p:extLst>
      <p:ext uri="{BB962C8B-B14F-4D97-AF65-F5344CB8AC3E}">
        <p14:creationId xmlns:p14="http://schemas.microsoft.com/office/powerpoint/2010/main" val="13297549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480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Trading off precision and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693063"/>
            <a:ext cx="495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Logistic regression:</a:t>
            </a:r>
          </a:p>
          <a:p>
            <a:r>
              <a:rPr lang="en-US" sz="2400" dirty="0"/>
              <a:t>Predict 1 if </a:t>
            </a:r>
          </a:p>
          <a:p>
            <a:r>
              <a:rPr lang="en-US" sz="2400" dirty="0"/>
              <a:t>Predict 0 if </a:t>
            </a:r>
          </a:p>
        </p:txBody>
      </p:sp>
      <p:pic>
        <p:nvPicPr>
          <p:cNvPr id="5" name="Picture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828675"/>
            <a:ext cx="1501140" cy="2552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49" y="1175117"/>
            <a:ext cx="1236345" cy="2552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48" y="1552575"/>
            <a:ext cx="1236345" cy="2552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1754816"/>
            <a:ext cx="571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want to predict            (cancer)</a:t>
            </a:r>
          </a:p>
          <a:p>
            <a:r>
              <a:rPr lang="en-US" sz="2400" dirty="0"/>
              <a:t>only if very confident.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3056685"/>
            <a:ext cx="5715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Suppose we want to avoid missing too many cases of cancer (avoid false negatives).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" y="4548485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More generally: Predict 1 if                threshold.</a:t>
            </a:r>
          </a:p>
        </p:txBody>
      </p:sp>
      <p:pic>
        <p:nvPicPr>
          <p:cNvPr id="15" name="Picture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3827" y="4651682"/>
            <a:ext cx="836295" cy="25527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916106"/>
            <a:ext cx="571500" cy="220980"/>
          </a:xfrm>
          <a:prstGeom prst="rect">
            <a:avLst/>
          </a:prstGeom>
        </p:spPr>
      </p:pic>
      <p:grpSp>
        <p:nvGrpSpPr>
          <p:cNvPr id="39" name="Group 38"/>
          <p:cNvGrpSpPr/>
          <p:nvPr/>
        </p:nvGrpSpPr>
        <p:grpSpPr>
          <a:xfrm>
            <a:off x="6185292" y="1807845"/>
            <a:ext cx="2821393" cy="2734362"/>
            <a:chOff x="5943600" y="1419754"/>
            <a:chExt cx="3124200" cy="3027828"/>
          </a:xfrm>
        </p:grpSpPr>
        <p:cxnSp>
          <p:nvCxnSpPr>
            <p:cNvPr id="20" name="Straight Arrow Connector 19"/>
            <p:cNvCxnSpPr/>
            <p:nvPr/>
          </p:nvCxnSpPr>
          <p:spPr>
            <a:xfrm flipV="1">
              <a:off x="6694967" y="1419754"/>
              <a:ext cx="0" cy="2457295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 flipV="1">
              <a:off x="6553200" y="3746649"/>
              <a:ext cx="2438400" cy="1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692900" y="3688748"/>
              <a:ext cx="0" cy="11049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696200" y="3695247"/>
              <a:ext cx="0" cy="11049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8699500" y="3701597"/>
              <a:ext cx="0" cy="11049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/>
            <p:cNvGrpSpPr/>
            <p:nvPr/>
          </p:nvGrpSpPr>
          <p:grpSpPr>
            <a:xfrm rot="16200000">
              <a:off x="5691667" y="2683746"/>
              <a:ext cx="2006600" cy="123339"/>
              <a:chOff x="6769100" y="3841148"/>
              <a:chExt cx="2006600" cy="123339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>
                <a:off x="6769100" y="3841148"/>
                <a:ext cx="0" cy="11049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>
                <a:off x="7772400" y="3847647"/>
                <a:ext cx="0" cy="11049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8775700" y="3853997"/>
                <a:ext cx="0" cy="11049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TextBox 32"/>
            <p:cNvSpPr txBox="1"/>
            <p:nvPr/>
          </p:nvSpPr>
          <p:spPr>
            <a:xfrm>
              <a:off x="6400800" y="1557450"/>
              <a:ext cx="516342" cy="374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246407" y="2560749"/>
              <a:ext cx="516342" cy="374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0.5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38027" y="3748714"/>
              <a:ext cx="516342" cy="374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0.5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551458" y="3751817"/>
              <a:ext cx="516342" cy="374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809432" y="4078250"/>
              <a:ext cx="1773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Recall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 rot="16200000">
              <a:off x="5241498" y="2186116"/>
              <a:ext cx="1773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Precision</a:t>
              </a:r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6204092" y="285751"/>
            <a:ext cx="1028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precision    =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4400" y="241300"/>
            <a:ext cx="685800" cy="181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7239000" y="459416"/>
            <a:ext cx="685800" cy="181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/>
          <p:cNvCxnSpPr/>
          <p:nvPr/>
        </p:nvCxnSpPr>
        <p:spPr>
          <a:xfrm>
            <a:off x="7264400" y="447357"/>
            <a:ext cx="17422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414817" y="188926"/>
            <a:ext cx="1441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true positives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4400" y="389751"/>
            <a:ext cx="17526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no. of predicted positive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742950"/>
            <a:ext cx="863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recall     =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32508" y="698500"/>
            <a:ext cx="685800" cy="181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7207108" y="916616"/>
            <a:ext cx="685800" cy="1816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7232508" y="904557"/>
            <a:ext cx="174228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382925" y="646126"/>
            <a:ext cx="14414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true positives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32508" y="846951"/>
            <a:ext cx="17526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no. of actual positive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196" y="2591057"/>
            <a:ext cx="5640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higher </a:t>
            </a:r>
            <a:r>
              <a:rPr lang="en-GB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</a:t>
            </a:r>
            <a:r>
              <a:rPr lang="en-GB" dirty="0">
                <a:solidFill>
                  <a:srgbClr val="FF0000"/>
                </a:solidFill>
              </a:rPr>
              <a:t>, lower </a:t>
            </a:r>
            <a:r>
              <a:rPr lang="en-GB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 increase threshold (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0.7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0.9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, …)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70422" y="3968306"/>
            <a:ext cx="5640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lower </a:t>
            </a:r>
            <a:r>
              <a:rPr lang="en-GB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</a:t>
            </a:r>
            <a:r>
              <a:rPr lang="en-GB" dirty="0">
                <a:solidFill>
                  <a:srgbClr val="FF0000"/>
                </a:solidFill>
              </a:rPr>
              <a:t>, higher </a:t>
            </a:r>
            <a:r>
              <a:rPr lang="en-GB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 decrease threshold (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0.3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, 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0.2</a:t>
            </a:r>
            <a:r>
              <a:rPr lang="en-GB" dirty="0">
                <a:solidFill>
                  <a:srgbClr val="FF0000"/>
                </a:solidFill>
                <a:sym typeface="Wingdings" panose="05000000000000000000" pitchFamily="2" charset="2"/>
              </a:rPr>
              <a:t>, …)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6948775" y="2113189"/>
            <a:ext cx="1725307" cy="1672971"/>
          </a:xfrm>
          <a:custGeom>
            <a:avLst/>
            <a:gdLst>
              <a:gd name="connsiteX0" fmla="*/ 0 w 1584960"/>
              <a:gd name="connsiteY0" fmla="*/ 0 h 1554480"/>
              <a:gd name="connsiteX1" fmla="*/ 325120 w 1584960"/>
              <a:gd name="connsiteY1" fmla="*/ 81280 h 1554480"/>
              <a:gd name="connsiteX2" fmla="*/ 325120 w 1584960"/>
              <a:gd name="connsiteY2" fmla="*/ 81280 h 1554480"/>
              <a:gd name="connsiteX3" fmla="*/ 701040 w 1584960"/>
              <a:gd name="connsiteY3" fmla="*/ 243840 h 1554480"/>
              <a:gd name="connsiteX4" fmla="*/ 934720 w 1584960"/>
              <a:gd name="connsiteY4" fmla="*/ 518160 h 1554480"/>
              <a:gd name="connsiteX5" fmla="*/ 1280160 w 1584960"/>
              <a:gd name="connsiteY5" fmla="*/ 1148080 h 1554480"/>
              <a:gd name="connsiteX6" fmla="*/ 1584960 w 1584960"/>
              <a:gd name="connsiteY6" fmla="*/ 155448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84960" h="1554480">
                <a:moveTo>
                  <a:pt x="0" y="0"/>
                </a:moveTo>
                <a:lnTo>
                  <a:pt x="325120" y="81280"/>
                </a:lnTo>
                <a:lnTo>
                  <a:pt x="325120" y="81280"/>
                </a:lnTo>
                <a:cubicBezTo>
                  <a:pt x="387773" y="108373"/>
                  <a:pt x="599440" y="171027"/>
                  <a:pt x="701040" y="243840"/>
                </a:cubicBezTo>
                <a:cubicBezTo>
                  <a:pt x="802640" y="316653"/>
                  <a:pt x="838200" y="367453"/>
                  <a:pt x="934720" y="518160"/>
                </a:cubicBezTo>
                <a:cubicBezTo>
                  <a:pt x="1031240" y="668867"/>
                  <a:pt x="1171787" y="975360"/>
                  <a:pt x="1280160" y="1148080"/>
                </a:cubicBezTo>
                <a:cubicBezTo>
                  <a:pt x="1388533" y="1320800"/>
                  <a:pt x="1486746" y="1437640"/>
                  <a:pt x="1584960" y="155448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7270334" y="1813728"/>
            <a:ext cx="1171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large threshold</a:t>
            </a:r>
            <a:endParaRPr lang="it-IT" sz="1000" dirty="0"/>
          </a:p>
        </p:txBody>
      </p:sp>
      <p:sp>
        <p:nvSpPr>
          <p:cNvPr id="47" name="TextBox 46"/>
          <p:cNvSpPr txBox="1"/>
          <p:nvPr/>
        </p:nvSpPr>
        <p:spPr>
          <a:xfrm>
            <a:off x="7151552" y="3566707"/>
            <a:ext cx="11715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low threshold</a:t>
            </a:r>
            <a:endParaRPr lang="it-IT" sz="1000" dirty="0"/>
          </a:p>
        </p:txBody>
      </p:sp>
      <p:cxnSp>
        <p:nvCxnSpPr>
          <p:cNvPr id="18" name="Straight Arrow Connector 17"/>
          <p:cNvCxnSpPr>
            <a:endCxn id="33" idx="3"/>
          </p:cNvCxnSpPr>
          <p:nvPr/>
        </p:nvCxnSpPr>
        <p:spPr>
          <a:xfrm flipH="1">
            <a:off x="7064476" y="2038430"/>
            <a:ext cx="470399" cy="63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8001172" y="3716471"/>
            <a:ext cx="5676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72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4" grpId="0"/>
      <p:bldP spid="45" grpId="0"/>
      <p:bldP spid="8" grpId="0" animBg="1"/>
      <p:bldP spid="14" grpId="0"/>
      <p:bldP spid="4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D90FE6-2970-463F-BA07-9486826C6CC3}"/>
              </a:ext>
            </a:extLst>
          </p:cNvPr>
          <p:cNvGrpSpPr/>
          <p:nvPr/>
        </p:nvGrpSpPr>
        <p:grpSpPr>
          <a:xfrm>
            <a:off x="1066800" y="590550"/>
            <a:ext cx="6336290" cy="4419600"/>
            <a:chOff x="5943600" y="1419754"/>
            <a:chExt cx="3207258" cy="3027828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1140C701-67F9-49FC-88CE-C0C930426418}"/>
                </a:ext>
              </a:extLst>
            </p:cNvPr>
            <p:cNvCxnSpPr/>
            <p:nvPr/>
          </p:nvCxnSpPr>
          <p:spPr>
            <a:xfrm flipV="1">
              <a:off x="6694967" y="1419754"/>
              <a:ext cx="0" cy="2457295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AA4CD0B-C4BC-4C84-9CD7-294BCB024B95}"/>
                </a:ext>
              </a:extLst>
            </p:cNvPr>
            <p:cNvCxnSpPr/>
            <p:nvPr/>
          </p:nvCxnSpPr>
          <p:spPr>
            <a:xfrm flipV="1">
              <a:off x="6553200" y="3746649"/>
              <a:ext cx="2438400" cy="1"/>
            </a:xfrm>
            <a:prstGeom prst="straightConnector1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99B0B3E-DB5A-4C65-A98A-10841C42501D}"/>
                </a:ext>
              </a:extLst>
            </p:cNvPr>
            <p:cNvCxnSpPr/>
            <p:nvPr/>
          </p:nvCxnSpPr>
          <p:spPr>
            <a:xfrm>
              <a:off x="6692900" y="3688748"/>
              <a:ext cx="0" cy="11049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6AF69E5-969E-48E6-A6EE-5CC1550BDDD8}"/>
                </a:ext>
              </a:extLst>
            </p:cNvPr>
            <p:cNvCxnSpPr/>
            <p:nvPr/>
          </p:nvCxnSpPr>
          <p:spPr>
            <a:xfrm>
              <a:off x="7696200" y="3695247"/>
              <a:ext cx="0" cy="11049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67BC5D0E-B2DF-4AA7-92E8-61D736DFD691}"/>
                </a:ext>
              </a:extLst>
            </p:cNvPr>
            <p:cNvCxnSpPr/>
            <p:nvPr/>
          </p:nvCxnSpPr>
          <p:spPr>
            <a:xfrm>
              <a:off x="8699500" y="3701597"/>
              <a:ext cx="0" cy="11049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7FC71E1-50CB-4E6B-BBF3-E8A24DA11151}"/>
                </a:ext>
              </a:extLst>
            </p:cNvPr>
            <p:cNvGrpSpPr/>
            <p:nvPr/>
          </p:nvGrpSpPr>
          <p:grpSpPr>
            <a:xfrm rot="16200000">
              <a:off x="5691667" y="2683746"/>
              <a:ext cx="2006600" cy="123339"/>
              <a:chOff x="6769100" y="3841148"/>
              <a:chExt cx="2006600" cy="123339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C8C4DB6B-5DDB-4E1D-9C4E-0CAFF461983C}"/>
                  </a:ext>
                </a:extLst>
              </p:cNvPr>
              <p:cNvCxnSpPr/>
              <p:nvPr/>
            </p:nvCxnSpPr>
            <p:spPr>
              <a:xfrm>
                <a:off x="6769100" y="3841148"/>
                <a:ext cx="0" cy="11049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7C7923E-FD9D-4487-8C68-A5E2FE1988C9}"/>
                  </a:ext>
                </a:extLst>
              </p:cNvPr>
              <p:cNvCxnSpPr/>
              <p:nvPr/>
            </p:nvCxnSpPr>
            <p:spPr>
              <a:xfrm>
                <a:off x="7772400" y="3847647"/>
                <a:ext cx="0" cy="11049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2FA93D3-47D7-41C2-AC49-E949672126FE}"/>
                  </a:ext>
                </a:extLst>
              </p:cNvPr>
              <p:cNvCxnSpPr/>
              <p:nvPr/>
            </p:nvCxnSpPr>
            <p:spPr>
              <a:xfrm>
                <a:off x="8775700" y="3853997"/>
                <a:ext cx="0" cy="110490"/>
              </a:xfrm>
              <a:prstGeom prst="line">
                <a:avLst/>
              </a:prstGeom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C4A9C0-93DD-4548-990A-832ED5607E14}"/>
                </a:ext>
              </a:extLst>
            </p:cNvPr>
            <p:cNvSpPr txBox="1"/>
            <p:nvPr/>
          </p:nvSpPr>
          <p:spPr>
            <a:xfrm>
              <a:off x="6400800" y="1557450"/>
              <a:ext cx="516342" cy="374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0C1EE2-41E3-49E2-A720-AA1E0E986696}"/>
                </a:ext>
              </a:extLst>
            </p:cNvPr>
            <p:cNvSpPr txBox="1"/>
            <p:nvPr/>
          </p:nvSpPr>
          <p:spPr>
            <a:xfrm>
              <a:off x="6246407" y="2560749"/>
              <a:ext cx="516342" cy="374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0.5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FCFA60-4FDB-4B32-A66C-E68189D75092}"/>
                </a:ext>
              </a:extLst>
            </p:cNvPr>
            <p:cNvSpPr txBox="1"/>
            <p:nvPr/>
          </p:nvSpPr>
          <p:spPr>
            <a:xfrm>
              <a:off x="7602126" y="3754549"/>
              <a:ext cx="516342" cy="374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0.5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9BFA73-04F2-4106-8657-A274C07932B2}"/>
                </a:ext>
              </a:extLst>
            </p:cNvPr>
            <p:cNvSpPr txBox="1"/>
            <p:nvPr/>
          </p:nvSpPr>
          <p:spPr>
            <a:xfrm>
              <a:off x="8634516" y="3756842"/>
              <a:ext cx="516342" cy="3748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1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7136C1-5F18-42E6-BEF0-CF2F14D1B24A}"/>
                </a:ext>
              </a:extLst>
            </p:cNvPr>
            <p:cNvSpPr txBox="1"/>
            <p:nvPr/>
          </p:nvSpPr>
          <p:spPr>
            <a:xfrm>
              <a:off x="6809432" y="4078250"/>
              <a:ext cx="1773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Recall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A0EBAF-A179-4762-842F-105A8B94F260}"/>
                </a:ext>
              </a:extLst>
            </p:cNvPr>
            <p:cNvSpPr txBox="1"/>
            <p:nvPr/>
          </p:nvSpPr>
          <p:spPr>
            <a:xfrm rot="16200000">
              <a:off x="5241498" y="2186116"/>
              <a:ext cx="1773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Precision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C06B11-06F9-4E62-AA5B-67F1E4EC86BD}"/>
              </a:ext>
            </a:extLst>
          </p:cNvPr>
          <p:cNvCxnSpPr>
            <a:cxnSpLocks/>
          </p:cNvCxnSpPr>
          <p:nvPr/>
        </p:nvCxnSpPr>
        <p:spPr>
          <a:xfrm flipH="1">
            <a:off x="2521103" y="1229557"/>
            <a:ext cx="938071" cy="0"/>
          </a:xfrm>
          <a:prstGeom prst="line">
            <a:avLst/>
          </a:prstGeom>
          <a:ln w="28575" cap="flat" cmpd="sng" algn="ctr">
            <a:solidFill>
              <a:schemeClr val="accent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6151F20-C67B-450A-876C-F8A4EE1CDD9D}"/>
              </a:ext>
            </a:extLst>
          </p:cNvPr>
          <p:cNvSpPr/>
          <p:nvPr/>
        </p:nvSpPr>
        <p:spPr>
          <a:xfrm>
            <a:off x="3497802" y="1229557"/>
            <a:ext cx="2352927" cy="1808254"/>
          </a:xfrm>
          <a:custGeom>
            <a:avLst/>
            <a:gdLst>
              <a:gd name="connsiteX0" fmla="*/ 0 w 2352927"/>
              <a:gd name="connsiteY0" fmla="*/ 0 h 1808254"/>
              <a:gd name="connsiteX1" fmla="*/ 492711 w 2352927"/>
              <a:gd name="connsiteY1" fmla="*/ 75460 h 1808254"/>
              <a:gd name="connsiteX2" fmla="*/ 794551 w 2352927"/>
              <a:gd name="connsiteY2" fmla="*/ 164237 h 1808254"/>
              <a:gd name="connsiteX3" fmla="*/ 1171852 w 2352927"/>
              <a:gd name="connsiteY3" fmla="*/ 341791 h 1808254"/>
              <a:gd name="connsiteX4" fmla="*/ 1513643 w 2352927"/>
              <a:gd name="connsiteY4" fmla="*/ 750163 h 1808254"/>
              <a:gd name="connsiteX5" fmla="*/ 1886505 w 2352927"/>
              <a:gd name="connsiteY5" fmla="*/ 1149659 h 1808254"/>
              <a:gd name="connsiteX6" fmla="*/ 2321511 w 2352927"/>
              <a:gd name="connsiteY6" fmla="*/ 1762218 h 1808254"/>
              <a:gd name="connsiteX7" fmla="*/ 2321511 w 2352927"/>
              <a:gd name="connsiteY7" fmla="*/ 1766657 h 1808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52927" h="1808254">
                <a:moveTo>
                  <a:pt x="0" y="0"/>
                </a:moveTo>
                <a:cubicBezTo>
                  <a:pt x="180143" y="24043"/>
                  <a:pt x="360286" y="48087"/>
                  <a:pt x="492711" y="75460"/>
                </a:cubicBezTo>
                <a:cubicBezTo>
                  <a:pt x="625136" y="102833"/>
                  <a:pt x="681361" y="119849"/>
                  <a:pt x="794551" y="164237"/>
                </a:cubicBezTo>
                <a:cubicBezTo>
                  <a:pt x="907741" y="208625"/>
                  <a:pt x="1052003" y="244137"/>
                  <a:pt x="1171852" y="341791"/>
                </a:cubicBezTo>
                <a:cubicBezTo>
                  <a:pt x="1291701" y="439445"/>
                  <a:pt x="1394534" y="615518"/>
                  <a:pt x="1513643" y="750163"/>
                </a:cubicBezTo>
                <a:cubicBezTo>
                  <a:pt x="1632752" y="884808"/>
                  <a:pt x="1751860" y="980983"/>
                  <a:pt x="1886505" y="1149659"/>
                </a:cubicBezTo>
                <a:cubicBezTo>
                  <a:pt x="2021150" y="1318335"/>
                  <a:pt x="2321511" y="1762218"/>
                  <a:pt x="2321511" y="1762218"/>
                </a:cubicBezTo>
                <a:cubicBezTo>
                  <a:pt x="2394012" y="1865051"/>
                  <a:pt x="2317812" y="1762958"/>
                  <a:pt x="2321511" y="176665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DB9D11F-B306-4863-922A-E5CA102E85EF}"/>
                  </a:ext>
                </a:extLst>
              </p:cNvPr>
              <p:cNvSpPr txBox="1"/>
              <p:nvPr/>
            </p:nvSpPr>
            <p:spPr>
              <a:xfrm>
                <a:off x="2048414" y="3333750"/>
                <a:ext cx="250838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DB9D11F-B306-4863-922A-E5CA102E8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8414" y="3333750"/>
                <a:ext cx="250838" cy="518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65BA798-7698-4234-9624-00052961224A}"/>
              </a:ext>
            </a:extLst>
          </p:cNvPr>
          <p:cNvCxnSpPr>
            <a:cxnSpLocks/>
          </p:cNvCxnSpPr>
          <p:nvPr/>
        </p:nvCxnSpPr>
        <p:spPr>
          <a:xfrm>
            <a:off x="2450318" y="3638550"/>
            <a:ext cx="2348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A9686EB-ADAC-4DAA-8192-317CAC84A234}"/>
              </a:ext>
            </a:extLst>
          </p:cNvPr>
          <p:cNvCxnSpPr>
            <a:cxnSpLocks/>
          </p:cNvCxnSpPr>
          <p:nvPr/>
        </p:nvCxnSpPr>
        <p:spPr>
          <a:xfrm>
            <a:off x="2819400" y="3638550"/>
            <a:ext cx="39624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7D6A12B-E8C5-4BE4-9F4E-8421F9D00B03}"/>
              </a:ext>
            </a:extLst>
          </p:cNvPr>
          <p:cNvCxnSpPr>
            <a:cxnSpLocks/>
          </p:cNvCxnSpPr>
          <p:nvPr/>
        </p:nvCxnSpPr>
        <p:spPr>
          <a:xfrm>
            <a:off x="6511383" y="3454693"/>
            <a:ext cx="0" cy="54386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5FE9C10-5680-40E3-9768-B806C1A5512F}"/>
              </a:ext>
            </a:extLst>
          </p:cNvPr>
          <p:cNvSpPr/>
          <p:nvPr/>
        </p:nvSpPr>
        <p:spPr>
          <a:xfrm>
            <a:off x="5832241" y="3012613"/>
            <a:ext cx="679142" cy="621437"/>
          </a:xfrm>
          <a:custGeom>
            <a:avLst/>
            <a:gdLst>
              <a:gd name="connsiteX0" fmla="*/ 0 w 679142"/>
              <a:gd name="connsiteY0" fmla="*/ 0 h 621437"/>
              <a:gd name="connsiteX1" fmla="*/ 679142 w 679142"/>
              <a:gd name="connsiteY1" fmla="*/ 621437 h 62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79142" h="621437">
                <a:moveTo>
                  <a:pt x="0" y="0"/>
                </a:moveTo>
                <a:lnTo>
                  <a:pt x="679142" y="621437"/>
                </a:lnTo>
              </a:path>
            </a:pathLst>
          </a:cu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F53A80-9282-411D-B9EC-053D62A08D75}"/>
              </a:ext>
            </a:extLst>
          </p:cNvPr>
          <p:cNvSpPr txBox="1"/>
          <p:nvPr/>
        </p:nvSpPr>
        <p:spPr>
          <a:xfrm>
            <a:off x="5943600" y="361950"/>
            <a:ext cx="2895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Completing PR curves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712E4-B215-4ED1-A6EE-1746CC3889EB}"/>
              </a:ext>
            </a:extLst>
          </p:cNvPr>
          <p:cNvSpPr txBox="1"/>
          <p:nvPr/>
        </p:nvSpPr>
        <p:spPr>
          <a:xfrm>
            <a:off x="85898" y="3449384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=# positive cases</a:t>
            </a:r>
          </a:p>
        </p:txBody>
      </p:sp>
    </p:spTree>
    <p:extLst>
      <p:ext uri="{BB962C8B-B14F-4D97-AF65-F5344CB8AC3E}">
        <p14:creationId xmlns:p14="http://schemas.microsoft.com/office/powerpoint/2010/main" val="33163083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researchgate.net/profile/Carlos_M_Massera/publication/280001413/figure/fig3/AS:352557546393602@1461067677325/Fig-3-Recall-by-Precision-curve-of-evaluated-methods.pp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912"/>
            <a:ext cx="6029809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96000" y="1733550"/>
            <a:ext cx="3048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Comparison of classifiers via PR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AUPR</a:t>
            </a:r>
            <a:r>
              <a:rPr lang="en-GB" dirty="0"/>
              <a:t>: Area Under PR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Prefer classifier with larger AUPR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AUPR more robust measure than AUC in unbalanced datasets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147631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28750"/>
          <a:ext cx="8001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Precision(P)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Recall (R)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Average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lang="en-US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Score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 1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0.45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0.444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 2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0.7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0.4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0.175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Algorithm 3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1.0</a:t>
                      </a:r>
                    </a:p>
                  </a:txBody>
                  <a:tcPr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0.51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0.0392</a:t>
                      </a: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181600" y="1352550"/>
            <a:ext cx="3429000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</a:t>
            </a:r>
            <a:r>
              <a:rPr lang="en-US" sz="2400" b="1" baseline="-25000" dirty="0"/>
              <a:t>1</a:t>
            </a:r>
            <a:r>
              <a:rPr lang="en-US" sz="2400" b="1" dirty="0"/>
              <a:t> Score (F score)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693063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to compare precision/recall numbers?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3050" y="1311729"/>
            <a:ext cx="1828800" cy="1600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81000" y="310515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Average: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3938885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</a:t>
            </a:r>
            <a:r>
              <a:rPr lang="en-US" sz="2400" baseline="-25000" dirty="0"/>
              <a:t>1</a:t>
            </a:r>
            <a:r>
              <a:rPr lang="en-US" sz="2400" dirty="0"/>
              <a:t> Score: </a:t>
            </a:r>
          </a:p>
        </p:txBody>
      </p:sp>
      <p:pic>
        <p:nvPicPr>
          <p:cNvPr id="13" name="Picture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163732"/>
            <a:ext cx="718088" cy="4748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998916"/>
            <a:ext cx="1031208" cy="55403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15000" y="2571750"/>
            <a:ext cx="685800" cy="3401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TextBox 14"/>
          <p:cNvSpPr txBox="1"/>
          <p:nvPr/>
        </p:nvSpPr>
        <p:spPr>
          <a:xfrm>
            <a:off x="3429000" y="31051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predict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en-GB" dirty="0"/>
              <a:t> (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dirty="0"/>
              <a:t>) all the time</a:t>
            </a:r>
            <a:endParaRPr lang="it-IT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1828800" y="2800350"/>
            <a:ext cx="1524000" cy="363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0" y="1812471"/>
            <a:ext cx="685800" cy="34017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TextBox 17"/>
          <p:cNvSpPr txBox="1"/>
          <p:nvPr/>
        </p:nvSpPr>
        <p:spPr>
          <a:xfrm>
            <a:off x="5257800" y="3667522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best balance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/rec</a:t>
            </a:r>
            <a:endParaRPr lang="it-IT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6896100" y="2199680"/>
            <a:ext cx="419100" cy="1467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56431" y="4300418"/>
                <a:ext cx="3324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=0)∨(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431" y="4300418"/>
                <a:ext cx="3324628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1284" t="-2174" r="-2202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656431" y="4652995"/>
                <a:ext cx="3324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𝑝𝑟𝑒𝑐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=1)∧(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𝑟𝑒𝑐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6431" y="4652995"/>
                <a:ext cx="3324628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284" t="-2174" r="-2202" b="-32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78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  <p:bldP spid="12" grpId="0"/>
      <p:bldP spid="14" grpId="0" animBg="1"/>
      <p:bldP spid="15" grpId="0"/>
      <p:bldP spid="17" grpId="0" animBg="1"/>
      <p:bldP spid="18" grpId="0"/>
      <p:bldP spid="6" grpId="0"/>
      <p:bldP spid="2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</a:t>
            </a:r>
            <a:r>
              <a:rPr lang="en-US" sz="2400" b="1" baseline="-25000" dirty="0">
                <a:latin typeface="Symbol" panose="05050102010706020507" pitchFamily="18" charset="2"/>
              </a:rPr>
              <a:t>b</a:t>
            </a:r>
            <a:r>
              <a:rPr lang="en-US" sz="2400" b="1" dirty="0"/>
              <a:t>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00150"/>
            <a:ext cx="47630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dirty="0"/>
              <a:t> score is the </a:t>
            </a:r>
            <a:r>
              <a:rPr lang="en-GB" b="1" dirty="0"/>
              <a:t>harmonic mean </a:t>
            </a:r>
            <a:r>
              <a:rPr lang="en-GB" dirty="0"/>
              <a:t>of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</a:t>
            </a:r>
            <a:r>
              <a:rPr lang="en-GB" dirty="0"/>
              <a:t> and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dirty="0"/>
              <a:t> is a special case of a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GB" baseline="-25000" dirty="0">
                <a:latin typeface="Symbol" panose="05050102010706020507" pitchFamily="18" charset="2"/>
              </a:rPr>
              <a:t>b</a:t>
            </a:r>
            <a:r>
              <a:rPr lang="en-GB" dirty="0"/>
              <a:t> score with </a:t>
            </a:r>
            <a:r>
              <a:rPr lang="en-GB" i="1" dirty="0">
                <a:latin typeface="Symbol" panose="05050102010706020507" pitchFamily="18" charset="2"/>
              </a:rPr>
              <a:t>b</a:t>
            </a:r>
            <a:r>
              <a:rPr lang="en-GB" dirty="0"/>
              <a:t>=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57400" y="2123480"/>
                <a:ext cx="2991460" cy="6314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it-IT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=(1+</m:t>
                      </m:r>
                      <m:sSup>
                        <m:sSup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𝑝𝑟𝑒𝑐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</m:t>
                          </m:r>
                        </m:num>
                        <m:den>
                          <m:sSup>
                            <m:sSupPr>
                              <m:ctrlP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GB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𝑝𝑟𝑒𝑐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𝑟𝑒𝑐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123480"/>
                <a:ext cx="2991460" cy="63145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685800" y="3105150"/>
            <a:ext cx="61786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latin typeface="Symbol" panose="05050102010706020507" pitchFamily="18" charset="2"/>
              </a:rPr>
              <a:t>b</a:t>
            </a:r>
            <a:r>
              <a:rPr lang="en-GB" dirty="0"/>
              <a:t> </a:t>
            </a:r>
            <a:r>
              <a:rPr lang="it-IT" dirty="0"/>
              <a:t> is a weight of the relative importance of 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</a:t>
            </a:r>
            <a:r>
              <a:rPr lang="it-IT" dirty="0"/>
              <a:t> vs </a:t>
            </a:r>
            <a:r>
              <a:rPr lang="it-IT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latin typeface="Symbol" panose="05050102010706020507" pitchFamily="18" charset="2"/>
              </a:rPr>
              <a:t>b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GB" dirty="0"/>
              <a:t>more importance to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GB" i="1" dirty="0">
                <a:latin typeface="Symbol" panose="05050102010706020507" pitchFamily="18" charset="2"/>
              </a:rPr>
              <a:t>b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GB" dirty="0"/>
              <a:t>more importance to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Usual values </a:t>
            </a:r>
            <a:r>
              <a:rPr lang="en-GB" i="1" dirty="0">
                <a:latin typeface="Symbol" panose="05050102010706020507" pitchFamily="18" charset="2"/>
              </a:rPr>
              <a:t>b</a:t>
            </a:r>
            <a:r>
              <a:rPr lang="en-GB" dirty="0"/>
              <a:t>=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dirty="0"/>
              <a:t>, </a:t>
            </a:r>
            <a:r>
              <a:rPr lang="en-GB" i="1" dirty="0">
                <a:latin typeface="Symbol" panose="05050102010706020507" pitchFamily="18" charset="2"/>
              </a:rPr>
              <a:t>b</a:t>
            </a:r>
            <a:r>
              <a:rPr lang="en-GB" dirty="0"/>
              <a:t>=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GB" dirty="0"/>
              <a:t>, </a:t>
            </a:r>
            <a:r>
              <a:rPr lang="en-GB" i="1" dirty="0">
                <a:latin typeface="Symbol" panose="05050102010706020507" pitchFamily="18" charset="2"/>
              </a:rPr>
              <a:t>b</a:t>
            </a:r>
            <a:r>
              <a:rPr lang="en-GB" dirty="0"/>
              <a:t>=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score </a:t>
            </a:r>
            <a:r>
              <a:rPr lang="en-GB" dirty="0"/>
              <a:t>is between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lang="en-GB" dirty="0"/>
              <a:t>and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 </a:t>
            </a:r>
            <a:r>
              <a:rPr lang="en-GB" dirty="0"/>
              <a:t>with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GB" dirty="0"/>
              <a:t>best value</a:t>
            </a:r>
          </a:p>
        </p:txBody>
      </p:sp>
    </p:spTree>
    <p:extLst>
      <p:ext uri="{BB962C8B-B14F-4D97-AF65-F5344CB8AC3E}">
        <p14:creationId xmlns:p14="http://schemas.microsoft.com/office/powerpoint/2010/main" val="322384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91000" y="742950"/>
            <a:ext cx="4407745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Machine learning system design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224865" y="2150528"/>
            <a:ext cx="42976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/>
          <p:cNvSpPr>
            <a:spLocks noGrp="1"/>
          </p:cNvSpPr>
          <p:nvPr>
            <p:ph type="ctrTitle" idx="4294967295"/>
          </p:nvPr>
        </p:nvSpPr>
        <p:spPr>
          <a:xfrm>
            <a:off x="4191000" y="2114550"/>
            <a:ext cx="4407745" cy="1676400"/>
          </a:xfrm>
        </p:spPr>
        <p:txBody>
          <a:bodyPr>
            <a:noAutofit/>
          </a:bodyPr>
          <a:lstStyle/>
          <a:p>
            <a:pPr algn="l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for machine learning</a:t>
            </a:r>
          </a:p>
        </p:txBody>
      </p:sp>
      <p:pic>
        <p:nvPicPr>
          <p:cNvPr id="2" name="Picture 2" descr="C:\Users\ang\Desktop\iStock_000012344803Large.jpg"/>
          <p:cNvPicPr>
            <a:picLocks noChangeAspect="1" noChangeArrowheads="1"/>
          </p:cNvPicPr>
          <p:nvPr/>
        </p:nvPicPr>
        <p:blipFill>
          <a:blip r:embed="rId3" cstate="print"/>
          <a:srcRect b="7246"/>
          <a:stretch>
            <a:fillRect/>
          </a:stretch>
        </p:blipFill>
        <p:spPr bwMode="auto">
          <a:xfrm>
            <a:off x="685800" y="361950"/>
            <a:ext cx="3200400" cy="3657600"/>
          </a:xfrm>
          <a:prstGeom prst="rect">
            <a:avLst/>
          </a:prstGeom>
          <a:noFill/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838200" y="3867150"/>
            <a:ext cx="28956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6613583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Designing a high accuracy learning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4781550"/>
            <a:ext cx="3428999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[</a:t>
            </a:r>
            <a:r>
              <a:rPr lang="en-US" sz="2000" baseline="-25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Banko</a:t>
            </a:r>
            <a:r>
              <a:rPr lang="en-US" sz="2000" baseline="-25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and Brill, 2001]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769263"/>
            <a:ext cx="5105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09588" algn="l"/>
              </a:tabLst>
            </a:pPr>
            <a:r>
              <a:rPr lang="en-US" sz="2200" dirty="0"/>
              <a:t>E.g. 	Classify between confusable words.</a:t>
            </a:r>
          </a:p>
          <a:p>
            <a:pPr>
              <a:tabLst>
                <a:tab pos="509588" algn="l"/>
              </a:tabLst>
            </a:pPr>
            <a:r>
              <a:rPr lang="en-US" sz="2200" dirty="0"/>
              <a:t>	{to, two, too},  {then, than}</a:t>
            </a:r>
          </a:p>
          <a:p>
            <a:pPr>
              <a:tabLst>
                <a:tab pos="509588" algn="l"/>
              </a:tabLst>
            </a:pPr>
            <a:r>
              <a:rPr lang="en-US" sz="2200" dirty="0"/>
              <a:t>For breakfast I ate _____ eggs.</a:t>
            </a:r>
          </a:p>
          <a:p>
            <a:pPr>
              <a:tabLst>
                <a:tab pos="509588" algn="l"/>
              </a:tabLst>
            </a:pPr>
            <a:r>
              <a:rPr lang="en-US" sz="2200" dirty="0"/>
              <a:t>Algorithms</a:t>
            </a:r>
          </a:p>
          <a:p>
            <a:pPr marL="800100" lvl="1" indent="-342900">
              <a:buFontTx/>
              <a:buChar char="-"/>
              <a:tabLst>
                <a:tab pos="509588" algn="l"/>
              </a:tabLst>
            </a:pPr>
            <a:r>
              <a:rPr lang="en-US" sz="2200" dirty="0"/>
              <a:t>Perceptron (Logistic regression)</a:t>
            </a:r>
          </a:p>
          <a:p>
            <a:pPr marL="800100" lvl="1" indent="-342900">
              <a:buFontTx/>
              <a:buChar char="-"/>
              <a:tabLst>
                <a:tab pos="509588" algn="l"/>
              </a:tabLst>
            </a:pPr>
            <a:r>
              <a:rPr lang="en-US" sz="2200" dirty="0"/>
              <a:t>Winnow</a:t>
            </a:r>
          </a:p>
          <a:p>
            <a:pPr marL="800100" lvl="1" indent="-342900">
              <a:buFontTx/>
              <a:buChar char="-"/>
              <a:tabLst>
                <a:tab pos="509588" algn="l"/>
              </a:tabLst>
            </a:pPr>
            <a:r>
              <a:rPr lang="en-US" sz="2200" dirty="0"/>
              <a:t>Memory-based</a:t>
            </a:r>
          </a:p>
          <a:p>
            <a:pPr marL="800100" lvl="1" indent="-342900">
              <a:buFontTx/>
              <a:buChar char="-"/>
              <a:tabLst>
                <a:tab pos="509588" algn="l"/>
              </a:tabLst>
            </a:pPr>
            <a:r>
              <a:rPr lang="en-US" sz="2200" dirty="0"/>
              <a:t>Naïve Bayes</a:t>
            </a:r>
          </a:p>
          <a:p>
            <a:pPr lvl="1">
              <a:tabLst>
                <a:tab pos="509588" algn="l"/>
              </a:tabLst>
            </a:pPr>
            <a:endParaRPr lang="en-US" sz="2200" dirty="0"/>
          </a:p>
        </p:txBody>
      </p:sp>
      <p:sp>
        <p:nvSpPr>
          <p:cNvPr id="21" name="TextBox 20"/>
          <p:cNvSpPr txBox="1"/>
          <p:nvPr/>
        </p:nvSpPr>
        <p:spPr>
          <a:xfrm>
            <a:off x="914400" y="3859709"/>
            <a:ext cx="7315200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 b="1" dirty="0"/>
              <a:t>“It’s not who has the best algorithm that wins. </a:t>
            </a:r>
          </a:p>
          <a:p>
            <a:r>
              <a:rPr lang="en-US" sz="2200" b="1" dirty="0"/>
              <a:t>				It’s who has the most data.”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076738" y="716637"/>
            <a:ext cx="4067262" cy="2934237"/>
            <a:chOff x="5076738" y="716637"/>
            <a:chExt cx="4067262" cy="2934237"/>
          </a:xfrm>
        </p:grpSpPr>
        <p:grpSp>
          <p:nvGrpSpPr>
            <p:cNvPr id="11" name="Group 10"/>
            <p:cNvGrpSpPr/>
            <p:nvPr/>
          </p:nvGrpSpPr>
          <p:grpSpPr>
            <a:xfrm>
              <a:off x="5076738" y="716637"/>
              <a:ext cx="4067262" cy="2934237"/>
              <a:chOff x="4341570" y="785917"/>
              <a:chExt cx="4679657" cy="2934237"/>
            </a:xfrm>
          </p:grpSpPr>
          <p:pic>
            <p:nvPicPr>
              <p:cNvPr id="12" name="Picture 2" descr="C:\Users\ang\Desktop\Noname.pn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341570" y="785917"/>
                <a:ext cx="4679657" cy="2882769"/>
              </a:xfrm>
              <a:prstGeom prst="rect">
                <a:avLst/>
              </a:prstGeom>
              <a:noFill/>
            </p:spPr>
          </p:pic>
          <p:sp>
            <p:nvSpPr>
              <p:cNvPr id="13" name="TextBox 12"/>
              <p:cNvSpPr txBox="1"/>
              <p:nvPr/>
            </p:nvSpPr>
            <p:spPr>
              <a:xfrm>
                <a:off x="5626371" y="3504710"/>
                <a:ext cx="2247474" cy="21544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r>
                  <a:rPr lang="en-US" sz="1400" dirty="0"/>
                  <a:t>Training set size (millions)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 rot="16200000">
                <a:off x="3754586" y="2023239"/>
                <a:ext cx="1409104" cy="215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tIns="0" bIns="0" rtlCol="0">
                <a:spAutoFit/>
              </a:bodyPr>
              <a:lstStyle/>
              <a:p>
                <a:r>
                  <a:rPr lang="en-US" sz="1400" dirty="0"/>
                  <a:t>     Accuracy     </a:t>
                </a:r>
              </a:p>
            </p:txBody>
          </p: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3442" y="2571750"/>
              <a:ext cx="1318080" cy="183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83518" y="3015096"/>
              <a:ext cx="1246909" cy="158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0525" b="17071"/>
            <a:stretch/>
          </p:blipFill>
          <p:spPr bwMode="auto">
            <a:xfrm>
              <a:off x="7371642" y="2720690"/>
              <a:ext cx="1246909" cy="1359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9" name="Picture 5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31574"/>
            <a:stretch/>
          </p:blipFill>
          <p:spPr bwMode="auto">
            <a:xfrm>
              <a:off x="7384512" y="2869704"/>
              <a:ext cx="1246909" cy="1307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/>
              <p14:cNvContentPartPr/>
              <p14:nvPr/>
            </p14:nvContentPartPr>
            <p14:xfrm>
              <a:off x="192600" y="965520"/>
              <a:ext cx="8526240" cy="38919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2520" y="957600"/>
                <a:ext cx="8545320" cy="390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4291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81000" y="3638550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Useful test: Given the input    , can a human expert confidently predict   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1000" y="28575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Large data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693063"/>
            <a:ext cx="822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Assume feature                 has sufficient information to predict     accurately. </a:t>
            </a:r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634" y="815148"/>
            <a:ext cx="1246966" cy="2784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819" y="3867150"/>
            <a:ext cx="178689" cy="1600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5481" y="4292045"/>
            <a:ext cx="168021" cy="2293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1000" y="1872555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Example: For breakfast I ate _____ eggs.</a:t>
            </a:r>
          </a:p>
          <a:p>
            <a:r>
              <a:rPr lang="en-US" sz="2800" dirty="0"/>
              <a:t>Counterexample: Predict housing price from only size (feet</a:t>
            </a:r>
            <a:r>
              <a:rPr lang="en-US" sz="2800" baseline="30000" dirty="0"/>
              <a:t>2</a:t>
            </a:r>
            <a:r>
              <a:rPr lang="en-US" sz="2800" dirty="0"/>
              <a:t>) and no other features. </a:t>
            </a:r>
          </a:p>
        </p:txBody>
      </p:sp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900" y="1352550"/>
            <a:ext cx="168021" cy="2293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/>
              <p14:cNvContentPartPr/>
              <p14:nvPr/>
            </p14:nvContentPartPr>
            <p14:xfrm>
              <a:off x="99360" y="765360"/>
              <a:ext cx="8597520" cy="376308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8560" y="755280"/>
                <a:ext cx="8618760" cy="378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24907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2857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Large data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693063"/>
            <a:ext cx="8229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Use a learning algorithm with many parameters (e.g. logistic regression/linear regression with many features; neural network with many hidden units).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1050" dirty="0"/>
          </a:p>
          <a:p>
            <a:r>
              <a:rPr lang="en-US" sz="2400" dirty="0"/>
              <a:t>Use a very large training set (unlikely to </a:t>
            </a:r>
            <a:r>
              <a:rPr lang="en-US" sz="2400" dirty="0" err="1"/>
              <a:t>overfit</a:t>
            </a:r>
            <a:r>
              <a:rPr lang="en-US" sz="2400" dirty="0"/>
              <a:t>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6560" y="901080"/>
              <a:ext cx="8440920" cy="3763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760" y="891360"/>
                <a:ext cx="8462880" cy="377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24250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_ACTIVE_SLIDE" val="51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displaystyle&#10;J(\theta) = \frac{1}{2m} \left[ \sum_{i=1}^{m} (h_\theta (x^{(i)}) - y^{(i)})^2 + \lambda \sum_{j=1}^{m} \theta_j^2 \right]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($&#10;x_1^2, x_2^2, x_1x_2,$etc.)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lambda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lambda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1 =&#10;$&#10;&#10;\end{document}"/>
  <p:tag name="IGUANATEXSIZE" val="2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2 =&#10;$&#10;&#10;\end{document}"/>
  <p:tag name="IGUANATEXSIZE" val="2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3 =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4 =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5 =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x_6 =&#10;$&#10;&#10;\end{document}"/>
  <p:tag name="IGUANATEXSIZE" val="2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vdots&#10;$&#10;&#10;$&#10;x_{100}&#10;$&#10;\end{document}"/>
  <p:tag name="IGUANATEXSIZE" val="2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\begin{align*}&#10;h_\theta(x) &amp;= \theta_0 + \theta_1 x + \theta_2 x^2 \\&#10;&amp;+ \theta_3 x^3 + \theta_4 x^4&#10;\end{align*}&#10;&#10;&#10;\end{document}"/>
  <p:tag name="IGUANATEXSIZE" val="2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1)}, y^{(1)})&#10;$&#10;&#10;&#10;\end{document}"/>
  <p:tag name="IGUANATEXSIZE" val="2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2)}, y^{(2)})&#10;$&#10;&#10;&#10;\end{document}"/>
  <p:tag name="IGUANATEXSIZE" val="2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m)}, y^{(m)})&#10;$&#10;&#10;&#10;\end{document}"/>
  <p:tag name="IGUANATEXSIZE" val="2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1)}_{test}, y^{(1)}_{test})&#10;$&#10;&#10;&#10;\end{document}"/>
  <p:tag name="IGUANATEXSIZE" val="2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2)}_{test}, y^{(2)}_{test})&#10;$&#10;&#10;&#10;\end{document}"/>
  <p:tag name="IGUANATEXSIZE" val="2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m_{test})}_{test}, y^{(m_{test})}_{test})&#10;$&#10;&#10;&#10;\end{document}"/>
  <p:tag name="IGUANATEXSIZE" val="2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theta&#10;$&#10;&#10;&#10;\end{document}"/>
  <p:tag name="IGUANATEXSIZE" val="2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(\theta)&#10;$&#10;&#10;&#10;\end{document}"/>
  <p:tag name="IGUANATEXSIZE" val="28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theta&#10;$&#10;&#10;&#10;\end{document}"/>
  <p:tag name="IGUANATEXSIZE" val="2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est}(\theta) = -\frac{1}{m_{test}} \displaystyle \sum_{i=1}^{m_{test}} y^{(i)}_{test} \log h_\theta (x_{test}^{(i)}) + (1-y_{test}^{(i)}) \log h_\theta(x_{test}^{(i)})&#10;$&#10;&#10;&#10;\end{document}"/>
  <p:tag name="IGUANATEXSIZE" val="2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\begin{align*}&#10;h_\theta(x) &amp;= \theta_0 + \theta_1 x + \theta_2 x^2 \\&#10;&amp;+ \theta_3 x^3 + \theta_4 x^4&#10;\end{align*}&#10;&#10;&#10;\end{document}"/>
  <p:tag name="IGUANATEXSIZE" val="2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(\theta)&#10;$&#10;&#10;&#10;\end{document}"/>
  <p:tag name="IGUANATEXSIZE" val="2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theta_0, \theta_1, \dots, \theta_4&#10;$&#10;&#10;&#10;\end{document}"/>
  <p:tag name="IGUANATEXSIZE" val="2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 (x) = \theta_0 + \theta_1 x&#10;$&#10;&#10;&#10;\end{document}"/>
  <p:tag name="IGUANATEXSIZE" val="2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 (x) = \theta_0 + \theta_1 x + \theta_2 x^2&#10;$&#10;&#10;&#10;\end{document}"/>
  <p:tag name="IGUANATEXSIZE" val="2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 (x) = \theta_0 + \theta_1 x + \dots + \theta_3 x^3&#10;$&#10;&#10;&#10;\end{document}"/>
  <p:tag name="IGUANATEXSIZE" val="2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 (x) = \theta_0 + \theta_1 x + \dots + \theta_{10} x^{10}&#10;$&#10;&#10;&#10;\end{document}"/>
  <p:tag name="IGUANATEXSIZE" val="2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theta_0 + \dots \theta_5 x^5&#10;$&#10;&#10;&#10;\end{document}"/>
  <p:tag name="IGUANATEXSIZE" val="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est}(\theta^{(5)})&#10;$&#10;&#10;&#10;\end{document}"/>
  <p:tag name="IGUANATEXSIZE" val="2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est}(\theta^{(5)})&#10;$&#10;&#10;&#10;\end{document}"/>
  <p:tag name="IGUANATEXSIZE" val="2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d&#10;$&#10;&#10;&#10;\end{document}"/>
  <p:tag name="IGUANATEXSIZE" val="24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1)}, y^{(1)})&#10;$&#10;&#10;&#10;\end{document}"/>
  <p:tag name="IGUANATEXSIZE" val="24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2)}, y^{(2)})&#10;$&#10;&#10;&#10;\end{document}"/>
  <p:tag name="IGUANATEXSIZE" val="2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m)}, y^{(m)})&#10;$&#10;&#10;&#10;\end{document}"/>
  <p:tag name="IGUANATEXSIZE" val="2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1)}_{test}, y^{(1)}_{test})&#10;$&#10;&#10;&#10;\end{document}"/>
  <p:tag name="IGUANATEXSIZE" val="24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2)}_{test}, y^{(2)}_{test})&#10;$&#10;&#10;&#10;\end{document}"/>
  <p:tag name="IGUANATEXSIZE" val="2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m_{test})}_{test}, y^{(m_{test})}_{test})&#10;$&#10;&#10;&#10;\end{document}"/>
  <p:tag name="IGUANATEXSIZE" val="2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1)}_{cv}, y^{(1)}_{cv})&#10;$&#10;&#10;&#10;\end{document}"/>
  <p:tag name="IGUANATEXSIZE" val="2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2)}_{cv}, y^{(2)}_{cv})&#10;$&#10;&#10;&#10;\end{document}"/>
  <p:tag name="IGUANATEXSIZE" val="24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(x^{(m_{cv})}_{cv}, y^{(m_{cv})}_{cv})&#10;$&#10;&#10;&#10;\end{document}"/>
  <p:tag name="IGUANATEXSIZE" val="2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4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rain} (\theta) = \frac{1}{2m} \displaystyle \sum_{i=1}^{m} (h_\theta(x^{(i)}) - y^{(i)})^2&#10;$&#10;&#10;&#10;\end{document}"/>
  <p:tag name="IGUANATEXSIZE" val="2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cv} (\theta) = \frac{1}{2m_{cv}} \displaystyle \sum_{i=1}^{m_{cv}} (h_\theta(x_{cv}^{(i)}) - y_{cv}^{(i)})^2&#10;$&#10;&#10;&#10;\end{document}"/>
  <p:tag name="IGUANATEXSIZE" val="2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est}(\theta) = \frac{1}{2m_{test}} \displaystyle \sum_{i=1}^{m_{test}} (h_\theta(x_{test}^{(i)}) - y_{test}^{(i)})^2&#10;$&#10;&#10;&#10;\end{document}"/>
  <p:tag name="IGUANATEXSIZE" val="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 (x) = \theta_0 + \theta_1 x&#10;$&#10;&#10;&#10;\end{document}"/>
  <p:tag name="IGUANATEXSIZE" val="2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 (x) = \theta_0 + \theta_1 x + \theta_2 x^2&#10;$&#10;&#10;&#10;\end{document}"/>
  <p:tag name="IGUANATEXSIZE" val="2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 (x) = \theta_0 + \theta_1 x + \dots + \theta_3 x^3&#10;$&#10;&#10;&#10;\end{document}"/>
  <p:tag name="IGUANATEXSIZE" val="2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 (x) = \theta_0 + \theta_1 x + \dots + \theta_{10} x^{10}&#10;$&#10;&#10;&#10;\end{document}"/>
  <p:tag name="IGUANATEXSIZE" val="2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est}(\theta^{(4)})&#10;$&#10;&#10;&#10;\end{document}"/>
  <p:tag name="IGUANATEXSIZE" val="2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theta_0 + \theta_1 x_1 + \dots + \theta_4 x^4&#10;$&#10;&#10;&#10;\end{document}"/>
  <p:tag name="IGUANATEXSIZE" val="2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&#10;$&#10;&#10;\end{document}"/>
  <p:tag name="IGUANATEXSIZE" val="24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&#10;$&#10;&#10;\end{document}"/>
  <p:tag name="IGUANATEXSIZE" val="2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$&#10;\theta_0 + \theta_1 x + \theta_2 x^2 + \theta_3 x^3 + \theta_4 x^4&#10;$&#10;&#10;\end{document}"/>
  <p:tag name="IGUANATEXSIZE" val="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rain} (\theta) = \frac{1}{2m} \displaystyle \sum_{i=1}^{m} (h_\theta(x^{(i)}) - y^{(i)})^2&#10;$&#10;&#10;&#10;\end{document}"/>
  <p:tag name="IGUANATEXSIZE" val="2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cv} (\theta) = \frac{1}{2m_{cv}} \displaystyle \sum_{i=1}^{m_{cv}} (h_\theta(x_{cv}^{(i)}) - y_{cv}^{(i)})^2&#10;$&#10;&#10;&#10;\end{document}"/>
  <p:tag name="IGUANATEXSIZE" val="2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cv} (\theta)&#10;$&#10;&#10;&#10;\end{document}"/>
  <p:tag name="IGUANATEXSIZE" val="2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est} (\theta)&#10;$&#10;&#10;&#10;\end{document}"/>
  <p:tag name="IGUANATEXSIZE" val="2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cv} (\theta)&#10;$&#10;&#10;&#10;\end{document}"/>
  <p:tag name="IGUANATEXSIZE" val="24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rain} (\theta)&#10;$&#10;&#10;&#10;\end{document}"/>
  <p:tag name="IGUANATEXSIZE" val="2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&#10;$&#10;&#10;&#10;\end{document}"/>
  <p:tag name="IGUANATEXSIZE" val="2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&#10;$&#10;&#10;&#10;\end{document}"/>
  <p:tag name="IGUANATEXSIZE" val="2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 = 10000.\; \theta_1 \approx 0, \theta_2 \approx 0,\dots&#10;$&#10;&#10;&#10;\end{document}"/>
  <p:tag name="IGUANATEXSIZE" val="2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(x) \approx \theta_0&#10;$&#10;&#10;&#10;\end{document}"/>
  <p:tag name="IGUANATEXSIZE" val="2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(x) = \theta_0 + \theta_1 x + \theta_2 x^2 + \theta_3 x^3 + \theta_4 x^4&#10;$&#10;&#10;&#10;\end{document}"/>
  <p:tag name="IGUANATEXSIZE" val="2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\displaystyle &#10;J(\theta) = \frac{1}{2m} \sum_{i=1}^{m} (h_\theta (x^{(i)}) - y^{(i)})^2 + \frac{\lambda}{2m} \sum^{m}_{j=1} \theta_j^2&#10;$&#10;&#10;&#10;\end{document}"/>
  <p:tag name="IGUANATEXSIZE" val="2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&#10;$&#10;&#10;&#10;\end{document}"/>
  <p:tag name="IGUANATEXSIZE" val="2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&#10;$&#10;&#10;&#10;\end{document}"/>
  <p:tag name="IGUANATEXSIZE" val="2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(x) = \theta_0 + \theta_1 x + \theta_2 x^2 + \theta_3 x^3 + \theta_4 x^4&#10;$&#10;&#10;&#10;\end{document}"/>
  <p:tag name="IGUANATEXSIZE" val="2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\displaystyle &#10;J(\theta) = \frac{1}{2m} \sum_{i=1}^{m} (h_\theta (x^{(i)}) - y^{(i)})^2 + \frac{\lambda}{2m} \sum^{m}_{j=1} \theta_j^2&#10;$&#10;&#10;&#10;\end{document}"/>
  <p:tag name="IGUANATEXSIZE" val="2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rain} (\theta) = \frac{1}{2m} \displaystyle \sum_{i=1}^{m} (h_\theta(x^{(i)}) - y^{(i)})^2&#10;$&#10;&#10;&#10;\end{document}"/>
  <p:tag name="IGUANATEXSIZE" val="2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cv} (\theta) = \frac{1}{2m_{cv}} \displaystyle \sum_{i=1}^{m_{cv}} (h_\theta(x_{cv}^{(i)}) - y_{cv}^{(i)})^2&#10;$&#10;&#10;&#10;\end{document}"/>
  <p:tag name="IGUANATEXSIZE" val="2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est}(\theta) = \frac{1}{2m_{test}} \displaystyle \sum_{i=1}^{m_{test}} (h_\theta(x_{test}^{(i)}) - y_{test}^{(i)})^2&#10;$&#10;&#10;&#10;\end{document}"/>
  <p:tag name="IGUANATEXSIZE" val="2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(x) = \theta_0 + \theta_1 x + \theta_2 x^2 + \theta_3 x^3 + \theta_4 x^4&#10;$&#10;&#10;&#10;\end{document}"/>
  <p:tag name="IGUANATEXSIZE" val="2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 = 0&#10;$&#10;&#10;&#10;\end{document}"/>
  <p:tag name="IGUANATEXSIZE" val="2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&#10;$&#10;&#10;&#10;\end{document}"/>
  <p:tag name="IGUANATEXSIZE" val="2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 = 0.01&#10;$&#10;&#10;&#10;\end{document}"/>
  <p:tag name="IGUANATEXSIZE" val="2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 = 0.02&#10;$&#10;&#10;&#10;\end{document}"/>
  <p:tag name="IGUANATEXSIZE" val="2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 = 0.04&#10;$&#10;&#10;&#10;\end{document}"/>
  <p:tag name="IGUANATEXSIZE" val="2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 = 0.08&#10;$&#10;&#10;&#10;\end{document}"/>
  <p:tag name="IGUANATEXSIZE" val="2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 = 10&#10;$&#10;&#10;&#10;\end{document}"/>
  <p:tag name="IGUANATEXSIZE" val="2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vdots&#10;$&#10;&#10;&#10;\end{document}"/>
  <p:tag name="IGUANATEXSIZE" val="2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\displaystyle &#10;J(\theta) = \frac{1}{2m} \sum_{i=1}^{m} (h_\theta (x^{(i)}) - y^{(i)})^2 + \frac{\lambda}{2m} \sum^{m}_{j=1} \theta_j^2&#10;$&#10;&#10;&#10;\end{document}"/>
  <p:tag name="IGUANATEXSIZE" val="2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theta^{(5)}&#10;$&#10;&#10;&#10;\end{document}"/>
  <p:tag name="IGUANATEXSIZE" val="2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&#10;$&#10;&#10;&#10;\end{document}"/>
  <p:tag name="IGUANATEXSIZE" val="2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rain} (\theta) = \frac{1}{2m} \displaystyle \sum_{i=1}^{m} (h_\theta(x^{(i)}) - y^{(i)})^2&#10;$&#10;&#10;&#10;\end{document}"/>
  <p:tag name="IGUANATEXSIZE" val="2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cv} (\theta) = \frac{1}{2m_{cv}} \displaystyle \sum_{i=1}^{m_{cv}} (h_\theta(x_{cv}^{(i)}) - y_{cv}^{(i)})^2&#10;$&#10;&#10;&#10;\end{document}"/>
  <p:tag name="IGUANATEXSIZE" val="2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\displaystyle &#10;J(\theta) = \frac{1}{2m} \sum_{i=1}^{m} (h_\theta (x^{(i)}) - y^{(i)})^2 + \frac{\lambda}{2m} \sum^{m}_{j=1} \theta_j^2&#10;$&#10;&#10;&#10;\end{document}"/>
  <p:tag name="IGUANATEXSIZE" val="2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&#10;$&#10;&#10;&#10;\end{document}"/>
  <p:tag name="IGUANATEXSIZE" val="2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(x) = \theta_0 + \theta_1 x + \theta_2 x^2&#10;$&#10;&#10;&#10;\end{document}"/>
  <p:tag name="IGUANATEXSIZE" val="2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train} (\theta) = \frac{1}{2m} \displaystyle \sum_{i=1}^{m} (h_\theta(x^{(i)}) - y^{(i)})^2&#10;$&#10;&#10;&#10;\end{document}"/>
  <p:tag name="IGUANATEXSIZE" val="2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J_{cv} (\theta) = \frac{1}{2m_{cv}} \displaystyle \sum_{i=1}^{m_{cv}} (h_\theta(x_{cv}^{(i)}) - y_{cv}^{(i)})^2&#10;$&#10;&#10;&#10;\end{document}"/>
  <p:tag name="IGUANATEXSIZE" val="2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m&#10;$&#10;&#10;&#10;\end{document}"/>
  <p:tag name="IGUANATEXSIZE" val="2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(x) = \theta_0 + \theta_1 x&#10;$&#10;&#10;&#10;\end{document}"/>
  <p:tag name="IGUANATEXSIZE" val="2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m&#10;$&#10;&#10;&#10;\end{document}"/>
  <p:tag name="IGUANATEXSIZE" val="2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h_\theta(x) = \theta_0 + \theta_1 x + \dots + \theta_{100} x^{100}&#10;$&#10;&#10;&#10;\end{document}"/>
  <p:tag name="IGUANATEXSIZE" val="2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m&#10;$&#10;&#10;&#10;\end{document}"/>
  <p:tag name="IGUANATEXSIZE" val="2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&#10;$&#10;&#10;&#10;\end{document}"/>
  <p:tag name="IGUANATEXSIZE" val="2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($&#10;x_1^2, x_2^2, x_1x_2,$etc)&#10;&#10;\end{document}"/>
  <p:tag name="IGUANATEXSIZE" val="2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lambda$&#10;&#10;\end{document}"/>
  <p:tag name="IGUANATEXSIZE" val="2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\lambda$&#10;&#10;\end{document}"/>
  <p:tag name="IGUANATEXSIZE" val="2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color}&#10;\pagestyle{empty}&#10;\begin{document}&#10;&#10;&#10;$&#10;\lambda&#10;$&#10;&#10;&#10;\end{document}"/>
  <p:tag name="IGUANATEXSIZE" val="2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(x)&#10;$&#10;&#10;\end{document}"/>
  <p:tag name="IGUANATEXSIZE" val="2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y = 1&#10;$&#10;&#10;\end{document}"/>
  <p:tag name="IGUANATEXSIZE" val="2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y = 0&#10;$&#10;&#10;\end{document}"/>
  <p:tag name="IGUANATEXSIZE" val="2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0 \leq h_\theta(x) \leq 1&#10;$&#10;&#10;\end{document}"/>
  <p:tag name="IGUANATEXSIZE" val="2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 (x) \geq 0.5&#10;$&#10;&#10;\end{document}"/>
  <p:tag name="IGUANATEXSIZE" val="2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 (x) &lt; 0.5&#10;$&#10;&#10;\end{document}"/>
  <p:tag name="IGUANATEXSIZE" val="2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h_\theta (x) \geq&#10;$&#10;&#10;\end{document}"/>
  <p:tag name="IGUANATEXSIZE" val="2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y = 1&#10;$&#10;&#10;\end{document}"/>
  <p:tag name="IGUANATEXSIZE" val="2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frac{P+R}{2}&#10;$&#10;&#10;\end{document}"/>
  <p:tag name="IGUANATEXSIZE" val="2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2\frac{PR}{P+R} &#10;$&#10;&#10;\end{document}"/>
  <p:tag name="IGUANATEXSIZE" val="2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 \in \mathbb{R}^{n+1}&#10;$&#10;&#10;\end{document}"/>
  <p:tag name="IGUANATEXSIZE" val="2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$&#10;&#10;\end{document}"/>
  <p:tag name="IGUANATEXSIZE" val="28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y&#10;$&#10;&#10;\end{document}"/>
  <p:tag name="IGUANATEXSIZE" val="28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y&#10;$&#10;&#10;\end{document}"/>
  <p:tag name="IGUANATEXSIZE" val="28"/>
</p:tagLst>
</file>

<file path=ppt/theme/theme1.xml><?xml version="1.0" encoding="utf-8"?>
<a:theme xmlns:a="http://schemas.openxmlformats.org/drawingml/2006/main" name="1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Lect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</Template>
  <TotalTime>6277</TotalTime>
  <Words>2384</Words>
  <Application>Microsoft Office PowerPoint</Application>
  <PresentationFormat>On-screen Show (16:9)</PresentationFormat>
  <Paragraphs>504</Paragraphs>
  <Slides>52</Slides>
  <Notes>9</Notes>
  <HiddenSlides>5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Calibri</vt:lpstr>
      <vt:lpstr>Cambria Math</vt:lpstr>
      <vt:lpstr>Courier New</vt:lpstr>
      <vt:lpstr>Symbol</vt:lpstr>
      <vt:lpstr>Times New Roman</vt:lpstr>
      <vt:lpstr>1_Lecture</vt:lpstr>
      <vt:lpstr>2_Office Theme</vt:lpstr>
      <vt:lpstr>3_Office Theme</vt:lpstr>
      <vt:lpstr>2_Lecture</vt:lpstr>
      <vt:lpstr>Diagnostic and Evaluation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selection and training/validation/test sets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Cross validation</vt:lpstr>
      <vt:lpstr>Diagnosing bias vs. variance</vt:lpstr>
      <vt:lpstr>Remember: Bias and Variance</vt:lpstr>
      <vt:lpstr>PowerPoint Presentation</vt:lpstr>
      <vt:lpstr>PowerPoint Presentation</vt:lpstr>
      <vt:lpstr>PowerPoint Presentation</vt:lpstr>
      <vt:lpstr>Regularization and bias/variance</vt:lpstr>
      <vt:lpstr>PowerPoint Presentation</vt:lpstr>
      <vt:lpstr>PowerPoint Presentation</vt:lpstr>
      <vt:lpstr>PowerPoint Presentation</vt:lpstr>
      <vt:lpstr>PowerPoint Presentation</vt:lpstr>
      <vt:lpstr>Learning curves</vt:lpstr>
      <vt:lpstr>PowerPoint Presentation</vt:lpstr>
      <vt:lpstr>PowerPoint Presentation</vt:lpstr>
      <vt:lpstr>PowerPoint Presentation</vt:lpstr>
      <vt:lpstr>Deciding what to try next (revisited)</vt:lpstr>
      <vt:lpstr>PowerPoint Presentation</vt:lpstr>
      <vt:lpstr>PowerPoint Presentation</vt:lpstr>
      <vt:lpstr>Performance measures</vt:lpstr>
      <vt:lpstr>Performance measures II</vt:lpstr>
      <vt:lpstr>Example</vt:lpstr>
      <vt:lpstr>ROC Curve</vt:lpstr>
      <vt:lpstr>ROC Curve: comparing classifiers</vt:lpstr>
      <vt:lpstr>ROC: math digression</vt:lpstr>
      <vt:lpstr>Error metrics for skewed classes</vt:lpstr>
      <vt:lpstr>PowerPoint Presentation</vt:lpstr>
      <vt:lpstr>PowerPoint Presentation</vt:lpstr>
      <vt:lpstr>PowerPoint Presentation</vt:lpstr>
      <vt:lpstr>PowerPoint Presentation</vt:lpstr>
      <vt:lpstr>Trading off precision and recall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for machine learning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Programming</dc:title>
  <dc:creator>OpenClassroom</dc:creator>
  <cp:lastModifiedBy>Luigi Portinale</cp:lastModifiedBy>
  <cp:revision>517</cp:revision>
  <dcterms:created xsi:type="dcterms:W3CDTF">2010-07-08T21:59:02Z</dcterms:created>
  <dcterms:modified xsi:type="dcterms:W3CDTF">2020-03-03T07:22:13Z</dcterms:modified>
</cp:coreProperties>
</file>